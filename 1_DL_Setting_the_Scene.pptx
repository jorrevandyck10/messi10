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42" r:id="rId5"/>
    <p:sldMasterId id="2147483887" r:id="rId6"/>
  </p:sldMasterIdLst>
  <p:notesMasterIdLst>
    <p:notesMasterId r:id="rId97"/>
  </p:notesMasterIdLst>
  <p:handoutMasterIdLst>
    <p:handoutMasterId r:id="rId98"/>
  </p:handoutMasterIdLst>
  <p:sldIdLst>
    <p:sldId id="256" r:id="rId7"/>
    <p:sldId id="257" r:id="rId8"/>
    <p:sldId id="373" r:id="rId9"/>
    <p:sldId id="261" r:id="rId10"/>
    <p:sldId id="374" r:id="rId11"/>
    <p:sldId id="262" r:id="rId12"/>
    <p:sldId id="369" r:id="rId13"/>
    <p:sldId id="343" r:id="rId14"/>
    <p:sldId id="342" r:id="rId15"/>
    <p:sldId id="344" r:id="rId16"/>
    <p:sldId id="345" r:id="rId17"/>
    <p:sldId id="346" r:id="rId18"/>
    <p:sldId id="267" r:id="rId19"/>
    <p:sldId id="347" r:id="rId20"/>
    <p:sldId id="348" r:id="rId21"/>
    <p:sldId id="349" r:id="rId22"/>
    <p:sldId id="350" r:id="rId23"/>
    <p:sldId id="351" r:id="rId24"/>
    <p:sldId id="379" r:id="rId25"/>
    <p:sldId id="355" r:id="rId26"/>
    <p:sldId id="352" r:id="rId27"/>
    <p:sldId id="353" r:id="rId28"/>
    <p:sldId id="362" r:id="rId29"/>
    <p:sldId id="354" r:id="rId30"/>
    <p:sldId id="380" r:id="rId31"/>
    <p:sldId id="361" r:id="rId32"/>
    <p:sldId id="381" r:id="rId33"/>
    <p:sldId id="376" r:id="rId34"/>
    <p:sldId id="357" r:id="rId35"/>
    <p:sldId id="371" r:id="rId36"/>
    <p:sldId id="372" r:id="rId37"/>
    <p:sldId id="358" r:id="rId38"/>
    <p:sldId id="382" r:id="rId39"/>
    <p:sldId id="370" r:id="rId40"/>
    <p:sldId id="360" r:id="rId41"/>
    <p:sldId id="383" r:id="rId42"/>
    <p:sldId id="364" r:id="rId43"/>
    <p:sldId id="365" r:id="rId44"/>
    <p:sldId id="366" r:id="rId45"/>
    <p:sldId id="363" r:id="rId46"/>
    <p:sldId id="367" r:id="rId47"/>
    <p:sldId id="368" r:id="rId48"/>
    <p:sldId id="280" r:id="rId49"/>
    <p:sldId id="276" r:id="rId50"/>
    <p:sldId id="277" r:id="rId51"/>
    <p:sldId id="395" r:id="rId52"/>
    <p:sldId id="278" r:id="rId53"/>
    <p:sldId id="335" r:id="rId54"/>
    <p:sldId id="279" r:id="rId55"/>
    <p:sldId id="325" r:id="rId56"/>
    <p:sldId id="336" r:id="rId57"/>
    <p:sldId id="323" r:id="rId58"/>
    <p:sldId id="396" r:id="rId59"/>
    <p:sldId id="291" r:id="rId60"/>
    <p:sldId id="337" r:id="rId61"/>
    <p:sldId id="332" r:id="rId62"/>
    <p:sldId id="324" r:id="rId63"/>
    <p:sldId id="333" r:id="rId64"/>
    <p:sldId id="375" r:id="rId65"/>
    <p:sldId id="385" r:id="rId66"/>
    <p:sldId id="386" r:id="rId67"/>
    <p:sldId id="338" r:id="rId68"/>
    <p:sldId id="282" r:id="rId69"/>
    <p:sldId id="284" r:id="rId70"/>
    <p:sldId id="283" r:id="rId71"/>
    <p:sldId id="339" r:id="rId72"/>
    <p:sldId id="281" r:id="rId73"/>
    <p:sldId id="285" r:id="rId74"/>
    <p:sldId id="286" r:id="rId75"/>
    <p:sldId id="287" r:id="rId76"/>
    <p:sldId id="288" r:id="rId77"/>
    <p:sldId id="289" r:id="rId78"/>
    <p:sldId id="391" r:id="rId79"/>
    <p:sldId id="340" r:id="rId80"/>
    <p:sldId id="331" r:id="rId81"/>
    <p:sldId id="330" r:id="rId82"/>
    <p:sldId id="326" r:id="rId83"/>
    <p:sldId id="390" r:id="rId84"/>
    <p:sldId id="384" r:id="rId85"/>
    <p:sldId id="327" r:id="rId86"/>
    <p:sldId id="328" r:id="rId87"/>
    <p:sldId id="329" r:id="rId88"/>
    <p:sldId id="393" r:id="rId89"/>
    <p:sldId id="394" r:id="rId90"/>
    <p:sldId id="341" r:id="rId91"/>
    <p:sldId id="290" r:id="rId92"/>
    <p:sldId id="392" r:id="rId93"/>
    <p:sldId id="387" r:id="rId94"/>
    <p:sldId id="334" r:id="rId95"/>
    <p:sldId id="275" r:id="rId96"/>
  </p:sldIdLst>
  <p:sldSz cx="12192000" cy="6858000"/>
  <p:notesSz cx="7315200" cy="96012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CC3BB7-EF3A-4B8C-909C-C5B8242142C8}">
          <p14:sldIdLst>
            <p14:sldId id="256"/>
            <p14:sldId id="257"/>
            <p14:sldId id="373"/>
            <p14:sldId id="261"/>
            <p14:sldId id="374"/>
            <p14:sldId id="262"/>
          </p14:sldIdLst>
        </p14:section>
        <p14:section name="Summary Section" id="{785C58CD-5A68-440D-98A1-D23B8C9EB9B6}">
          <p14:sldIdLst>
            <p14:sldId id="369"/>
          </p14:sldIdLst>
        </p14:section>
        <p14:section name="Section 1" id="{408DB2B3-FF9E-4BA9-ABF0-6C102A55E982}">
          <p14:sldIdLst>
            <p14:sldId id="343"/>
            <p14:sldId id="342"/>
            <p14:sldId id="344"/>
            <p14:sldId id="345"/>
            <p14:sldId id="346"/>
            <p14:sldId id="267"/>
            <p14:sldId id="347"/>
            <p14:sldId id="348"/>
            <p14:sldId id="349"/>
          </p14:sldIdLst>
        </p14:section>
        <p14:section name="  The Big Picture  (r)Evolution of Data Paradigms" id="{F2BB97E8-F1B2-4A68-B5E7-6A3EA382A346}">
          <p14:sldIdLst>
            <p14:sldId id="350"/>
            <p14:sldId id="351"/>
            <p14:sldId id="379"/>
            <p14:sldId id="355"/>
            <p14:sldId id="352"/>
            <p14:sldId id="353"/>
            <p14:sldId id="362"/>
            <p14:sldId id="354"/>
            <p14:sldId id="380"/>
            <p14:sldId id="361"/>
            <p14:sldId id="381"/>
            <p14:sldId id="376"/>
            <p14:sldId id="357"/>
            <p14:sldId id="371"/>
            <p14:sldId id="372"/>
            <p14:sldId id="358"/>
            <p14:sldId id="382"/>
            <p14:sldId id="370"/>
            <p14:sldId id="360"/>
            <p14:sldId id="383"/>
            <p14:sldId id="364"/>
            <p14:sldId id="365"/>
            <p14:sldId id="366"/>
            <p14:sldId id="363"/>
          </p14:sldIdLst>
        </p14:section>
        <p14:section name="Section 3" id="{C358714F-2F31-48D2-B92F-565181733014}">
          <p14:sldIdLst>
            <p14:sldId id="367"/>
            <p14:sldId id="368"/>
          </p14:sldIdLst>
        </p14:section>
        <p14:section name="Section 4" id="{BB25332E-6008-4819-8467-E787058B0DA2}">
          <p14:sldIdLst>
            <p14:sldId id="280"/>
            <p14:sldId id="276"/>
            <p14:sldId id="277"/>
            <p14:sldId id="395"/>
            <p14:sldId id="278"/>
            <p14:sldId id="335"/>
            <p14:sldId id="279"/>
            <p14:sldId id="325"/>
            <p14:sldId id="336"/>
            <p14:sldId id="323"/>
            <p14:sldId id="396"/>
            <p14:sldId id="291"/>
            <p14:sldId id="337"/>
            <p14:sldId id="332"/>
            <p14:sldId id="324"/>
            <p14:sldId id="333"/>
            <p14:sldId id="375"/>
            <p14:sldId id="385"/>
            <p14:sldId id="386"/>
            <p14:sldId id="338"/>
            <p14:sldId id="282"/>
            <p14:sldId id="284"/>
            <p14:sldId id="283"/>
            <p14:sldId id="339"/>
            <p14:sldId id="281"/>
            <p14:sldId id="285"/>
            <p14:sldId id="286"/>
            <p14:sldId id="287"/>
            <p14:sldId id="288"/>
            <p14:sldId id="289"/>
            <p14:sldId id="391"/>
            <p14:sldId id="340"/>
            <p14:sldId id="331"/>
            <p14:sldId id="330"/>
            <p14:sldId id="326"/>
            <p14:sldId id="390"/>
            <p14:sldId id="384"/>
            <p14:sldId id="327"/>
            <p14:sldId id="328"/>
            <p14:sldId id="329"/>
            <p14:sldId id="393"/>
            <p14:sldId id="394"/>
            <p14:sldId id="341"/>
            <p14:sldId id="290"/>
            <p14:sldId id="392"/>
            <p14:sldId id="387"/>
            <p14:sldId id="334"/>
          </p14:sldIdLst>
        </p14:section>
        <p14:section name="Over to you" id="{1AE81453-CE2B-453A-BC76-E795037AF841}">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6432"/>
    <a:srgbClr val="000A1E"/>
    <a:srgbClr val="F2F5F8"/>
    <a:srgbClr val="000000"/>
    <a:srgbClr val="F04619"/>
    <a:srgbClr val="E8EBEE"/>
    <a:srgbClr val="00283C"/>
    <a:srgbClr val="DEE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3AE716-21A2-463B-A7C9-2A04B9B85D4B}" v="17" dt="2026-10-15T16:31:02.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017" autoAdjust="0"/>
  </p:normalViewPr>
  <p:slideViewPr>
    <p:cSldViewPr snapToGrid="0">
      <p:cViewPr varScale="1">
        <p:scale>
          <a:sx n="87" d="100"/>
          <a:sy n="87" d="100"/>
        </p:scale>
        <p:origin x="1476" y="9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tableStyles" Target="tableStyles.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notesMaster" Target="notesMasters/notesMaster1.xml"/><Relationship Id="rId104" Type="http://schemas.microsoft.com/office/2015/10/relationships/revisionInfo" Target="revisionInfo.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m Heyns" userId="7a623cc0-5b6c-43c7-88a0-ff55db19c79e" providerId="ADAL" clId="{DBE576AF-F76A-4937-8CB3-F74CD1AA1C84}"/>
    <pc:docChg chg="undo redo custSel addSld delSld modSld sldOrd modSection">
      <pc:chgData name="Bram Heyns" userId="7a623cc0-5b6c-43c7-88a0-ff55db19c79e" providerId="ADAL" clId="{DBE576AF-F76A-4937-8CB3-F74CD1AA1C84}" dt="2026-10-15T16:39:38.533" v="421" actId="27636"/>
      <pc:docMkLst>
        <pc:docMk/>
      </pc:docMkLst>
      <pc:sldChg chg="modSp mod">
        <pc:chgData name="Bram Heyns" userId="7a623cc0-5b6c-43c7-88a0-ff55db19c79e" providerId="ADAL" clId="{DBE576AF-F76A-4937-8CB3-F74CD1AA1C84}" dt="2026-10-15T12:27:04.482" v="74" actId="20577"/>
        <pc:sldMkLst>
          <pc:docMk/>
          <pc:sldMk cId="3616312771" sldId="256"/>
        </pc:sldMkLst>
        <pc:spChg chg="mod">
          <ac:chgData name="Bram Heyns" userId="7a623cc0-5b6c-43c7-88a0-ff55db19c79e" providerId="ADAL" clId="{DBE576AF-F76A-4937-8CB3-F74CD1AA1C84}" dt="2026-10-15T12:27:04.482" v="74" actId="20577"/>
          <ac:spMkLst>
            <pc:docMk/>
            <pc:sldMk cId="3616312771" sldId="256"/>
            <ac:spMk id="3" creationId="{A366B98C-C4D8-05F5-9F65-8885769057E9}"/>
          </ac:spMkLst>
        </pc:spChg>
      </pc:sldChg>
      <pc:sldChg chg="modSp mod">
        <pc:chgData name="Bram Heyns" userId="7a623cc0-5b6c-43c7-88a0-ff55db19c79e" providerId="ADAL" clId="{DBE576AF-F76A-4937-8CB3-F74CD1AA1C84}" dt="2026-10-15T16:39:38.533" v="421" actId="27636"/>
        <pc:sldMkLst>
          <pc:docMk/>
          <pc:sldMk cId="276004885" sldId="257"/>
        </pc:sldMkLst>
        <pc:spChg chg="mod">
          <ac:chgData name="Bram Heyns" userId="7a623cc0-5b6c-43c7-88a0-ff55db19c79e" providerId="ADAL" clId="{DBE576AF-F76A-4937-8CB3-F74CD1AA1C84}" dt="2026-10-15T16:39:38.533" v="421" actId="27636"/>
          <ac:spMkLst>
            <pc:docMk/>
            <pc:sldMk cId="276004885" sldId="257"/>
            <ac:spMk id="4" creationId="{8F1F9D7B-3F2A-67D6-D6AA-B56D421D50C1}"/>
          </ac:spMkLst>
        </pc:spChg>
      </pc:sldChg>
      <pc:sldChg chg="addSp delSp modSp add mod">
        <pc:chgData name="Bram Heyns" userId="7a623cc0-5b6c-43c7-88a0-ff55db19c79e" providerId="ADAL" clId="{DBE576AF-F76A-4937-8CB3-F74CD1AA1C84}" dt="2026-10-15T16:04:40.359" v="181" actId="1076"/>
        <pc:sldMkLst>
          <pc:docMk/>
          <pc:sldMk cId="0" sldId="261"/>
        </pc:sldMkLst>
        <pc:spChg chg="del mod">
          <ac:chgData name="Bram Heyns" userId="7a623cc0-5b6c-43c7-88a0-ff55db19c79e" providerId="ADAL" clId="{DBE576AF-F76A-4937-8CB3-F74CD1AA1C84}" dt="2026-10-15T16:04:10.973" v="161" actId="478"/>
          <ac:spMkLst>
            <pc:docMk/>
            <pc:sldMk cId="0" sldId="261"/>
            <ac:spMk id="2" creationId="{00000000-0000-0000-0000-000000000000}"/>
          </ac:spMkLst>
        </pc:spChg>
        <pc:spChg chg="mod">
          <ac:chgData name="Bram Heyns" userId="7a623cc0-5b6c-43c7-88a0-ff55db19c79e" providerId="ADAL" clId="{DBE576AF-F76A-4937-8CB3-F74CD1AA1C84}" dt="2026-10-15T16:03:45.957" v="160" actId="20577"/>
          <ac:spMkLst>
            <pc:docMk/>
            <pc:sldMk cId="0" sldId="261"/>
            <ac:spMk id="19" creationId="{00000000-0000-0000-0000-000000000000}"/>
          </ac:spMkLst>
        </pc:spChg>
        <pc:spChg chg="add mod">
          <ac:chgData name="Bram Heyns" userId="7a623cc0-5b6c-43c7-88a0-ff55db19c79e" providerId="ADAL" clId="{DBE576AF-F76A-4937-8CB3-F74CD1AA1C84}" dt="2026-10-15T16:04:40.359" v="181" actId="1076"/>
          <ac:spMkLst>
            <pc:docMk/>
            <pc:sldMk cId="0" sldId="261"/>
            <ac:spMk id="22" creationId="{F7042BA2-1180-470E-8CEA-1A4257656E4B}"/>
          </ac:spMkLst>
        </pc:spChg>
      </pc:sldChg>
      <pc:sldChg chg="add modNotesTx">
        <pc:chgData name="Bram Heyns" userId="7a623cc0-5b6c-43c7-88a0-ff55db19c79e" providerId="ADAL" clId="{DBE576AF-F76A-4937-8CB3-F74CD1AA1C84}" dt="2026-10-15T16:06:06.466" v="186" actId="6549"/>
        <pc:sldMkLst>
          <pc:docMk/>
          <pc:sldMk cId="0" sldId="262"/>
        </pc:sldMkLst>
      </pc:sldChg>
      <pc:sldChg chg="addSp delSp modSp add mod">
        <pc:chgData name="Bram Heyns" userId="7a623cc0-5b6c-43c7-88a0-ff55db19c79e" providerId="ADAL" clId="{DBE576AF-F76A-4937-8CB3-F74CD1AA1C84}" dt="2026-10-15T16:09:00.702" v="265" actId="404"/>
        <pc:sldMkLst>
          <pc:docMk/>
          <pc:sldMk cId="0" sldId="267"/>
        </pc:sldMkLst>
        <pc:spChg chg="del mod">
          <ac:chgData name="Bram Heyns" userId="7a623cc0-5b6c-43c7-88a0-ff55db19c79e" providerId="ADAL" clId="{DBE576AF-F76A-4937-8CB3-F74CD1AA1C84}" dt="2026-10-15T16:07:50.942" v="196" actId="478"/>
          <ac:spMkLst>
            <pc:docMk/>
            <pc:sldMk cId="0" sldId="267"/>
            <ac:spMk id="2" creationId="{00000000-0000-0000-0000-000000000000}"/>
          </ac:spMkLst>
        </pc:spChg>
        <pc:spChg chg="add mod">
          <ac:chgData name="Bram Heyns" userId="7a623cc0-5b6c-43c7-88a0-ff55db19c79e" providerId="ADAL" clId="{DBE576AF-F76A-4937-8CB3-F74CD1AA1C84}" dt="2026-10-15T16:07:47.743" v="194"/>
          <ac:spMkLst>
            <pc:docMk/>
            <pc:sldMk cId="0" sldId="267"/>
            <ac:spMk id="26" creationId="{1F09336E-FA50-0726-224C-06F269773E96}"/>
          </ac:spMkLst>
        </pc:spChg>
        <pc:spChg chg="add mod">
          <ac:chgData name="Bram Heyns" userId="7a623cc0-5b6c-43c7-88a0-ff55db19c79e" providerId="ADAL" clId="{DBE576AF-F76A-4937-8CB3-F74CD1AA1C84}" dt="2026-10-15T16:09:00.702" v="265" actId="404"/>
          <ac:spMkLst>
            <pc:docMk/>
            <pc:sldMk cId="0" sldId="267"/>
            <ac:spMk id="27" creationId="{97BD861E-9190-9F87-85DD-2253DAF3BE1F}"/>
          </ac:spMkLst>
        </pc:spChg>
      </pc:sldChg>
      <pc:sldChg chg="addSp modSp mod">
        <pc:chgData name="Bram Heyns" userId="7a623cc0-5b6c-43c7-88a0-ff55db19c79e" providerId="ADAL" clId="{DBE576AF-F76A-4937-8CB3-F74CD1AA1C84}" dt="2026-10-15T16:10:49.017" v="270" actId="1076"/>
        <pc:sldMkLst>
          <pc:docMk/>
          <pc:sldMk cId="825156954" sldId="347"/>
        </pc:sldMkLst>
        <pc:picChg chg="add mod">
          <ac:chgData name="Bram Heyns" userId="7a623cc0-5b6c-43c7-88a0-ff55db19c79e" providerId="ADAL" clId="{DBE576AF-F76A-4937-8CB3-F74CD1AA1C84}" dt="2026-10-15T16:10:49.017" v="270" actId="1076"/>
          <ac:picMkLst>
            <pc:docMk/>
            <pc:sldMk cId="825156954" sldId="347"/>
            <ac:picMk id="7" creationId="{088E0D0F-E57B-1B82-2F80-477A238542E7}"/>
          </ac:picMkLst>
        </pc:picChg>
      </pc:sldChg>
      <pc:sldChg chg="del mod modShow">
        <pc:chgData name="Bram Heyns" userId="7a623cc0-5b6c-43c7-88a0-ff55db19c79e" providerId="ADAL" clId="{DBE576AF-F76A-4937-8CB3-F74CD1AA1C84}" dt="2026-10-15T16:12:43.272" v="275" actId="47"/>
        <pc:sldMkLst>
          <pc:docMk/>
          <pc:sldMk cId="2168036630" sldId="356"/>
        </pc:sldMkLst>
      </pc:sldChg>
      <pc:sldChg chg="add del mod modShow">
        <pc:chgData name="Bram Heyns" userId="7a623cc0-5b6c-43c7-88a0-ff55db19c79e" providerId="ADAL" clId="{DBE576AF-F76A-4937-8CB3-F74CD1AA1C84}" dt="2026-10-15T16:20:06.892" v="292" actId="729"/>
        <pc:sldMkLst>
          <pc:docMk/>
          <pc:sldMk cId="1360528894" sldId="358"/>
        </pc:sldMkLst>
      </pc:sldChg>
      <pc:sldChg chg="mod modShow">
        <pc:chgData name="Bram Heyns" userId="7a623cc0-5b6c-43c7-88a0-ff55db19c79e" providerId="ADAL" clId="{DBE576AF-F76A-4937-8CB3-F74CD1AA1C84}" dt="2026-10-15T16:20:39.527" v="294" actId="729"/>
        <pc:sldMkLst>
          <pc:docMk/>
          <pc:sldMk cId="3339679345" sldId="360"/>
        </pc:sldMkLst>
      </pc:sldChg>
      <pc:sldChg chg="modSp mod">
        <pc:chgData name="Bram Heyns" userId="7a623cc0-5b6c-43c7-88a0-ff55db19c79e" providerId="ADAL" clId="{DBE576AF-F76A-4937-8CB3-F74CD1AA1C84}" dt="2026-10-15T10:36:37.214" v="65" actId="20577"/>
        <pc:sldMkLst>
          <pc:docMk/>
          <pc:sldMk cId="2963840498" sldId="368"/>
        </pc:sldMkLst>
        <pc:spChg chg="mod">
          <ac:chgData name="Bram Heyns" userId="7a623cc0-5b6c-43c7-88a0-ff55db19c79e" providerId="ADAL" clId="{DBE576AF-F76A-4937-8CB3-F74CD1AA1C84}" dt="2026-10-15T10:36:37.214" v="65" actId="20577"/>
          <ac:spMkLst>
            <pc:docMk/>
            <pc:sldMk cId="2963840498" sldId="368"/>
            <ac:spMk id="2" creationId="{EB0CA0F9-4719-6DD0-CDF6-1EFDC801725E}"/>
          </ac:spMkLst>
        </pc:spChg>
      </pc:sldChg>
      <pc:sldChg chg="mod modShow">
        <pc:chgData name="Bram Heyns" userId="7a623cc0-5b6c-43c7-88a0-ff55db19c79e" providerId="ADAL" clId="{DBE576AF-F76A-4937-8CB3-F74CD1AA1C84}" dt="2026-10-15T16:20:28.540" v="293" actId="729"/>
        <pc:sldMkLst>
          <pc:docMk/>
          <pc:sldMk cId="2642163270" sldId="372"/>
        </pc:sldMkLst>
      </pc:sldChg>
      <pc:sldChg chg="modSp mod">
        <pc:chgData name="Bram Heyns" userId="7a623cc0-5b6c-43c7-88a0-ff55db19c79e" providerId="ADAL" clId="{DBE576AF-F76A-4937-8CB3-F74CD1AA1C84}" dt="2026-10-02T06:35:02.316" v="28" actId="20577"/>
        <pc:sldMkLst>
          <pc:docMk/>
          <pc:sldMk cId="762751210" sldId="373"/>
        </pc:sldMkLst>
        <pc:spChg chg="mod">
          <ac:chgData name="Bram Heyns" userId="7a623cc0-5b6c-43c7-88a0-ff55db19c79e" providerId="ADAL" clId="{DBE576AF-F76A-4937-8CB3-F74CD1AA1C84}" dt="2026-10-02T06:35:02.316" v="28" actId="20577"/>
          <ac:spMkLst>
            <pc:docMk/>
            <pc:sldMk cId="762751210" sldId="373"/>
            <ac:spMk id="2" creationId="{1B7ABF91-5366-46A8-C592-D72146E395BB}"/>
          </ac:spMkLst>
        </pc:spChg>
      </pc:sldChg>
      <pc:sldChg chg="addSp modSp mod">
        <pc:chgData name="Bram Heyns" userId="7a623cc0-5b6c-43c7-88a0-ff55db19c79e" providerId="ADAL" clId="{DBE576AF-F76A-4937-8CB3-F74CD1AA1C84}" dt="2026-10-15T16:19:18.141" v="290" actId="14100"/>
        <pc:sldMkLst>
          <pc:docMk/>
          <pc:sldMk cId="957116490" sldId="374"/>
        </pc:sldMkLst>
        <pc:spChg chg="mod">
          <ac:chgData name="Bram Heyns" userId="7a623cc0-5b6c-43c7-88a0-ff55db19c79e" providerId="ADAL" clId="{DBE576AF-F76A-4937-8CB3-F74CD1AA1C84}" dt="2026-10-02T06:35:18.223" v="50" actId="20577"/>
          <ac:spMkLst>
            <pc:docMk/>
            <pc:sldMk cId="957116490" sldId="374"/>
            <ac:spMk id="2" creationId="{E4B351B8-22FC-9EAF-B1B3-3B7EA1EF38D0}"/>
          </ac:spMkLst>
        </pc:spChg>
        <pc:picChg chg="add mod">
          <ac:chgData name="Bram Heyns" userId="7a623cc0-5b6c-43c7-88a0-ff55db19c79e" providerId="ADAL" clId="{DBE576AF-F76A-4937-8CB3-F74CD1AA1C84}" dt="2026-10-15T16:19:18.141" v="290" actId="14100"/>
          <ac:picMkLst>
            <pc:docMk/>
            <pc:sldMk cId="957116490" sldId="374"/>
            <ac:picMk id="5" creationId="{976A8661-9424-63D8-A5A0-F59F3B7ABB32}"/>
          </ac:picMkLst>
        </pc:picChg>
        <pc:picChg chg="mod">
          <ac:chgData name="Bram Heyns" userId="7a623cc0-5b6c-43c7-88a0-ff55db19c79e" providerId="ADAL" clId="{DBE576AF-F76A-4937-8CB3-F74CD1AA1C84}" dt="2026-10-15T16:14:53.455" v="280" actId="1076"/>
          <ac:picMkLst>
            <pc:docMk/>
            <pc:sldMk cId="957116490" sldId="374"/>
            <ac:picMk id="38914" creationId="{442E82E2-16BA-9557-1682-48593F9A397B}"/>
          </ac:picMkLst>
        </pc:picChg>
      </pc:sldChg>
      <pc:sldChg chg="del mod modShow">
        <pc:chgData name="Bram Heyns" userId="7a623cc0-5b6c-43c7-88a0-ff55db19c79e" providerId="ADAL" clId="{DBE576AF-F76A-4937-8CB3-F74CD1AA1C84}" dt="2026-10-15T16:12:48.202" v="276" actId="47"/>
        <pc:sldMkLst>
          <pc:docMk/>
          <pc:sldMk cId="2203199279" sldId="377"/>
        </pc:sldMkLst>
      </pc:sldChg>
      <pc:sldChg chg="del">
        <pc:chgData name="Bram Heyns" userId="7a623cc0-5b6c-43c7-88a0-ff55db19c79e" providerId="ADAL" clId="{DBE576AF-F76A-4937-8CB3-F74CD1AA1C84}" dt="2026-10-15T16:13:04.204" v="277" actId="47"/>
        <pc:sldMkLst>
          <pc:docMk/>
          <pc:sldMk cId="4196063092" sldId="378"/>
        </pc:sldMkLst>
      </pc:sldChg>
      <pc:sldChg chg="add del mod modShow">
        <pc:chgData name="Bram Heyns" userId="7a623cc0-5b6c-43c7-88a0-ff55db19c79e" providerId="ADAL" clId="{DBE576AF-F76A-4937-8CB3-F74CD1AA1C84}" dt="2026-10-15T16:19:50.470" v="291" actId="729"/>
        <pc:sldMkLst>
          <pc:docMk/>
          <pc:sldMk cId="1798226324" sldId="381"/>
        </pc:sldMkLst>
      </pc:sldChg>
      <pc:sldChg chg="addSp delSp modSp new mod">
        <pc:chgData name="Bram Heyns" userId="7a623cc0-5b6c-43c7-88a0-ff55db19c79e" providerId="ADAL" clId="{DBE576AF-F76A-4937-8CB3-F74CD1AA1C84}" dt="2026-10-15T16:22:59.966" v="352" actId="20577"/>
        <pc:sldMkLst>
          <pc:docMk/>
          <pc:sldMk cId="361354616" sldId="395"/>
        </pc:sldMkLst>
        <pc:spChg chg="mod">
          <ac:chgData name="Bram Heyns" userId="7a623cc0-5b6c-43c7-88a0-ff55db19c79e" providerId="ADAL" clId="{DBE576AF-F76A-4937-8CB3-F74CD1AA1C84}" dt="2026-10-15T16:22:59.966" v="352" actId="20577"/>
          <ac:spMkLst>
            <pc:docMk/>
            <pc:sldMk cId="361354616" sldId="395"/>
            <ac:spMk id="2" creationId="{13B52ACB-68E3-A517-BFF5-B78772C9AC07}"/>
          </ac:spMkLst>
        </pc:spChg>
        <pc:spChg chg="del">
          <ac:chgData name="Bram Heyns" userId="7a623cc0-5b6c-43c7-88a0-ff55db19c79e" providerId="ADAL" clId="{DBE576AF-F76A-4937-8CB3-F74CD1AA1C84}" dt="2026-10-15T16:22:49.630" v="350" actId="478"/>
          <ac:spMkLst>
            <pc:docMk/>
            <pc:sldMk cId="361354616" sldId="395"/>
            <ac:spMk id="4" creationId="{D4D87DEE-E0B9-B0CA-528B-010B39C67746}"/>
          </ac:spMkLst>
        </pc:spChg>
        <pc:picChg chg="add mod">
          <ac:chgData name="Bram Heyns" userId="7a623cc0-5b6c-43c7-88a0-ff55db19c79e" providerId="ADAL" clId="{DBE576AF-F76A-4937-8CB3-F74CD1AA1C84}" dt="2026-10-15T16:22:45.930" v="349" actId="1076"/>
          <ac:picMkLst>
            <pc:docMk/>
            <pc:sldMk cId="361354616" sldId="395"/>
            <ac:picMk id="6" creationId="{33006E26-41B8-8A05-8800-3B44828DB787}"/>
          </ac:picMkLst>
        </pc:picChg>
      </pc:sldChg>
      <pc:sldChg chg="new del">
        <pc:chgData name="Bram Heyns" userId="7a623cc0-5b6c-43c7-88a0-ff55db19c79e" providerId="ADAL" clId="{DBE576AF-F76A-4937-8CB3-F74CD1AA1C84}" dt="2026-10-15T16:05:41.915" v="185" actId="47"/>
        <pc:sldMkLst>
          <pc:docMk/>
          <pc:sldMk cId="1515986324" sldId="395"/>
        </pc:sldMkLst>
      </pc:sldChg>
      <pc:sldChg chg="new del">
        <pc:chgData name="Bram Heyns" userId="7a623cc0-5b6c-43c7-88a0-ff55db19c79e" providerId="ADAL" clId="{DBE576AF-F76A-4937-8CB3-F74CD1AA1C84}" dt="2026-10-15T16:04:46.761" v="182" actId="47"/>
        <pc:sldMkLst>
          <pc:docMk/>
          <pc:sldMk cId="1684053650" sldId="395"/>
        </pc:sldMkLst>
      </pc:sldChg>
      <pc:sldChg chg="new del">
        <pc:chgData name="Bram Heyns" userId="7a623cc0-5b6c-43c7-88a0-ff55db19c79e" providerId="ADAL" clId="{DBE576AF-F76A-4937-8CB3-F74CD1AA1C84}" dt="2026-10-15T16:12:17.610" v="273" actId="47"/>
        <pc:sldMkLst>
          <pc:docMk/>
          <pc:sldMk cId="2474435612" sldId="395"/>
        </pc:sldMkLst>
      </pc:sldChg>
      <pc:sldChg chg="new del">
        <pc:chgData name="Bram Heyns" userId="7a623cc0-5b6c-43c7-88a0-ff55db19c79e" providerId="ADAL" clId="{DBE576AF-F76A-4937-8CB3-F74CD1AA1C84}" dt="2026-10-15T16:07:05.969" v="190" actId="47"/>
        <pc:sldMkLst>
          <pc:docMk/>
          <pc:sldMk cId="3232863345" sldId="395"/>
        </pc:sldMkLst>
      </pc:sldChg>
      <pc:sldChg chg="add del">
        <pc:chgData name="Bram Heyns" userId="7a623cc0-5b6c-43c7-88a0-ff55db19c79e" providerId="ADAL" clId="{DBE576AF-F76A-4937-8CB3-F74CD1AA1C84}" dt="2026-10-15T16:12:30.341" v="274" actId="47"/>
        <pc:sldMkLst>
          <pc:docMk/>
          <pc:sldMk cId="0" sldId="396"/>
        </pc:sldMkLst>
      </pc:sldChg>
      <pc:sldChg chg="addSp delSp modSp add mod">
        <pc:chgData name="Bram Heyns" userId="7a623cc0-5b6c-43c7-88a0-ff55db19c79e" providerId="ADAL" clId="{DBE576AF-F76A-4937-8CB3-F74CD1AA1C84}" dt="2026-10-15T16:34:55.651" v="414" actId="1076"/>
        <pc:sldMkLst>
          <pc:docMk/>
          <pc:sldMk cId="2369322002" sldId="396"/>
        </pc:sldMkLst>
        <pc:spChg chg="mod">
          <ac:chgData name="Bram Heyns" userId="7a623cc0-5b6c-43c7-88a0-ff55db19c79e" providerId="ADAL" clId="{DBE576AF-F76A-4937-8CB3-F74CD1AA1C84}" dt="2026-10-15T16:25:25.023" v="395" actId="20577"/>
          <ac:spMkLst>
            <pc:docMk/>
            <pc:sldMk cId="2369322002" sldId="396"/>
            <ac:spMk id="2" creationId="{E60CCA2D-C650-F50E-B098-61F3405CF899}"/>
          </ac:spMkLst>
        </pc:spChg>
        <pc:spChg chg="del mod">
          <ac:chgData name="Bram Heyns" userId="7a623cc0-5b6c-43c7-88a0-ff55db19c79e" providerId="ADAL" clId="{DBE576AF-F76A-4937-8CB3-F74CD1AA1C84}" dt="2026-10-15T16:28:43.011" v="399" actId="478"/>
          <ac:spMkLst>
            <pc:docMk/>
            <pc:sldMk cId="2369322002" sldId="396"/>
            <ac:spMk id="4" creationId="{D09CB82F-9363-DF73-E9DD-36F9E713AE7A}"/>
          </ac:spMkLst>
        </pc:spChg>
        <pc:picChg chg="del">
          <ac:chgData name="Bram Heyns" userId="7a623cc0-5b6c-43c7-88a0-ff55db19c79e" providerId="ADAL" clId="{DBE576AF-F76A-4937-8CB3-F74CD1AA1C84}" dt="2026-10-15T16:25:11.342" v="354" actId="478"/>
          <ac:picMkLst>
            <pc:docMk/>
            <pc:sldMk cId="2369322002" sldId="396"/>
            <ac:picMk id="5" creationId="{13EE36C5-22F9-AEAB-65AA-387B81515EAD}"/>
          </ac:picMkLst>
        </pc:picChg>
        <pc:picChg chg="del">
          <ac:chgData name="Bram Heyns" userId="7a623cc0-5b6c-43c7-88a0-ff55db19c79e" providerId="ADAL" clId="{DBE576AF-F76A-4937-8CB3-F74CD1AA1C84}" dt="2026-10-15T16:25:12.062" v="355" actId="478"/>
          <ac:picMkLst>
            <pc:docMk/>
            <pc:sldMk cId="2369322002" sldId="396"/>
            <ac:picMk id="6" creationId="{C39F2119-44A0-9D04-69A8-5331D3ABA296}"/>
          </ac:picMkLst>
        </pc:picChg>
        <pc:picChg chg="mod">
          <ac:chgData name="Bram Heyns" userId="7a623cc0-5b6c-43c7-88a0-ff55db19c79e" providerId="ADAL" clId="{DBE576AF-F76A-4937-8CB3-F74CD1AA1C84}" dt="2026-10-15T16:31:02.359" v="403" actId="14100"/>
          <ac:picMkLst>
            <pc:docMk/>
            <pc:sldMk cId="2369322002" sldId="396"/>
            <ac:picMk id="7" creationId="{4BC011B2-394D-01B3-E522-0D6B6D2E25C0}"/>
          </ac:picMkLst>
        </pc:picChg>
        <pc:picChg chg="add del mod">
          <ac:chgData name="Bram Heyns" userId="7a623cc0-5b6c-43c7-88a0-ff55db19c79e" providerId="ADAL" clId="{DBE576AF-F76A-4937-8CB3-F74CD1AA1C84}" dt="2026-10-15T16:29:05.708" v="400" actId="478"/>
          <ac:picMkLst>
            <pc:docMk/>
            <pc:sldMk cId="2369322002" sldId="396"/>
            <ac:picMk id="9" creationId="{0C7A9F48-1A38-D2D3-7E46-C3E7F6A4984B}"/>
          </ac:picMkLst>
        </pc:picChg>
        <pc:picChg chg="add mod">
          <ac:chgData name="Bram Heyns" userId="7a623cc0-5b6c-43c7-88a0-ff55db19c79e" providerId="ADAL" clId="{DBE576AF-F76A-4937-8CB3-F74CD1AA1C84}" dt="2026-10-15T16:34:55.651" v="414" actId="1076"/>
          <ac:picMkLst>
            <pc:docMk/>
            <pc:sldMk cId="2369322002" sldId="396"/>
            <ac:picMk id="11" creationId="{E729559C-B99D-1729-49D9-493999D01BEF}"/>
          </ac:picMkLst>
        </pc:picChg>
        <pc:picChg chg="add mod">
          <ac:chgData name="Bram Heyns" userId="7a623cc0-5b6c-43c7-88a0-ff55db19c79e" providerId="ADAL" clId="{DBE576AF-F76A-4937-8CB3-F74CD1AA1C84}" dt="2026-10-15T16:34:16.342" v="413" actId="1076"/>
          <ac:picMkLst>
            <pc:docMk/>
            <pc:sldMk cId="2369322002" sldId="396"/>
            <ac:picMk id="13" creationId="{15FB1E56-271A-559F-F6BD-006D2103A28D}"/>
          </ac:picMkLst>
        </pc:picChg>
      </pc:sldChg>
      <pc:sldChg chg="modSp add del mod">
        <pc:chgData name="Bram Heyns" userId="7a623cc0-5b6c-43c7-88a0-ff55db19c79e" providerId="ADAL" clId="{DBE576AF-F76A-4937-8CB3-F74CD1AA1C84}" dt="2026-10-15T10:36:47.655" v="66" actId="47"/>
        <pc:sldMkLst>
          <pc:docMk/>
          <pc:sldMk cId="1297986241" sldId="449"/>
        </pc:sldMkLst>
        <pc:spChg chg="mod">
          <ac:chgData name="Bram Heyns" userId="7a623cc0-5b6c-43c7-88a0-ff55db19c79e" providerId="ADAL" clId="{DBE576AF-F76A-4937-8CB3-F74CD1AA1C84}" dt="2026-10-15T09:59:58.518" v="54" actId="1076"/>
          <ac:spMkLst>
            <pc:docMk/>
            <pc:sldMk cId="1297986241" sldId="449"/>
            <ac:spMk id="2" creationId="{5B719355-F2AC-931E-C9E2-0A7DD58B96DD}"/>
          </ac:spMkLst>
        </pc:spChg>
        <pc:grpChg chg="mod">
          <ac:chgData name="Bram Heyns" userId="7a623cc0-5b6c-43c7-88a0-ff55db19c79e" providerId="ADAL" clId="{DBE576AF-F76A-4937-8CB3-F74CD1AA1C84}" dt="2026-10-15T09:59:51.047" v="53" actId="1076"/>
          <ac:grpSpMkLst>
            <pc:docMk/>
            <pc:sldMk cId="1297986241" sldId="449"/>
            <ac:grpSpMk id="6" creationId="{25C38082-88E5-DE0B-2172-A02D5B837B24}"/>
          </ac:grpSpMkLst>
        </pc:grpChg>
        <pc:picChg chg="mod">
          <ac:chgData name="Bram Heyns" userId="7a623cc0-5b6c-43c7-88a0-ff55db19c79e" providerId="ADAL" clId="{DBE576AF-F76A-4937-8CB3-F74CD1AA1C84}" dt="2026-10-15T09:59:51.047" v="53" actId="1076"/>
          <ac:picMkLst>
            <pc:docMk/>
            <pc:sldMk cId="1297986241" sldId="449"/>
            <ac:picMk id="7" creationId="{DBFD3787-4F58-8FEF-1D67-045D20293E3C}"/>
          </ac:picMkLst>
        </pc:picChg>
        <pc:picChg chg="mod">
          <ac:chgData name="Bram Heyns" userId="7a623cc0-5b6c-43c7-88a0-ff55db19c79e" providerId="ADAL" clId="{DBE576AF-F76A-4937-8CB3-F74CD1AA1C84}" dt="2026-10-15T09:59:51.047" v="53" actId="1076"/>
          <ac:picMkLst>
            <pc:docMk/>
            <pc:sldMk cId="1297986241" sldId="449"/>
            <ac:picMk id="8" creationId="{CEDA018D-0078-E67E-931B-2F509AC2D73A}"/>
          </ac:picMkLst>
        </pc:picChg>
        <pc:picChg chg="mod">
          <ac:chgData name="Bram Heyns" userId="7a623cc0-5b6c-43c7-88a0-ff55db19c79e" providerId="ADAL" clId="{DBE576AF-F76A-4937-8CB3-F74CD1AA1C84}" dt="2026-10-15T09:59:51.047" v="53" actId="1076"/>
          <ac:picMkLst>
            <pc:docMk/>
            <pc:sldMk cId="1297986241" sldId="449"/>
            <ac:picMk id="9" creationId="{96640DF6-DE30-44AA-E28D-D3F2E7FAAC30}"/>
          </ac:picMkLst>
        </pc:picChg>
        <pc:picChg chg="mod">
          <ac:chgData name="Bram Heyns" userId="7a623cc0-5b6c-43c7-88a0-ff55db19c79e" providerId="ADAL" clId="{DBE576AF-F76A-4937-8CB3-F74CD1AA1C84}" dt="2026-10-15T09:59:51.047" v="53" actId="1076"/>
          <ac:picMkLst>
            <pc:docMk/>
            <pc:sldMk cId="1297986241" sldId="449"/>
            <ac:picMk id="10" creationId="{D0919965-34D8-5B93-EFAD-D1526857ED91}"/>
          </ac:picMkLst>
        </pc:picChg>
        <pc:picChg chg="mod">
          <ac:chgData name="Bram Heyns" userId="7a623cc0-5b6c-43c7-88a0-ff55db19c79e" providerId="ADAL" clId="{DBE576AF-F76A-4937-8CB3-F74CD1AA1C84}" dt="2026-10-15T09:59:51.047" v="53" actId="1076"/>
          <ac:picMkLst>
            <pc:docMk/>
            <pc:sldMk cId="1297986241" sldId="449"/>
            <ac:picMk id="11" creationId="{4A9C0D47-BF17-D766-CE41-A78BADFB94C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A48A47-6F86-D356-ACBD-0D844FD9121B}"/>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BE"/>
          </a:p>
        </p:txBody>
      </p:sp>
      <p:sp>
        <p:nvSpPr>
          <p:cNvPr id="3" name="Date Placeholder 2">
            <a:extLst>
              <a:ext uri="{FF2B5EF4-FFF2-40B4-BE49-F238E27FC236}">
                <a16:creationId xmlns:a16="http://schemas.microsoft.com/office/drawing/2014/main" id="{59428466-DAF5-54C0-BFF8-A25664BB39E7}"/>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32B964AC-A196-9C4B-919C-AE1BA74BA2FA}" type="datetimeFigureOut">
              <a:rPr lang="en-BE" smtClean="0"/>
              <a:t>10/15/2026</a:t>
            </a:fld>
            <a:endParaRPr lang="en-BE"/>
          </a:p>
        </p:txBody>
      </p:sp>
      <p:sp>
        <p:nvSpPr>
          <p:cNvPr id="4" name="Footer Placeholder 3">
            <a:extLst>
              <a:ext uri="{FF2B5EF4-FFF2-40B4-BE49-F238E27FC236}">
                <a16:creationId xmlns:a16="http://schemas.microsoft.com/office/drawing/2014/main" id="{0388CF3F-EC6F-E90E-AD7C-33D0FB690519}"/>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BE"/>
          </a:p>
        </p:txBody>
      </p:sp>
      <p:sp>
        <p:nvSpPr>
          <p:cNvPr id="5" name="Slide Number Placeholder 4">
            <a:extLst>
              <a:ext uri="{FF2B5EF4-FFF2-40B4-BE49-F238E27FC236}">
                <a16:creationId xmlns:a16="http://schemas.microsoft.com/office/drawing/2014/main" id="{E896A4AB-6A5E-CA7E-FEEA-3AAD53032F28}"/>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C29F85AF-D26E-7D48-A14F-8297A1F24B98}" type="slidenum">
              <a:rPr lang="en-BE" smtClean="0"/>
              <a:t>‹#›</a:t>
            </a:fld>
            <a:endParaRPr lang="en-BE"/>
          </a:p>
        </p:txBody>
      </p:sp>
    </p:spTree>
    <p:extLst>
      <p:ext uri="{BB962C8B-B14F-4D97-AF65-F5344CB8AC3E}">
        <p14:creationId xmlns:p14="http://schemas.microsoft.com/office/powerpoint/2010/main" val="373324476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24" userDrawn="1">
          <p15:clr>
            <a:srgbClr val="F26B43"/>
          </p15:clr>
        </p15:guide>
        <p15:guide id="2" pos="230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BE"/>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504FA4B-84DA-7E48-8B60-FE26A9A71E4A}" type="datetimeFigureOut">
              <a:rPr lang="en-BE" smtClean="0"/>
              <a:t>10/15/2026</a:t>
            </a:fld>
            <a:endParaRPr lang="en-BE"/>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BE"/>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BE"/>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B1BED02-5B17-F240-BA3D-A18F101907BD}" type="slidenum">
              <a:rPr lang="en-BE" smtClean="0"/>
              <a:t>‹#›</a:t>
            </a:fld>
            <a:endParaRPr lang="en-BE"/>
          </a:p>
        </p:txBody>
      </p:sp>
    </p:spTree>
    <p:extLst>
      <p:ext uri="{BB962C8B-B14F-4D97-AF65-F5344CB8AC3E}">
        <p14:creationId xmlns:p14="http://schemas.microsoft.com/office/powerpoint/2010/main" val="371347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earn.microsoft.com/en-us/azure/databricks/lakehouse/medallion"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vpro.nl/programmas/tegenlicht/kijk/afleveringen/2021-2022/handel-in-voorkennis.html"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https://arxiv.org/abs/2108.07258
- https://fontawesome.com/license/free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a:effectLst/>
                <a:latin typeface="var(--font-din)"/>
              </a:rPr>
              <a:t>1. Volume:</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 The name ‘Big Data’ itself is related to a size which is enormous.</a:t>
            </a:r>
          </a:p>
          <a:p>
            <a:pPr marL="181240" indent="-181240" fontAlgn="base">
              <a:buFont typeface="Arial" panose="020B0604020202020204" pitchFamily="34" charset="0"/>
              <a:buChar char="•"/>
            </a:pPr>
            <a:r>
              <a:rPr lang="en-US" b="0" i="0">
                <a:effectLst/>
                <a:latin typeface="var(--font-din)"/>
              </a:rPr>
              <a:t> Volume is a huge amount of data.</a:t>
            </a:r>
          </a:p>
          <a:p>
            <a:pPr marL="181240" indent="-181240" fontAlgn="base">
              <a:buFont typeface="Arial" panose="020B0604020202020204" pitchFamily="34" charset="0"/>
              <a:buChar char="•"/>
            </a:pPr>
            <a:r>
              <a:rPr lang="en-US" b="0" i="0">
                <a:effectLst/>
                <a:latin typeface="var(--font-din)"/>
              </a:rPr>
              <a:t> To determine the value of data, size of data plays a very crucial role. If the volume of data is very large then it is actually considered as a ‘Big Data’. This means whether a particular data can actually be considered as a Big Data or not, is dependent upon the volume of data.</a:t>
            </a:r>
          </a:p>
          <a:p>
            <a:pPr marL="181240" indent="-181240" fontAlgn="base">
              <a:buFont typeface="Arial" panose="020B0604020202020204" pitchFamily="34" charset="0"/>
              <a:buChar char="•"/>
            </a:pPr>
            <a:r>
              <a:rPr lang="en-US" b="0" i="0">
                <a:effectLst/>
                <a:latin typeface="var(--font-din)"/>
              </a:rPr>
              <a:t> Hence while dealing with Big Data it is necessary to consider a characteristic ‘Volume’.</a:t>
            </a:r>
          </a:p>
          <a:p>
            <a:pPr marL="181240" indent="-181240" fontAlgn="base">
              <a:buFont typeface="Arial" panose="020B0604020202020204" pitchFamily="34" charset="0"/>
              <a:buChar char="•"/>
            </a:pPr>
            <a:r>
              <a:rPr lang="en-US" b="0" i="1">
                <a:effectLst/>
                <a:latin typeface="var(--font-din)"/>
              </a:rPr>
              <a:t> Example:</a:t>
            </a:r>
            <a:r>
              <a:rPr lang="en-US" b="0" i="0">
                <a:effectLst/>
                <a:latin typeface="var(--font-din)"/>
              </a:rPr>
              <a:t> In the year 2016, the estimated global mobile traffic was 6.2 Exabytes(6.2 billion GB) per month. Also, by the year 2020 we will have almost 40000 ExaBytes of data.</a:t>
            </a:r>
          </a:p>
          <a:p>
            <a:pPr algn="l" fontAlgn="base"/>
            <a:r>
              <a:rPr lang="en-US" b="1" i="0">
                <a:effectLst/>
                <a:latin typeface="var(--font-din)"/>
              </a:rPr>
              <a:t>2. Velocity:</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Velocity refers to the high speed of accumulation of data.</a:t>
            </a:r>
          </a:p>
          <a:p>
            <a:pPr marL="181240" indent="-181240" fontAlgn="base">
              <a:buFont typeface="Arial" panose="020B0604020202020204" pitchFamily="34" charset="0"/>
              <a:buChar char="•"/>
            </a:pPr>
            <a:r>
              <a:rPr lang="en-US" b="0" i="0">
                <a:effectLst/>
                <a:latin typeface="var(--font-din)"/>
              </a:rPr>
              <a:t>In Big Data velocity data flows in from sources like machines, networks, social media, mobile phones etc.</a:t>
            </a:r>
          </a:p>
          <a:p>
            <a:pPr marL="181240" indent="-181240" fontAlgn="base">
              <a:buFont typeface="Arial" panose="020B0604020202020204" pitchFamily="34" charset="0"/>
              <a:buChar char="•"/>
            </a:pPr>
            <a:r>
              <a:rPr lang="en-US" b="0" i="0">
                <a:effectLst/>
                <a:latin typeface="var(--font-din)"/>
              </a:rPr>
              <a:t>There is a massive and continuous flow of data. This determines the potential of data that how fast the data is generated and processed to meet the demands.</a:t>
            </a:r>
          </a:p>
          <a:p>
            <a:pPr marL="181240" indent="-181240" fontAlgn="base">
              <a:buFont typeface="Arial" panose="020B0604020202020204" pitchFamily="34" charset="0"/>
              <a:buChar char="•"/>
            </a:pPr>
            <a:r>
              <a:rPr lang="en-US" b="0" i="0">
                <a:effectLst/>
                <a:latin typeface="var(--font-din)"/>
              </a:rPr>
              <a:t>Sampling data can help in dealing with the issue like ‘velocity’.</a:t>
            </a:r>
          </a:p>
          <a:p>
            <a:pPr marL="181240" indent="-181240" fontAlgn="base">
              <a:buFont typeface="Arial" panose="020B0604020202020204" pitchFamily="34" charset="0"/>
              <a:buChar char="•"/>
            </a:pPr>
            <a:r>
              <a:rPr lang="en-US" b="0" i="1">
                <a:effectLst/>
                <a:latin typeface="var(--font-din)"/>
              </a:rPr>
              <a:t>Example:</a:t>
            </a:r>
            <a:r>
              <a:rPr lang="en-US" b="0" i="0">
                <a:effectLst/>
                <a:latin typeface="var(--font-din)"/>
              </a:rPr>
              <a:t> There are more than 3.5 billion searches per day are made on Google. Also, FaceBook users are increasing by 22%(Approx.) year by year.</a:t>
            </a:r>
          </a:p>
          <a:p>
            <a:pPr algn="l" fontAlgn="base"/>
            <a:r>
              <a:rPr lang="en-US" b="1" i="0">
                <a:effectLst/>
                <a:latin typeface="var(--font-din)"/>
              </a:rPr>
              <a:t>3. Variety:</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It refers to nature of data that is structured, semi-structured and unstructured data.</a:t>
            </a:r>
          </a:p>
          <a:p>
            <a:pPr marL="181240" indent="-181240" fontAlgn="base">
              <a:buFont typeface="Arial" panose="020B0604020202020204" pitchFamily="34" charset="0"/>
              <a:buChar char="•"/>
            </a:pPr>
            <a:r>
              <a:rPr lang="en-US" b="0" i="0">
                <a:effectLst/>
                <a:latin typeface="var(--font-din)"/>
              </a:rPr>
              <a:t>It also refers to heterogeneous sources.</a:t>
            </a:r>
          </a:p>
          <a:p>
            <a:pPr marL="181240" indent="-181240" fontAlgn="base">
              <a:buFont typeface="Arial" panose="020B0604020202020204" pitchFamily="34" charset="0"/>
              <a:buChar char="•"/>
            </a:pPr>
            <a:r>
              <a:rPr lang="en-US" b="0" i="0">
                <a:effectLst/>
                <a:latin typeface="var(--font-din)"/>
              </a:rPr>
              <a:t>Variety is basically the arrival of data from new sources that are both inside and outside of an enterprise. It can be structured, semi-structured and unstructured.</a:t>
            </a:r>
          </a:p>
          <a:p>
            <a:pPr marL="785372" lvl="1" indent="-302066" fontAlgn="base">
              <a:buFont typeface="Arial" panose="020B0604020202020204" pitchFamily="34" charset="0"/>
              <a:buChar char="•"/>
            </a:pPr>
            <a:r>
              <a:rPr lang="en-US" b="1" i="0">
                <a:effectLst/>
                <a:latin typeface="var(--font-din)"/>
              </a:rPr>
              <a:t>Structured data</a:t>
            </a:r>
            <a:r>
              <a:rPr lang="en-US" b="0" i="0">
                <a:effectLst/>
                <a:latin typeface="var(--font-din)"/>
              </a:rPr>
              <a:t>: This data is basically an organized data. It generally refers to data that has defined the length and format of data.</a:t>
            </a:r>
          </a:p>
          <a:p>
            <a:pPr marL="785372" lvl="1" indent="-302066" fontAlgn="base">
              <a:buFont typeface="Arial" panose="020B0604020202020204" pitchFamily="34" charset="0"/>
              <a:buChar char="•"/>
            </a:pPr>
            <a:r>
              <a:rPr lang="en-US" b="1" i="0">
                <a:effectLst/>
                <a:latin typeface="var(--font-din)"/>
              </a:rPr>
              <a:t>Semi- Structured data</a:t>
            </a:r>
            <a:r>
              <a:rPr lang="en-US" b="0" i="0">
                <a:effectLst/>
                <a:latin typeface="var(--font-din)"/>
              </a:rPr>
              <a:t>: This data is basically a semi-organised data. It is generally a form of data that do not conform to the formal structure of data. Log files are the examples of this type of data.</a:t>
            </a:r>
          </a:p>
          <a:p>
            <a:pPr marL="785372" lvl="1" indent="-302066" fontAlgn="base">
              <a:buFont typeface="Arial" panose="020B0604020202020204" pitchFamily="34" charset="0"/>
              <a:buChar char="•"/>
            </a:pPr>
            <a:r>
              <a:rPr lang="en-US" b="1" i="0">
                <a:effectLst/>
                <a:latin typeface="var(--font-din)"/>
              </a:rPr>
              <a:t>Unstructured data</a:t>
            </a:r>
            <a:r>
              <a:rPr lang="en-US" b="0" i="0">
                <a:effectLst/>
                <a:latin typeface="var(--font-din)"/>
              </a:rPr>
              <a:t>: This data basically refers to unorganized data. It generally refers to data that doesn’t fit neatly into the traditional row and column structure of the relational database. Texts, pictures, videos etc. are the examples of unstructured data which can’t be stored in the form of rows and columns.</a:t>
            </a:r>
          </a:p>
          <a:p>
            <a:pPr algn="l" fontAlgn="base"/>
            <a:r>
              <a:rPr lang="en-US" b="1" i="0">
                <a:effectLst/>
                <a:latin typeface="var(--font-din)"/>
              </a:rPr>
              <a:t>4. Veracity:</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It refers to inconsistencies and uncertainty in data, that is data which is available can sometimes get messy and quality and accuracy are difficult to control. </a:t>
            </a:r>
            <a:r>
              <a:rPr lang="en-US" b="0" i="0">
                <a:solidFill>
                  <a:srgbClr val="003054"/>
                </a:solidFill>
                <a:effectLst/>
                <a:latin typeface="Nunito Sans"/>
              </a:rPr>
              <a:t>When it comes to the accuracy of big data, it’s not just the quality of the data itself but how trustworthy the data source, type, and processing of it is. Removing things like bias, abnormalities or inconsistencies, duplication, and volatility are just a few aspects that factor into improving the accuracy of big data.</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Big Data is also variable because of the multitude of data dimensions resulting from multiple disparate data types and sources.</a:t>
            </a:r>
          </a:p>
          <a:p>
            <a:pPr marL="181240" indent="-181240" fontAlgn="base">
              <a:buFont typeface="Arial" panose="020B0604020202020204" pitchFamily="34" charset="0"/>
              <a:buChar char="•"/>
            </a:pPr>
            <a:r>
              <a:rPr lang="en-US" b="0" i="1">
                <a:effectLst/>
                <a:latin typeface="var(--font-din)"/>
              </a:rPr>
              <a:t>Example:</a:t>
            </a:r>
            <a:r>
              <a:rPr lang="en-US" b="0" i="0">
                <a:effectLst/>
                <a:latin typeface="var(--font-din)"/>
              </a:rPr>
              <a:t> Data in bulk could create confusion whereas less amount of data could convey half or Incomplete Information.</a:t>
            </a:r>
          </a:p>
          <a:p>
            <a:pPr algn="l" fontAlgn="base">
              <a:buFont typeface="Arial" panose="020B0604020202020204" pitchFamily="34" charset="0"/>
              <a:buChar char="•"/>
            </a:pPr>
            <a:endParaRPr lang="en-US" b="0" i="0">
              <a:effectLst/>
              <a:latin typeface="var(--font-din)"/>
            </a:endParaRPr>
          </a:p>
          <a:p>
            <a:pPr algn="l" fontAlgn="base"/>
            <a:r>
              <a:rPr lang="en-US" b="1" i="0">
                <a:effectLst/>
                <a:latin typeface="var(--font-din)"/>
              </a:rPr>
              <a:t>5. Value:</a:t>
            </a:r>
            <a:endParaRPr lang="en-US" b="0" i="0">
              <a:effectLst/>
              <a:latin typeface="var(--font-din)"/>
            </a:endParaRPr>
          </a:p>
          <a:p>
            <a:pPr marL="181240" indent="-181240" fontAlgn="base">
              <a:buFont typeface="Arial" panose="020B0604020202020204" pitchFamily="34" charset="0"/>
              <a:buChar char="•"/>
            </a:pPr>
            <a:r>
              <a:rPr lang="en-US" b="0" i="0">
                <a:effectLst/>
                <a:latin typeface="var(--font-din)"/>
              </a:rPr>
              <a:t>After having the 4 V’s into account there comes one more V which stands for Value!. The bulk of Data having no Value is of no good to the company, unless you turn it into something useful.</a:t>
            </a:r>
          </a:p>
          <a:p>
            <a:pPr marL="181240" indent="-181240" fontAlgn="base">
              <a:buFont typeface="Arial" panose="020B0604020202020204" pitchFamily="34" charset="0"/>
              <a:buChar char="•"/>
            </a:pPr>
            <a:r>
              <a:rPr lang="en-US" b="0" i="0">
                <a:effectLst/>
                <a:latin typeface="var(--font-din)"/>
              </a:rPr>
              <a:t>Data in itself is of no use or importance but it needs to be converted into something valuable to extract Information. Hence, you can state that Value! is the most important V of all the 5V’s.</a:t>
            </a:r>
          </a:p>
          <a:p>
            <a:endParaRPr lang="en-US"/>
          </a:p>
        </p:txBody>
      </p:sp>
      <p:sp>
        <p:nvSpPr>
          <p:cNvPr id="4" name="Slide Number Placeholder 3"/>
          <p:cNvSpPr>
            <a:spLocks noGrp="1"/>
          </p:cNvSpPr>
          <p:nvPr>
            <p:ph type="sldNum" sz="quarter" idx="5"/>
          </p:nvPr>
        </p:nvSpPr>
        <p:spPr/>
        <p:txBody>
          <a:bodyPr/>
          <a:lstStyle/>
          <a:p>
            <a:fld id="{FB1BED02-5B17-F240-BA3D-A18F101907BD}" type="slidenum">
              <a:rPr lang="en-BE" smtClean="0"/>
              <a:t>9</a:t>
            </a:fld>
            <a:endParaRPr lang="en-BE"/>
          </a:p>
        </p:txBody>
      </p:sp>
    </p:spTree>
    <p:extLst>
      <p:ext uri="{BB962C8B-B14F-4D97-AF65-F5344CB8AC3E}">
        <p14:creationId xmlns:p14="http://schemas.microsoft.com/office/powerpoint/2010/main" val="1987802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https://fontawesome.com/license/free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Abstracts Complexity</a:t>
            </a:r>
          </a:p>
          <a:p>
            <a:r>
              <a:rPr lang="en-US" dirty="0"/>
              <a:t>APIs hide the complexity of raw file formats (e.g., Parquet, ORC) and storage systems (e.g., S3, ADLS).</a:t>
            </a:r>
          </a:p>
          <a:p>
            <a:r>
              <a:rPr lang="en-US" dirty="0"/>
              <a:t>Consumers interact with data through clean, consistent endpoints (e.g., </a:t>
            </a:r>
            <a:r>
              <a:rPr lang="en-US" sz="1200" kern="1200" dirty="0">
                <a:solidFill>
                  <a:schemeClr val="tx1"/>
                </a:solidFill>
                <a:latin typeface="+mn-lt"/>
                <a:ea typeface="+mn-ea"/>
                <a:cs typeface="+mn-cs"/>
              </a:rPr>
              <a:t>/sales/summary</a:t>
            </a:r>
            <a:r>
              <a:rPr lang="en-US" dirty="0"/>
              <a:t>, </a:t>
            </a:r>
            <a:r>
              <a:rPr lang="en-US" sz="1200" kern="1200" dirty="0">
                <a:solidFill>
                  <a:schemeClr val="tx1"/>
                </a:solidFill>
                <a:latin typeface="+mn-lt"/>
                <a:ea typeface="+mn-ea"/>
                <a:cs typeface="+mn-cs"/>
              </a:rPr>
              <a:t>/users/active</a:t>
            </a:r>
            <a:r>
              <a:rPr lang="en-US" dirty="0"/>
              <a:t>).</a:t>
            </a:r>
          </a:p>
          <a:p>
            <a:r>
              <a:rPr lang="en-US" b="1" dirty="0"/>
              <a:t>✅ Enforces Governance</a:t>
            </a:r>
          </a:p>
          <a:p>
            <a:r>
              <a:rPr lang="en-US" dirty="0"/>
              <a:t>APIs can enforce </a:t>
            </a:r>
            <a:r>
              <a:rPr lang="en-US" b="1" dirty="0"/>
              <a:t>access control</a:t>
            </a:r>
            <a:r>
              <a:rPr lang="en-US" dirty="0"/>
              <a:t>, </a:t>
            </a:r>
            <a:r>
              <a:rPr lang="en-US" b="1" dirty="0"/>
              <a:t>auditing</a:t>
            </a:r>
            <a:r>
              <a:rPr lang="en-US" dirty="0"/>
              <a:t>, and </a:t>
            </a:r>
            <a:r>
              <a:rPr lang="en-US" b="1" dirty="0"/>
              <a:t>data masking</a:t>
            </a:r>
            <a:r>
              <a:rPr lang="en-US" dirty="0"/>
              <a:t> at the interface level.</a:t>
            </a:r>
          </a:p>
          <a:p>
            <a:r>
              <a:rPr lang="en-US" dirty="0"/>
              <a:t>This ensures that governance policies defined in the metadata layer are respected in every data interaction.</a:t>
            </a:r>
          </a:p>
          <a:p>
            <a:r>
              <a:rPr lang="en-US" b="1" dirty="0"/>
              <a:t>✅ Enables Real-Time &amp; Interactive Access</a:t>
            </a:r>
          </a:p>
          <a:p>
            <a:r>
              <a:rPr lang="en-US" dirty="0"/>
              <a:t>Unlike batch-oriented data lakes, APIs can expose </a:t>
            </a:r>
            <a:r>
              <a:rPr lang="en-US" b="1" dirty="0"/>
              <a:t>real-time</a:t>
            </a:r>
            <a:r>
              <a:rPr lang="en-US" dirty="0"/>
              <a:t> or </a:t>
            </a:r>
            <a:r>
              <a:rPr lang="en-US" b="1" dirty="0"/>
              <a:t>on-demand</a:t>
            </a:r>
            <a:r>
              <a:rPr lang="en-US" dirty="0"/>
              <a:t> data access.</a:t>
            </a:r>
          </a:p>
          <a:p>
            <a:r>
              <a:rPr lang="en-US" dirty="0"/>
              <a:t>This is crucial for </a:t>
            </a:r>
            <a:r>
              <a:rPr lang="en-US" b="1" dirty="0"/>
              <a:t>dashboards</a:t>
            </a:r>
            <a:r>
              <a:rPr lang="en-US" dirty="0"/>
              <a:t>, </a:t>
            </a:r>
            <a:r>
              <a:rPr lang="en-US" b="1" dirty="0"/>
              <a:t>apps</a:t>
            </a:r>
            <a:r>
              <a:rPr lang="en-US" dirty="0"/>
              <a:t>, or </a:t>
            </a:r>
            <a:r>
              <a:rPr lang="en-US" b="1" dirty="0"/>
              <a:t>ML inference pipelines</a:t>
            </a:r>
            <a:r>
              <a:rPr lang="en-US" dirty="0"/>
              <a:t>.</a:t>
            </a:r>
          </a:p>
          <a:p>
            <a:r>
              <a:rPr lang="en-US" b="1" dirty="0"/>
              <a:t>✅ Supports Interoperability</a:t>
            </a:r>
          </a:p>
          <a:p>
            <a:r>
              <a:rPr lang="en-US" dirty="0"/>
              <a:t>APIs allow integration with external tools (e.g., Power BI, Tableau, </a:t>
            </a:r>
            <a:r>
              <a:rPr lang="en-US" dirty="0" err="1"/>
              <a:t>Jupyter</a:t>
            </a:r>
            <a:r>
              <a:rPr lang="en-US" dirty="0"/>
              <a:t>, </a:t>
            </a:r>
            <a:r>
              <a:rPr lang="en-US" dirty="0" err="1"/>
              <a:t>LangChain</a:t>
            </a:r>
            <a:r>
              <a:rPr lang="en-US" dirty="0"/>
              <a:t> agents) without tight coupling to the storage layer.</a:t>
            </a:r>
          </a:p>
          <a:p>
            <a:r>
              <a:rPr lang="en-US" dirty="0"/>
              <a:t>This aligns with </a:t>
            </a:r>
            <a:r>
              <a:rPr lang="en-US" b="1" dirty="0"/>
              <a:t>data mesh</a:t>
            </a:r>
            <a:r>
              <a:rPr lang="en-US" dirty="0"/>
              <a:t> and </a:t>
            </a:r>
            <a:r>
              <a:rPr lang="en-US" b="1" dirty="0"/>
              <a:t>data product</a:t>
            </a:r>
            <a:r>
              <a:rPr lang="en-US" dirty="0"/>
              <a:t> thinking.</a:t>
            </a:r>
          </a:p>
          <a:p>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37</a:t>
            </a:fld>
            <a:endParaRPr lang="en-BE"/>
          </a:p>
        </p:txBody>
      </p:sp>
    </p:spTree>
    <p:extLst>
      <p:ext uri="{BB962C8B-B14F-4D97-AF65-F5344CB8AC3E}">
        <p14:creationId xmlns:p14="http://schemas.microsoft.com/office/powerpoint/2010/main" val="204088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data </a:t>
            </a:r>
            <a:r>
              <a:rPr lang="en-US" b="1" dirty="0" err="1"/>
              <a:t>lakehouse</a:t>
            </a:r>
            <a:r>
              <a:rPr lang="en-US" dirty="0"/>
              <a:t> combines the scalability of a data lake with the structure and performance of a data warehouse. The API layer helps complete this transition by:</a:t>
            </a:r>
          </a:p>
          <a:p>
            <a:r>
              <a:rPr lang="en-US" dirty="0"/>
              <a:t>Making </a:t>
            </a:r>
            <a:r>
              <a:rPr lang="en-US" b="1" dirty="0"/>
              <a:t>structured access</a:t>
            </a:r>
            <a:r>
              <a:rPr lang="en-US" dirty="0"/>
              <a:t> to governed data possible</a:t>
            </a:r>
          </a:p>
          <a:p>
            <a:r>
              <a:rPr lang="en-US" dirty="0"/>
              <a:t>Supporting </a:t>
            </a:r>
            <a:r>
              <a:rPr lang="en-US" b="1" dirty="0"/>
              <a:t>SQL-like</a:t>
            </a:r>
            <a:r>
              <a:rPr lang="en-US" dirty="0"/>
              <a:t> or </a:t>
            </a:r>
            <a:r>
              <a:rPr lang="en-US" b="1" dirty="0"/>
              <a:t>RESTful</a:t>
            </a:r>
            <a:r>
              <a:rPr lang="en-US" dirty="0"/>
              <a:t> interfaces</a:t>
            </a:r>
          </a:p>
          <a:p>
            <a:r>
              <a:rPr lang="en-US" dirty="0"/>
              <a:t>Enabling </a:t>
            </a:r>
            <a:r>
              <a:rPr lang="en-US" b="1" dirty="0"/>
              <a:t>data-as-a-service</a:t>
            </a:r>
            <a:r>
              <a:rPr lang="en-US" dirty="0"/>
              <a:t> models</a:t>
            </a:r>
          </a:p>
          <a:p>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38</a:t>
            </a:fld>
            <a:endParaRPr lang="en-BE"/>
          </a:p>
        </p:txBody>
      </p:sp>
    </p:spTree>
    <p:extLst>
      <p:ext uri="{BB962C8B-B14F-4D97-AF65-F5344CB8AC3E}">
        <p14:creationId xmlns:p14="http://schemas.microsoft.com/office/powerpoint/2010/main" val="3594016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a:solidFill>
                  <a:srgbClr val="111111"/>
                </a:solidFill>
                <a:effectLst/>
                <a:latin typeface="-apple-system"/>
              </a:rPr>
              <a:t>Bronze Layer</a:t>
            </a:r>
            <a:r>
              <a:rPr lang="en-US" b="0" i="0">
                <a:solidFill>
                  <a:srgbClr val="111111"/>
                </a:solidFill>
                <a:effectLst/>
                <a:latin typeface="-apple-system"/>
              </a:rPr>
              <a:t>: This is where raw data is ingested. The data in this layer is typically in its original, unprocessed form, which means it can be messy and contain duplicates or errors. The structure of the data here is often </a:t>
            </a:r>
            <a:r>
              <a:rPr lang="en-US" b="1" i="0">
                <a:solidFill>
                  <a:srgbClr val="111111"/>
                </a:solidFill>
                <a:effectLst/>
                <a:latin typeface="-apple-system"/>
              </a:rPr>
              <a:t>denormalized</a:t>
            </a:r>
            <a:r>
              <a:rPr lang="en-US" b="0" i="0">
                <a:solidFill>
                  <a:srgbClr val="111111"/>
                </a:solidFill>
                <a:effectLst/>
                <a:latin typeface="-apple-system"/>
              </a:rPr>
              <a:t>, meaning it might not follow strict database normalization rules and can include redundant information.</a:t>
            </a:r>
          </a:p>
          <a:p>
            <a:pPr algn="l">
              <a:buFont typeface="+mj-lt"/>
              <a:buAutoNum type="arabicPeriod"/>
            </a:pPr>
            <a:r>
              <a:rPr lang="en-US" b="1" i="0">
                <a:solidFill>
                  <a:srgbClr val="111111"/>
                </a:solidFill>
                <a:effectLst/>
                <a:latin typeface="-apple-system"/>
              </a:rPr>
              <a:t>Silver Layer</a:t>
            </a:r>
            <a:r>
              <a:rPr lang="en-US" b="0" i="0">
                <a:solidFill>
                  <a:srgbClr val="111111"/>
                </a:solidFill>
                <a:effectLst/>
                <a:latin typeface="-apple-system"/>
              </a:rPr>
              <a:t>: In this layer, the data is cleaned, validated, and possibly transformed into a more structured format. This often involves normalizing the data, which means organizing it into tables and relationships that reduce redundancy and improve data integrity. The silver layer aims to create a reliable dataset that can be used for more detailed analysis.</a:t>
            </a:r>
          </a:p>
          <a:p>
            <a:pPr algn="l">
              <a:buFont typeface="+mj-lt"/>
              <a:buAutoNum type="arabicPeriod"/>
            </a:pPr>
            <a:r>
              <a:rPr lang="en-US" b="1" i="0">
                <a:solidFill>
                  <a:srgbClr val="111111"/>
                </a:solidFill>
                <a:effectLst/>
                <a:latin typeface="-apple-system"/>
              </a:rPr>
              <a:t>Gold Layer</a:t>
            </a:r>
            <a:r>
              <a:rPr lang="en-US" b="0" i="0">
                <a:solidFill>
                  <a:srgbClr val="111111"/>
                </a:solidFill>
                <a:effectLst/>
                <a:latin typeface="-apple-system"/>
              </a:rPr>
              <a:t>: The gold layer contains the most refined and aggregated data. Here, the data is often </a:t>
            </a:r>
            <a:r>
              <a:rPr lang="en-US" b="1" i="0">
                <a:solidFill>
                  <a:srgbClr val="111111"/>
                </a:solidFill>
                <a:effectLst/>
                <a:latin typeface="-apple-system"/>
              </a:rPr>
              <a:t>denormalized</a:t>
            </a:r>
            <a:r>
              <a:rPr lang="en-US" b="0" i="0">
                <a:solidFill>
                  <a:srgbClr val="111111"/>
                </a:solidFill>
                <a:effectLst/>
                <a:latin typeface="-apple-system"/>
              </a:rPr>
              <a:t> again to optimize it for specific analytical queries and performance.</a:t>
            </a:r>
            <a:r>
              <a:rPr lang="en-US" b="0" i="0" u="none">
                <a:solidFill>
                  <a:srgbClr val="111111"/>
                </a:solidFill>
                <a:effectLst/>
                <a:latin typeface="-apple-system"/>
              </a:rPr>
              <a:t> </a:t>
            </a:r>
            <a:r>
              <a:rPr lang="en-US" b="0" i="0" u="none" baseline="0">
                <a:solidFill>
                  <a:schemeClr val="tx1"/>
                </a:solidFill>
                <a:effectLst/>
                <a:latin typeface="-apple-system"/>
                <a:hlinkClick r:id="rId3">
                  <a:extLst>
                    <a:ext uri="{A12FA001-AC4F-418D-AE19-62706E023703}">
                      <ahyp:hlinkClr xmlns:ahyp="http://schemas.microsoft.com/office/drawing/2018/hyperlinkcolor" val="tx"/>
                    </a:ext>
                  </a:extLst>
                </a:hlinkClick>
              </a:rPr>
              <a:t>Denormalization in this context means combining tables and flattening the data structure to make it easier and faster to query, especially for reporting and machine learning purposes</a:t>
            </a:r>
            <a:endParaRPr lang="en-US" b="0" i="0" u="none" baseline="0">
              <a:solidFill>
                <a:schemeClr val="tx1"/>
              </a:solidFill>
              <a:effectLst/>
              <a:latin typeface="-apple-system"/>
            </a:endParaRPr>
          </a:p>
          <a:p>
            <a:endParaRPr lang="en-US"/>
          </a:p>
        </p:txBody>
      </p:sp>
      <p:sp>
        <p:nvSpPr>
          <p:cNvPr id="4" name="Slide Number Placeholder 3"/>
          <p:cNvSpPr>
            <a:spLocks noGrp="1"/>
          </p:cNvSpPr>
          <p:nvPr>
            <p:ph type="sldNum" sz="quarter" idx="5"/>
          </p:nvPr>
        </p:nvSpPr>
        <p:spPr/>
        <p:txBody>
          <a:bodyPr/>
          <a:lstStyle/>
          <a:p>
            <a:fld id="{FB1BED02-5B17-F240-BA3D-A18F101907BD}" type="slidenum">
              <a:rPr lang="en-BE" smtClean="0"/>
              <a:t>39</a:t>
            </a:fld>
            <a:endParaRPr lang="en-BE"/>
          </a:p>
        </p:txBody>
      </p:sp>
    </p:spTree>
    <p:extLst>
      <p:ext uri="{BB962C8B-B14F-4D97-AF65-F5344CB8AC3E}">
        <p14:creationId xmlns:p14="http://schemas.microsoft.com/office/powerpoint/2010/main" val="1659523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mesh reintroduces some "siloing"</a:t>
            </a:r>
            <a:r>
              <a:rPr lang="en-US" dirty="0"/>
              <a:t>, but it's </a:t>
            </a:r>
            <a:r>
              <a:rPr lang="en-US" b="1" dirty="0"/>
              <a:t>intentional and strategic</a:t>
            </a:r>
            <a:r>
              <a:rPr lang="en-US" dirty="0"/>
              <a:t>—focused on </a:t>
            </a:r>
            <a:r>
              <a:rPr lang="en-US" b="1" dirty="0"/>
              <a:t>domain ownership, privacy, and scalability</a:t>
            </a:r>
            <a:r>
              <a:rPr lang="en-US" dirty="0"/>
              <a:t>, not isolation. It’s about </a:t>
            </a:r>
            <a:r>
              <a:rPr lang="en-US" b="1" dirty="0"/>
              <a:t>federated governance</a:t>
            </a:r>
            <a:r>
              <a:rPr lang="en-US" dirty="0"/>
              <a:t> rather than central control.</a:t>
            </a:r>
          </a:p>
        </p:txBody>
      </p:sp>
      <p:sp>
        <p:nvSpPr>
          <p:cNvPr id="4" name="Slide Number Placeholder 3"/>
          <p:cNvSpPr>
            <a:spLocks noGrp="1"/>
          </p:cNvSpPr>
          <p:nvPr>
            <p:ph type="sldNum" sz="quarter" idx="5"/>
          </p:nvPr>
        </p:nvSpPr>
        <p:spPr/>
        <p:txBody>
          <a:bodyPr/>
          <a:lstStyle/>
          <a:p>
            <a:fld id="{FB1BED02-5B17-F240-BA3D-A18F101907BD}" type="slidenum">
              <a:rPr lang="en-BE" smtClean="0"/>
              <a:t>40</a:t>
            </a:fld>
            <a:endParaRPr lang="en-BE"/>
          </a:p>
        </p:txBody>
      </p:sp>
    </p:spTree>
    <p:extLst>
      <p:ext uri="{BB962C8B-B14F-4D97-AF65-F5344CB8AC3E}">
        <p14:creationId xmlns:p14="http://schemas.microsoft.com/office/powerpoint/2010/main" val="1963341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t>https://www.datacenterdynamics.com/en/opinions/path-ai-connected-government/</a:t>
            </a:r>
          </a:p>
          <a:p>
            <a:endParaRPr lang="en-US"/>
          </a:p>
          <a:p>
            <a:pPr algn="l">
              <a:buFont typeface="+mj-lt"/>
              <a:buAutoNum type="arabicPeriod"/>
            </a:pPr>
            <a:r>
              <a:rPr lang="en-US" b="1" i="0">
                <a:solidFill>
                  <a:srgbClr val="111111"/>
                </a:solidFill>
                <a:effectLst/>
                <a:highlight>
                  <a:srgbClr val="FFFFFF"/>
                </a:highlight>
                <a:latin typeface="-apple-system"/>
              </a:rPr>
              <a:t>Human-in-the-Loop (HITL)</a:t>
            </a:r>
            <a:r>
              <a:rPr lang="en-US" b="0" i="0">
                <a:solidFill>
                  <a:srgbClr val="111111"/>
                </a:solidFill>
                <a:effectLst/>
                <a:highlight>
                  <a:srgbClr val="FFFFFF"/>
                </a:highlight>
                <a:latin typeface="-apple-system"/>
              </a:rPr>
              <a:t>: This approach involves humans actively participating in the AI decision-making process. </a:t>
            </a:r>
            <a:r>
              <a:rPr lang="en-US" b="0" i="0" u="none">
                <a:solidFill>
                  <a:srgbClr val="111111"/>
                </a:solidFill>
                <a:effectLst/>
                <a:highlight>
                  <a:srgbClr val="FFFFFF"/>
                </a:highlight>
                <a:latin typeface="-apple-system"/>
              </a:rPr>
              <a:t>They provide input, validate models, monitor for bias, and make final decisions based on AI recommendations. This ensures accountability and transparency, as humans can intervene and correct the AI’s actions in real-time.</a:t>
            </a:r>
          </a:p>
          <a:p>
            <a:pPr algn="l">
              <a:buFont typeface="+mj-lt"/>
              <a:buAutoNum type="arabicPeriod"/>
            </a:pPr>
            <a:r>
              <a:rPr lang="en-US" b="1" i="0" u="none">
                <a:solidFill>
                  <a:srgbClr val="111111"/>
                </a:solidFill>
                <a:effectLst/>
                <a:highlight>
                  <a:srgbClr val="FFFFFF"/>
                </a:highlight>
                <a:latin typeface="-apple-system"/>
              </a:rPr>
              <a:t>Human-on-the-Loop (HOTL)</a:t>
            </a:r>
            <a:r>
              <a:rPr lang="en-US" b="0" i="0" u="none">
                <a:solidFill>
                  <a:srgbClr val="111111"/>
                </a:solidFill>
                <a:effectLst/>
                <a:highlight>
                  <a:srgbClr val="FFFFFF"/>
                </a:highlight>
                <a:latin typeface="-apple-system"/>
              </a:rPr>
              <a:t>: Here, humans take on a supervisory role. They oversee the AI’s actions and intervene only when necessary. This allows for a balance between automation and human oversight, ensuring that the AI operates within acceptable parameters while still having human control available if needed.</a:t>
            </a:r>
          </a:p>
          <a:p>
            <a:pPr algn="l">
              <a:buFont typeface="+mj-lt"/>
              <a:buAutoNum type="arabicPeriod"/>
            </a:pPr>
            <a:r>
              <a:rPr lang="en-US" b="1" i="0" u="none">
                <a:solidFill>
                  <a:srgbClr val="111111"/>
                </a:solidFill>
                <a:effectLst/>
                <a:highlight>
                  <a:srgbClr val="FFFFFF"/>
                </a:highlight>
                <a:latin typeface="-apple-system"/>
              </a:rPr>
              <a:t>Human-out-of-the-Loop (HOOTL)</a:t>
            </a:r>
            <a:r>
              <a:rPr lang="en-US" b="0" i="0" u="none">
                <a:solidFill>
                  <a:srgbClr val="111111"/>
                </a:solidFill>
                <a:effectLst/>
                <a:highlight>
                  <a:srgbClr val="FFFFFF"/>
                </a:highlight>
                <a:latin typeface="-apple-system"/>
              </a:rPr>
              <a:t>: In this scenario, AI systems operate fully autonomously without human intervention. Wh</a:t>
            </a:r>
            <a:r>
              <a:rPr lang="en-US" b="0" i="0">
                <a:solidFill>
                  <a:srgbClr val="111111"/>
                </a:solidFill>
                <a:effectLst/>
                <a:highlight>
                  <a:srgbClr val="FFFFFF"/>
                </a:highlight>
                <a:latin typeface="-apple-system"/>
              </a:rPr>
              <a:t>ile this can increase efficiency, it also raises concerns about accountability, transparency, and bias, as there is no human oversight to address potential issues.</a:t>
            </a:r>
          </a:p>
          <a:p>
            <a:endParaRPr lang="en-US"/>
          </a:p>
        </p:txBody>
      </p:sp>
      <p:sp>
        <p:nvSpPr>
          <p:cNvPr id="4" name="Slide Number Placeholder 3"/>
          <p:cNvSpPr>
            <a:spLocks noGrp="1"/>
          </p:cNvSpPr>
          <p:nvPr>
            <p:ph type="sldNum" sz="quarter" idx="5"/>
          </p:nvPr>
        </p:nvSpPr>
        <p:spPr/>
        <p:txBody>
          <a:bodyPr/>
          <a:lstStyle/>
          <a:p>
            <a:fld id="{FB1BED02-5B17-F240-BA3D-A18F101907BD}" type="slidenum">
              <a:rPr lang="en-BE" smtClean="0"/>
              <a:t>49</a:t>
            </a:fld>
            <a:endParaRPr lang="en-BE"/>
          </a:p>
        </p:txBody>
      </p:sp>
    </p:spTree>
    <p:extLst>
      <p:ext uri="{BB962C8B-B14F-4D97-AF65-F5344CB8AC3E}">
        <p14:creationId xmlns:p14="http://schemas.microsoft.com/office/powerpoint/2010/main" val="2803154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https://mediareset.com/2015/11/04/big-media-sales-opportunity-take-big-data-to-main-street/</a:t>
            </a:r>
          </a:p>
          <a:p>
            <a:r>
              <a:rPr lang="en-US" dirty="0">
                <a:hlinkClick r:id="rId3"/>
              </a:rPr>
              <a:t>https://www.vpro.nl/programmas/tegenlicht/kijk/afleveringen/2021-2022/handel-in-voorkennis.html</a:t>
            </a:r>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60</a:t>
            </a:fld>
            <a:endParaRPr lang="en-BE"/>
          </a:p>
        </p:txBody>
      </p:sp>
    </p:spTree>
    <p:extLst>
      <p:ext uri="{BB962C8B-B14F-4D97-AF65-F5344CB8AC3E}">
        <p14:creationId xmlns:p14="http://schemas.microsoft.com/office/powerpoint/2010/main" val="1348433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https://www.techtarget.com/whatis/definition/surveillance-capitalism</a:t>
            </a:r>
          </a:p>
          <a:p>
            <a:endParaRPr lang="en-US" dirty="0"/>
          </a:p>
          <a:p>
            <a:r>
              <a:rPr lang="en-US" dirty="0"/>
              <a:t>https://www.vpro.nl/programmas/tegenlicht/kijk/afleveringen/2021-2022/handel-in-voorkennis.html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https://usercentrics.com/knowledge-hub/data-is-the-new-gold-how-and-why-it-is-collected-and-sold/</a:t>
            </a:r>
          </a:p>
          <a:p>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61</a:t>
            </a:fld>
            <a:endParaRPr lang="en-BE"/>
          </a:p>
        </p:txBody>
      </p:sp>
    </p:spTree>
    <p:extLst>
      <p:ext uri="{BB962C8B-B14F-4D97-AF65-F5344CB8AC3E}">
        <p14:creationId xmlns:p14="http://schemas.microsoft.com/office/powerpoint/2010/main" val="1695984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1BED02-5B17-F240-BA3D-A18F101907BD}" type="slidenum">
              <a:rPr lang="en-BE" smtClean="0"/>
              <a:t>63</a:t>
            </a:fld>
            <a:endParaRPr lang="en-BE"/>
          </a:p>
        </p:txBody>
      </p:sp>
    </p:spTree>
    <p:extLst>
      <p:ext uri="{BB962C8B-B14F-4D97-AF65-F5344CB8AC3E}">
        <p14:creationId xmlns:p14="http://schemas.microsoft.com/office/powerpoint/2010/main" val="268366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t>https://www.youtube.com/watch?v=Y6Sgp7y178k&amp;ab_channel=AmanpourandCompany</a:t>
            </a:r>
          </a:p>
          <a:p>
            <a:r>
              <a:rPr lang="en-US"/>
              <a:t>Human brain still has 100x more synapses</a:t>
            </a:r>
          </a:p>
          <a:p>
            <a:r>
              <a:rPr lang="en-US"/>
              <a:t>But…can’t process information that efficiently</a:t>
            </a:r>
          </a:p>
          <a:p>
            <a:endParaRPr lang="en-US"/>
          </a:p>
          <a:p>
            <a:r>
              <a:rPr lang="en-US"/>
              <a:t>So, ANN is way more effective in learning, and because ANN all work alike, they can exchange information at a very high speed…Humans needs words and sentences…</a:t>
            </a:r>
          </a:p>
          <a:p>
            <a:r>
              <a:rPr lang="en-US"/>
              <a:t>But… ANN need way more information than a human brain to train…</a:t>
            </a:r>
          </a:p>
          <a:p>
            <a:endParaRPr lang="en-US"/>
          </a:p>
          <a:p>
            <a:endParaRPr lang="en-US"/>
          </a:p>
        </p:txBody>
      </p:sp>
      <p:sp>
        <p:nvSpPr>
          <p:cNvPr id="4" name="Slide Number Placeholder 3"/>
          <p:cNvSpPr>
            <a:spLocks noGrp="1"/>
          </p:cNvSpPr>
          <p:nvPr>
            <p:ph type="sldNum" sz="quarter" idx="5"/>
          </p:nvPr>
        </p:nvSpPr>
        <p:spPr/>
        <p:txBody>
          <a:bodyPr/>
          <a:lstStyle/>
          <a:p>
            <a:fld id="{FB1BED02-5B17-F240-BA3D-A18F101907BD}" type="slidenum">
              <a:rPr lang="en-BE" smtClean="0"/>
              <a:t>82</a:t>
            </a:fld>
            <a:endParaRPr lang="en-BE"/>
          </a:p>
        </p:txBody>
      </p:sp>
    </p:spTree>
    <p:extLst>
      <p:ext uri="{BB962C8B-B14F-4D97-AF65-F5344CB8AC3E}">
        <p14:creationId xmlns:p14="http://schemas.microsoft.com/office/powerpoint/2010/main" val="2194111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Model distillation is a technique where a smaller, "student" model learns to mimic the behavior and performance of a larger, more complex "teacher" model, transferring knowledge to achieve comparable accuracy with fewer computational resources. The process involves generating "soft targets" (probability distributions over possible outputs) from the teacher model's predictions on a dataset, which the student model then uses to fine-tune its own parameters. This allows the student model to capture complex patterns and relationships from the teacher's outputs, resulting in more efficient, faster, and cost-effective models for deployment</a:t>
            </a:r>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83</a:t>
            </a:fld>
            <a:endParaRPr lang="en-BE"/>
          </a:p>
        </p:txBody>
      </p:sp>
    </p:spTree>
    <p:extLst>
      <p:ext uri="{BB962C8B-B14F-4D97-AF65-F5344CB8AC3E}">
        <p14:creationId xmlns:p14="http://schemas.microsoft.com/office/powerpoint/2010/main" val="3714591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https://www.dailydoseofds.com/p/transformer-vs-mixture-of-experts-in-llms/</a:t>
            </a:r>
          </a:p>
        </p:txBody>
      </p:sp>
      <p:sp>
        <p:nvSpPr>
          <p:cNvPr id="4" name="Slide Number Placeholder 3"/>
          <p:cNvSpPr>
            <a:spLocks noGrp="1"/>
          </p:cNvSpPr>
          <p:nvPr>
            <p:ph type="sldNum" sz="quarter" idx="5"/>
          </p:nvPr>
        </p:nvSpPr>
        <p:spPr/>
        <p:txBody>
          <a:bodyPr/>
          <a:lstStyle/>
          <a:p>
            <a:fld id="{FB1BED02-5B17-F240-BA3D-A18F101907BD}" type="slidenum">
              <a:rPr lang="en-BE" smtClean="0"/>
              <a:t>84</a:t>
            </a:fld>
            <a:endParaRPr lang="en-BE"/>
          </a:p>
        </p:txBody>
      </p:sp>
    </p:spTree>
    <p:extLst>
      <p:ext uri="{BB962C8B-B14F-4D97-AF65-F5344CB8AC3E}">
        <p14:creationId xmlns:p14="http://schemas.microsoft.com/office/powerpoint/2010/main" val="759144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https://winterkongress.ch/2025/talks/uncovering_discrimination_in_public_fraud_detection_systems/</a:t>
            </a:r>
          </a:p>
          <a:p>
            <a:endParaRPr lang="en-US" dirty="0"/>
          </a:p>
          <a:p>
            <a:r>
              <a:rPr lang="en-US" dirty="0"/>
              <a:t>The </a:t>
            </a:r>
            <a:r>
              <a:rPr lang="en-US" b="1" dirty="0"/>
              <a:t>Dutch childcare benefits scandal</a:t>
            </a:r>
            <a:r>
              <a:rPr lang="en-US" dirty="0"/>
              <a:t>—known locally as the </a:t>
            </a:r>
            <a:r>
              <a:rPr lang="en-US" b="1" dirty="0"/>
              <a:t>"</a:t>
            </a:r>
            <a:r>
              <a:rPr lang="en-US" b="1" dirty="0" err="1"/>
              <a:t>toeslagenaffaire</a:t>
            </a:r>
            <a:r>
              <a:rPr lang="en-US" b="1" dirty="0"/>
              <a:t>"</a:t>
            </a:r>
            <a:r>
              <a:rPr lang="en-US" dirty="0"/>
              <a:t>—was a major political and social crisis caused by the misuse of </a:t>
            </a:r>
            <a:r>
              <a:rPr lang="en-US" b="1" dirty="0"/>
              <a:t>AI algorithms</a:t>
            </a:r>
            <a:r>
              <a:rPr lang="en-US" dirty="0"/>
              <a:t> by the Dutch tax authorities.</a:t>
            </a:r>
          </a:p>
          <a:p>
            <a:r>
              <a:rPr lang="en-US" b="1" dirty="0"/>
              <a:t>🔍 What happened?</a:t>
            </a:r>
          </a:p>
          <a:p>
            <a:r>
              <a:rPr lang="en-US" dirty="0"/>
              <a:t>Between </a:t>
            </a:r>
            <a:r>
              <a:rPr lang="en-US" b="1" dirty="0"/>
              <a:t>2013 and 2019</a:t>
            </a:r>
            <a:r>
              <a:rPr lang="en-US" dirty="0"/>
              <a:t>, the Dutch tax office used a </a:t>
            </a:r>
            <a:r>
              <a:rPr lang="en-US" b="1" dirty="0"/>
              <a:t>self-learning algorithm</a:t>
            </a:r>
            <a:r>
              <a:rPr lang="en-US" dirty="0"/>
              <a:t> to detect fraud in childcare benefit applications. The algorithm flagged thousands of families—</a:t>
            </a:r>
            <a:r>
              <a:rPr lang="en-US" b="1" dirty="0"/>
              <a:t>over 26,000</a:t>
            </a:r>
            <a:r>
              <a:rPr lang="en-US" dirty="0"/>
              <a:t>—as potential fraudsters, often based on discriminatory factors like:</a:t>
            </a:r>
          </a:p>
          <a:p>
            <a:r>
              <a:rPr lang="en-US" b="1" dirty="0"/>
              <a:t>Dual nationality</a:t>
            </a:r>
            <a:endParaRPr lang="en-US" dirty="0"/>
          </a:p>
          <a:p>
            <a:r>
              <a:rPr lang="en-US" b="1" dirty="0"/>
              <a:t>Ethnicity</a:t>
            </a:r>
            <a:endParaRPr lang="en-US" dirty="0"/>
          </a:p>
          <a:p>
            <a:r>
              <a:rPr lang="en-US" b="1" dirty="0"/>
              <a:t>Address</a:t>
            </a:r>
            <a:endParaRPr lang="en-US" dirty="0"/>
          </a:p>
          <a:p>
            <a:r>
              <a:rPr lang="en-US" b="1" dirty="0"/>
              <a:t>Income level</a:t>
            </a:r>
            <a:endParaRPr lang="en-US" dirty="0"/>
          </a:p>
          <a:p>
            <a:r>
              <a:rPr lang="en-US" dirty="0"/>
              <a:t>These families were then:</a:t>
            </a:r>
          </a:p>
          <a:p>
            <a:r>
              <a:rPr lang="en-US" dirty="0"/>
              <a:t>Forced to </a:t>
            </a:r>
            <a:r>
              <a:rPr lang="en-US" b="1" dirty="0"/>
              <a:t>repay thousands of euros</a:t>
            </a:r>
            <a:r>
              <a:rPr lang="en-US" dirty="0"/>
              <a:t> they had legally received</a:t>
            </a:r>
          </a:p>
          <a:p>
            <a:r>
              <a:rPr lang="en-US" dirty="0"/>
              <a:t>Denied access to other benefits</a:t>
            </a:r>
          </a:p>
          <a:p>
            <a:r>
              <a:rPr lang="en-US" dirty="0"/>
              <a:t>Faced </a:t>
            </a:r>
            <a:r>
              <a:rPr lang="en-US" b="1" dirty="0"/>
              <a:t>bankruptcy</a:t>
            </a:r>
            <a:r>
              <a:rPr lang="en-US" dirty="0"/>
              <a:t>, </a:t>
            </a:r>
            <a:r>
              <a:rPr lang="en-US" b="1" dirty="0"/>
              <a:t>mental health issues</a:t>
            </a:r>
            <a:r>
              <a:rPr lang="en-US" dirty="0"/>
              <a:t>, and </a:t>
            </a:r>
            <a:r>
              <a:rPr lang="en-US" b="1" dirty="0"/>
              <a:t>family breakdowns</a:t>
            </a:r>
            <a:endParaRPr lang="en-US" dirty="0"/>
          </a:p>
          <a:p>
            <a:r>
              <a:rPr lang="en-US" dirty="0"/>
              <a:t>In some cases, </a:t>
            </a:r>
            <a:r>
              <a:rPr lang="en-US" b="1" dirty="0"/>
              <a:t>children were taken into foster care</a:t>
            </a:r>
            <a:endParaRPr lang="en-US" dirty="0"/>
          </a:p>
          <a:p>
            <a:r>
              <a:rPr lang="en-US" b="1" dirty="0"/>
              <a:t>⚠️ Why was it a scandal?</a:t>
            </a:r>
          </a:p>
          <a:p>
            <a:r>
              <a:rPr lang="en-US" dirty="0"/>
              <a:t>The algorithm operated as a </a:t>
            </a:r>
            <a:r>
              <a:rPr lang="en-US" b="1" dirty="0"/>
              <a:t>black box</a:t>
            </a:r>
            <a:r>
              <a:rPr lang="en-US" dirty="0"/>
              <a:t>, with </a:t>
            </a:r>
            <a:r>
              <a:rPr lang="en-US" b="1" dirty="0"/>
              <a:t>no transparency</a:t>
            </a:r>
            <a:r>
              <a:rPr lang="en-US" dirty="0"/>
              <a:t> or </a:t>
            </a:r>
            <a:r>
              <a:rPr lang="en-US" b="1" dirty="0"/>
              <a:t>human oversight</a:t>
            </a:r>
            <a:r>
              <a:rPr lang="en-US" dirty="0"/>
              <a:t>.</a:t>
            </a:r>
          </a:p>
          <a:p>
            <a:r>
              <a:rPr lang="en-US" dirty="0"/>
              <a:t>It </a:t>
            </a:r>
            <a:r>
              <a:rPr lang="en-US" b="1" dirty="0"/>
              <a:t>discriminated</a:t>
            </a:r>
            <a:r>
              <a:rPr lang="en-US" dirty="0"/>
              <a:t> against people of color and immigrants.</a:t>
            </a:r>
          </a:p>
          <a:p>
            <a:r>
              <a:rPr lang="en-US" dirty="0"/>
              <a:t>The tax office assumed guilt based on flawed logic (e.g., applying the </a:t>
            </a:r>
            <a:r>
              <a:rPr lang="en-US" b="1" dirty="0"/>
              <a:t>Pareto principle</a:t>
            </a:r>
            <a:r>
              <a:rPr lang="en-US" dirty="0"/>
              <a:t>—assuming 80% of flagged cases were guilty).</a:t>
            </a:r>
          </a:p>
          <a:p>
            <a:r>
              <a:rPr lang="en-US" dirty="0"/>
              <a:t>Victims had </a:t>
            </a:r>
            <a:r>
              <a:rPr lang="en-US" b="1" dirty="0"/>
              <a:t>no recourse</a:t>
            </a:r>
            <a:r>
              <a:rPr lang="en-US" dirty="0"/>
              <a:t> or appeal options.</a:t>
            </a:r>
          </a:p>
          <a:p>
            <a:r>
              <a:rPr lang="en-US" b="1" dirty="0"/>
              <a:t>🧠 Key lessons:</a:t>
            </a:r>
          </a:p>
          <a:p>
            <a:r>
              <a:rPr lang="en-US" b="1" dirty="0"/>
              <a:t>AI systems must be explainable</a:t>
            </a:r>
            <a:r>
              <a:rPr lang="en-US" dirty="0"/>
              <a:t> and accountable.</a:t>
            </a:r>
          </a:p>
          <a:p>
            <a:r>
              <a:rPr lang="en-US" b="1" dirty="0"/>
              <a:t>Human oversight</a:t>
            </a:r>
            <a:r>
              <a:rPr lang="en-US" dirty="0"/>
              <a:t> is essential in automated decision-making.</a:t>
            </a:r>
          </a:p>
          <a:p>
            <a:r>
              <a:rPr lang="en-US" b="1" dirty="0"/>
              <a:t>Bias in data and design</a:t>
            </a:r>
            <a:r>
              <a:rPr lang="en-US" dirty="0"/>
              <a:t> leads to real-world harm.</a:t>
            </a:r>
          </a:p>
          <a:p>
            <a:r>
              <a:rPr lang="en-US" b="1" dirty="0"/>
              <a:t>Transparency</a:t>
            </a:r>
            <a:r>
              <a:rPr lang="en-US" dirty="0"/>
              <a:t> in public sector algorithms is critical.</a:t>
            </a:r>
          </a:p>
          <a:p>
            <a:r>
              <a:rPr lang="en-US" dirty="0"/>
              <a:t>The scandal led to the </a:t>
            </a:r>
            <a:r>
              <a:rPr lang="en-US" b="1" dirty="0"/>
              <a:t>resignation of the entire Dutch cabinet</a:t>
            </a:r>
            <a:r>
              <a:rPr lang="en-US" dirty="0"/>
              <a:t> in early 2021 and remains a cautionary tale about the dangers of unregulated algorithmic governance</a:t>
            </a:r>
          </a:p>
          <a:p>
            <a:endParaRPr lang="en-US" dirty="0"/>
          </a:p>
        </p:txBody>
      </p:sp>
      <p:sp>
        <p:nvSpPr>
          <p:cNvPr id="4" name="Slide Number Placeholder 3"/>
          <p:cNvSpPr>
            <a:spLocks noGrp="1"/>
          </p:cNvSpPr>
          <p:nvPr>
            <p:ph type="sldNum" sz="quarter" idx="5"/>
          </p:nvPr>
        </p:nvSpPr>
        <p:spPr/>
        <p:txBody>
          <a:bodyPr/>
          <a:lstStyle/>
          <a:p>
            <a:fld id="{FB1BED02-5B17-F240-BA3D-A18F101907BD}" type="slidenum">
              <a:rPr lang="en-BE" smtClean="0"/>
              <a:t>87</a:t>
            </a:fld>
            <a:endParaRPr lang="en-BE"/>
          </a:p>
        </p:txBody>
      </p:sp>
    </p:spTree>
    <p:extLst>
      <p:ext uri="{BB962C8B-B14F-4D97-AF65-F5344CB8AC3E}">
        <p14:creationId xmlns:p14="http://schemas.microsoft.com/office/powerpoint/2010/main" val="22985412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Master" Target="../slideMasters/slideMaster2.xml"/><Relationship Id="rId4" Type="http://schemas.openxmlformats.org/officeDocument/2006/relationships/image" Target="../media/image36.svg"/></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Master" Target="../slideMasters/slideMaster3.xml"/><Relationship Id="rId4" Type="http://schemas.openxmlformats.org/officeDocument/2006/relationships/image" Target="../media/image47.svg"/></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slideMaster" Target="../slideMasters/slideMaster3.xml"/><Relationship Id="rId4" Type="http://schemas.openxmlformats.org/officeDocument/2006/relationships/image" Target="../media/image53.sv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5.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700038E0-F866-4A69-B012-FC3E7C7DBCA8}" type="datetime4">
              <a:rPr lang="en-US" smtClean="0"/>
              <a:t>October 15, 2026</a:t>
            </a:fld>
            <a:endParaRPr lang="en-BE"/>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err="1"/>
              <a:t>Ondertitel</a:t>
            </a:r>
            <a:endParaRPr lang="en-GB"/>
          </a:p>
        </p:txBody>
      </p:sp>
      <p:grpSp>
        <p:nvGrpSpPr>
          <p:cNvPr id="13" name="Graphic 10">
            <a:extLst>
              <a:ext uri="{FF2B5EF4-FFF2-40B4-BE49-F238E27FC236}">
                <a16:creationId xmlns:a16="http://schemas.microsoft.com/office/drawing/2014/main" id="{51DE751A-7A3F-D6AE-25C3-644EB1427392}"/>
              </a:ext>
            </a:extLst>
          </p:cNvPr>
          <p:cNvGrpSpPr/>
          <p:nvPr userDrawn="1"/>
        </p:nvGrpSpPr>
        <p:grpSpPr>
          <a:xfrm>
            <a:off x="515936" y="512763"/>
            <a:ext cx="2144749" cy="508682"/>
            <a:chOff x="419100" y="2082800"/>
            <a:chExt cx="7770288" cy="1842923"/>
          </a:xfrm>
          <a:solidFill>
            <a:schemeClr val="bg2"/>
          </a:solidFill>
        </p:grpSpPr>
        <p:sp>
          <p:nvSpPr>
            <p:cNvPr id="14" name="Freeform 13">
              <a:extLst>
                <a:ext uri="{FF2B5EF4-FFF2-40B4-BE49-F238E27FC236}">
                  <a16:creationId xmlns:a16="http://schemas.microsoft.com/office/drawing/2014/main" id="{F276C2D8-1CCA-9313-263C-BE7BA6F030B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1400BD0D-DF42-6125-4F75-BB6A1C417CD6}"/>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6" name="Freeform 15">
              <a:extLst>
                <a:ext uri="{FF2B5EF4-FFF2-40B4-BE49-F238E27FC236}">
                  <a16:creationId xmlns:a16="http://schemas.microsoft.com/office/drawing/2014/main" id="{0A7A548C-8071-4F5D-70A2-09A363BF8933}"/>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232621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EA93CC7-CB38-F753-0C0A-4EAB7D04B055}"/>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l="4678" r="4678"/>
          <a:stretch/>
        </p:blipFill>
        <p:spPr>
          <a:xfrm rot="16200000">
            <a:off x="1831619" y="1988678"/>
            <a:ext cx="6858001" cy="2880641"/>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57347535-7C29-4646-AB4B-AD7ADFA1EC5F}" type="datetime4">
              <a:rPr lang="en-US" smtClean="0"/>
              <a:t>October 15, 2026</a:t>
            </a:fld>
            <a:endParaRPr lang="en-BE"/>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10" name="Title 8">
            <a:extLst>
              <a:ext uri="{FF2B5EF4-FFF2-40B4-BE49-F238E27FC236}">
                <a16:creationId xmlns:a16="http://schemas.microsoft.com/office/drawing/2014/main" id="{62E49E7A-EE26-A574-2BA6-A1CF5C72D4C3}"/>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11" name="Text Placeholder 3">
            <a:extLst>
              <a:ext uri="{FF2B5EF4-FFF2-40B4-BE49-F238E27FC236}">
                <a16:creationId xmlns:a16="http://schemas.microsoft.com/office/drawing/2014/main" id="{0795738C-D898-0393-BB68-B238B648716F}"/>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err="1"/>
              <a:t>Ondertitel</a:t>
            </a:r>
            <a:endParaRPr lang="en-GB"/>
          </a:p>
        </p:txBody>
      </p:sp>
      <p:grpSp>
        <p:nvGrpSpPr>
          <p:cNvPr id="2" name="Graphic 10">
            <a:extLst>
              <a:ext uri="{FF2B5EF4-FFF2-40B4-BE49-F238E27FC236}">
                <a16:creationId xmlns:a16="http://schemas.microsoft.com/office/drawing/2014/main" id="{74C591E6-C00F-C1F8-15EB-0920318EC326}"/>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588009DB-9DEC-C761-9F63-AC972B2A09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6810AE74-A69E-D715-56F3-5934FF11CC3B}"/>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01692126-DA4E-887C-E99A-721D7737DEEE}"/>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6985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5A89896-58EE-8464-A751-8F33290BB5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3728389A-8E1A-4609-B4BC-942E1F741D2F}" type="datetime4">
              <a:rPr lang="en-US" smtClean="0"/>
              <a:t>October 15, 2026</a:t>
            </a:fld>
            <a:endParaRPr lang="en-BE"/>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3" name="Title 8">
            <a:extLst>
              <a:ext uri="{FF2B5EF4-FFF2-40B4-BE49-F238E27FC236}">
                <a16:creationId xmlns:a16="http://schemas.microsoft.com/office/drawing/2014/main" id="{B047733E-2976-B52B-F6B8-AF7CF9BAD3B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4" name="Text Placeholder 3">
            <a:extLst>
              <a:ext uri="{FF2B5EF4-FFF2-40B4-BE49-F238E27FC236}">
                <a16:creationId xmlns:a16="http://schemas.microsoft.com/office/drawing/2014/main" id="{67A952F8-66D0-2ED7-AEF5-991CDEC4A832}"/>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err="1"/>
              <a:t>Ondertitel</a:t>
            </a:r>
            <a:endParaRPr lang="en-GB"/>
          </a:p>
        </p:txBody>
      </p:sp>
      <p:grpSp>
        <p:nvGrpSpPr>
          <p:cNvPr id="6" name="Graphic 10">
            <a:extLst>
              <a:ext uri="{FF2B5EF4-FFF2-40B4-BE49-F238E27FC236}">
                <a16:creationId xmlns:a16="http://schemas.microsoft.com/office/drawing/2014/main" id="{A6CE125F-0F09-D531-5906-DEE0024F18E4}"/>
              </a:ext>
            </a:extLst>
          </p:cNvPr>
          <p:cNvGrpSpPr/>
          <p:nvPr userDrawn="1"/>
        </p:nvGrpSpPr>
        <p:grpSpPr>
          <a:xfrm>
            <a:off x="515936" y="512763"/>
            <a:ext cx="2144749" cy="508682"/>
            <a:chOff x="419100" y="2082800"/>
            <a:chExt cx="7770288" cy="1842923"/>
          </a:xfrm>
          <a:solidFill>
            <a:schemeClr val="bg2"/>
          </a:solidFill>
        </p:grpSpPr>
        <p:sp>
          <p:nvSpPr>
            <p:cNvPr id="7" name="Freeform 6">
              <a:extLst>
                <a:ext uri="{FF2B5EF4-FFF2-40B4-BE49-F238E27FC236}">
                  <a16:creationId xmlns:a16="http://schemas.microsoft.com/office/drawing/2014/main" id="{DE78C081-D567-7110-4A41-1A106EB861C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AE94E96B-BC8A-D329-00CE-7254A5A50072}"/>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10B32232-9825-CD76-B211-D98D150D7235}"/>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79469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60C0742-7C35-27FD-F7B8-B99B49F84C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7419343" y="1589213"/>
            <a:ext cx="5849106" cy="3696206"/>
          </a:xfrm>
          <a:prstGeom prst="rect">
            <a:avLst/>
          </a:prstGeom>
        </p:spPr>
      </p:pic>
      <p:pic>
        <p:nvPicPr>
          <p:cNvPr id="8" name="Graphic 7">
            <a:extLst>
              <a:ext uri="{FF2B5EF4-FFF2-40B4-BE49-F238E27FC236}">
                <a16:creationId xmlns:a16="http://schemas.microsoft.com/office/drawing/2014/main" id="{CA4F9D45-4BC8-F585-6E92-6C3F5C54374B}"/>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t="-3999" b="-3999"/>
          <a:stretch/>
        </p:blipFill>
        <p:spPr>
          <a:xfrm rot="16200000">
            <a:off x="4369743" y="2280680"/>
            <a:ext cx="5635107" cy="2324587"/>
          </a:xfrm>
          <a:prstGeom prst="rect">
            <a:avLst/>
          </a:prstGeom>
        </p:spPr>
      </p:pic>
      <p:pic>
        <p:nvPicPr>
          <p:cNvPr id="3" name="Graphic 2">
            <a:extLst>
              <a:ext uri="{FF2B5EF4-FFF2-40B4-BE49-F238E27FC236}">
                <a16:creationId xmlns:a16="http://schemas.microsoft.com/office/drawing/2014/main" id="{7C1CF9E8-50DB-4488-EFA2-5FA20DBAE5B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29600" y="614106"/>
            <a:ext cx="2149200" cy="5646421"/>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5916"/>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9F563783-9E54-4A64-80E3-C85DCD4FA97B}" type="datetime4">
              <a:rPr lang="en-US" smtClean="0"/>
              <a:t>October 15, 2026</a:t>
            </a:fld>
            <a:endParaRPr lang="en-BE"/>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90687BDE-65F0-63E5-1105-A00136C5312D}"/>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5" name="Text Placeholder 3">
            <a:extLst>
              <a:ext uri="{FF2B5EF4-FFF2-40B4-BE49-F238E27FC236}">
                <a16:creationId xmlns:a16="http://schemas.microsoft.com/office/drawing/2014/main" id="{E94D70C5-D4C5-2489-9430-B8D8DF7B1E4B}"/>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err="1"/>
              <a:t>Ondertitel</a:t>
            </a:r>
            <a:endParaRPr lang="en-GB"/>
          </a:p>
        </p:txBody>
      </p:sp>
      <p:grpSp>
        <p:nvGrpSpPr>
          <p:cNvPr id="6" name="Graphic 10">
            <a:extLst>
              <a:ext uri="{FF2B5EF4-FFF2-40B4-BE49-F238E27FC236}">
                <a16:creationId xmlns:a16="http://schemas.microsoft.com/office/drawing/2014/main" id="{7C667DC1-8C62-66BF-8EEA-889500EEA890}"/>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1DD7C630-260D-36FF-BAE9-C1F1BB9E2B49}"/>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0" name="Freeform 9">
              <a:extLst>
                <a:ext uri="{FF2B5EF4-FFF2-40B4-BE49-F238E27FC236}">
                  <a16:creationId xmlns:a16="http://schemas.microsoft.com/office/drawing/2014/main" id="{8BF7592A-9691-35B4-4CD1-0397D220854F}"/>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07E52044-89B3-E563-3C67-AE2A7B60C1C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98869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1DAEDD1-911A-2B51-32FA-649207F2BB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A08EFC0-135F-2AF7-5FCD-DA748AFBC5E3}"/>
              </a:ext>
            </a:extLst>
          </p:cNvPr>
          <p:cNvSpPr/>
          <p:nvPr userDrawn="1"/>
        </p:nvSpPr>
        <p:spPr>
          <a:xfrm>
            <a:off x="0" y="0"/>
            <a:ext cx="12180559"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Picture Placeholder 22">
            <a:extLst>
              <a:ext uri="{FF2B5EF4-FFF2-40B4-BE49-F238E27FC236}">
                <a16:creationId xmlns:a16="http://schemas.microsoft.com/office/drawing/2014/main" id="{DC542420-B007-8E8A-7AEF-F8F9BB58BDE5}"/>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5" name="Title 20">
            <a:extLst>
              <a:ext uri="{FF2B5EF4-FFF2-40B4-BE49-F238E27FC236}">
                <a16:creationId xmlns:a16="http://schemas.microsoft.com/office/drawing/2014/main" id="{B152DDB2-B7AF-F076-4764-CFB5ED0B264D}"/>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a:t>Korte </a:t>
            </a:r>
            <a:r>
              <a:rPr lang="en-GB" err="1"/>
              <a:t>titel</a:t>
            </a:r>
            <a:endParaRPr lang="en-BE"/>
          </a:p>
        </p:txBody>
      </p:sp>
      <p:sp>
        <p:nvSpPr>
          <p:cNvPr id="7" name="Text Placeholder 3">
            <a:extLst>
              <a:ext uri="{FF2B5EF4-FFF2-40B4-BE49-F238E27FC236}">
                <a16:creationId xmlns:a16="http://schemas.microsoft.com/office/drawing/2014/main" id="{905D50E6-C455-3BD2-FB90-1941D47E4AE4}"/>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tx2"/>
                </a:solidFill>
                <a:latin typeface="Century Gothic" panose="020B0502020202020204" pitchFamily="34" charset="0"/>
              </a:defRPr>
            </a:lvl1pPr>
          </a:lstStyle>
          <a:p>
            <a:pPr lvl="0"/>
            <a:r>
              <a:rPr lang="en-GB" err="1"/>
              <a:t>Ondertitel</a:t>
            </a:r>
            <a:endParaRPr lang="en-GB"/>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EADEB0BF-4650-4617-A2D9-19BC8C46AAF1}" type="datetime4">
              <a:rPr lang="en-US" smtClean="0"/>
              <a:t>October 15, 2026</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Tree>
    <p:extLst>
      <p:ext uri="{BB962C8B-B14F-4D97-AF65-F5344CB8AC3E}">
        <p14:creationId xmlns:p14="http://schemas.microsoft.com/office/powerpoint/2010/main" val="306170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oudstafel 1">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344E15D9-B904-6C23-DB9B-FE966821490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r="5738"/>
          <a:stretch>
            <a:fillRect/>
          </a:stretch>
        </p:blipFill>
        <p:spPr>
          <a:xfrm rot="10800000">
            <a:off x="0" y="0"/>
            <a:ext cx="4708559" cy="3150972"/>
          </a:xfrm>
          <a:custGeom>
            <a:avLst/>
            <a:gdLst>
              <a:gd name="connsiteX0" fmla="*/ 4708559 w 4708559"/>
              <a:gd name="connsiteY0" fmla="*/ 3150972 h 3150972"/>
              <a:gd name="connsiteX1" fmla="*/ 0 w 4708559"/>
              <a:gd name="connsiteY1" fmla="*/ 3150972 h 3150972"/>
              <a:gd name="connsiteX2" fmla="*/ 0 w 4708559"/>
              <a:gd name="connsiteY2" fmla="*/ 0 h 3150972"/>
              <a:gd name="connsiteX3" fmla="*/ 4708559 w 4708559"/>
              <a:gd name="connsiteY3" fmla="*/ 0 h 3150972"/>
            </a:gdLst>
            <a:ahLst/>
            <a:cxnLst>
              <a:cxn ang="0">
                <a:pos x="connsiteX0" y="connsiteY0"/>
              </a:cxn>
              <a:cxn ang="0">
                <a:pos x="connsiteX1" y="connsiteY1"/>
              </a:cxn>
              <a:cxn ang="0">
                <a:pos x="connsiteX2" y="connsiteY2"/>
              </a:cxn>
              <a:cxn ang="0">
                <a:pos x="connsiteX3" y="connsiteY3"/>
              </a:cxn>
            </a:cxnLst>
            <a:rect l="l" t="t" r="r" b="b"/>
            <a:pathLst>
              <a:path w="4708559" h="3150972">
                <a:moveTo>
                  <a:pt x="4708559" y="3150972"/>
                </a:moveTo>
                <a:lnTo>
                  <a:pt x="0" y="3150972"/>
                </a:lnTo>
                <a:lnTo>
                  <a:pt x="0" y="0"/>
                </a:lnTo>
                <a:lnTo>
                  <a:pt x="4708559" y="0"/>
                </a:lnTo>
                <a:close/>
              </a:path>
            </a:pathLst>
          </a:custGeom>
        </p:spPr>
      </p:pic>
      <p:sp>
        <p:nvSpPr>
          <p:cNvPr id="6" name="Title 6">
            <a:extLst>
              <a:ext uri="{FF2B5EF4-FFF2-40B4-BE49-F238E27FC236}">
                <a16:creationId xmlns:a16="http://schemas.microsoft.com/office/drawing/2014/main" id="{2B2C1027-25E9-7F63-E632-F7240E70D26B}"/>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a:t>Inhoud</a:t>
            </a:r>
            <a:endParaRPr lang="en-BE"/>
          </a:p>
        </p:txBody>
      </p:sp>
      <p:sp>
        <p:nvSpPr>
          <p:cNvPr id="2" name="Date Placeholder 1">
            <a:extLst>
              <a:ext uri="{FF2B5EF4-FFF2-40B4-BE49-F238E27FC236}">
                <a16:creationId xmlns:a16="http://schemas.microsoft.com/office/drawing/2014/main" id="{A9DA4B26-B733-D3D1-F3E0-F9A9051B8E70}"/>
              </a:ext>
            </a:extLst>
          </p:cNvPr>
          <p:cNvSpPr>
            <a:spLocks noGrp="1"/>
          </p:cNvSpPr>
          <p:nvPr>
            <p:ph type="dt" sz="half" idx="28"/>
          </p:nvPr>
        </p:nvSpPr>
        <p:spPr/>
        <p:txBody>
          <a:bodyPr/>
          <a:lstStyle/>
          <a:p>
            <a:fld id="{9777EEE4-3753-4D64-AE46-551F2790F8A1}" type="datetime4">
              <a:rPr lang="en-US" smtClean="0"/>
              <a:t>October 15, 2026</a:t>
            </a:fld>
            <a:endParaRPr lang="en-BE"/>
          </a:p>
        </p:txBody>
      </p:sp>
      <p:sp>
        <p:nvSpPr>
          <p:cNvPr id="4" name="Footer Placeholder 3">
            <a:extLst>
              <a:ext uri="{FF2B5EF4-FFF2-40B4-BE49-F238E27FC236}">
                <a16:creationId xmlns:a16="http://schemas.microsoft.com/office/drawing/2014/main" id="{62E434D6-F1FA-3A98-1E04-92D18AADB17E}"/>
              </a:ext>
            </a:extLst>
          </p:cNvPr>
          <p:cNvSpPr>
            <a:spLocks noGrp="1"/>
          </p:cNvSpPr>
          <p:nvPr>
            <p:ph type="ftr" sz="quarter" idx="29"/>
          </p:nvPr>
        </p:nvSpPr>
        <p:spPr/>
        <p:txBody>
          <a:bodyPr/>
          <a:lstStyle/>
          <a:p>
            <a:r>
              <a:rPr lang="en-GB"/>
              <a:t>Voettekst</a:t>
            </a:r>
            <a:endParaRPr lang="en-BE"/>
          </a:p>
        </p:txBody>
      </p:sp>
      <p:sp>
        <p:nvSpPr>
          <p:cNvPr id="9" name="Slide Number Placeholder 8">
            <a:extLst>
              <a:ext uri="{FF2B5EF4-FFF2-40B4-BE49-F238E27FC236}">
                <a16:creationId xmlns:a16="http://schemas.microsoft.com/office/drawing/2014/main" id="{1B83E560-C1B8-1228-8ADD-FA44100F7B20}"/>
              </a:ext>
            </a:extLst>
          </p:cNvPr>
          <p:cNvSpPr>
            <a:spLocks noGrp="1"/>
          </p:cNvSpPr>
          <p:nvPr>
            <p:ph type="sldNum" sz="quarter" idx="30"/>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89672578-7A7F-6CAD-0B24-4E277903A79F}"/>
              </a:ext>
            </a:extLst>
          </p:cNvPr>
          <p:cNvSpPr>
            <a:spLocks noGrp="1"/>
          </p:cNvSpPr>
          <p:nvPr>
            <p:ph type="body" sz="quarter" idx="31" hasCustomPrompt="1"/>
          </p:nvPr>
        </p:nvSpPr>
        <p:spPr>
          <a:xfrm>
            <a:off x="5224463" y="1628775"/>
            <a:ext cx="6451600"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5007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oudstafel 2">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E48BC169-BE0A-CD52-B729-7A8321F2E63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r="5754"/>
          <a:stretch>
            <a:fillRect/>
          </a:stretch>
        </p:blipFill>
        <p:spPr>
          <a:xfrm rot="10800000">
            <a:off x="-1" y="3348810"/>
            <a:ext cx="4694740" cy="3135330"/>
          </a:xfrm>
          <a:custGeom>
            <a:avLst/>
            <a:gdLst>
              <a:gd name="connsiteX0" fmla="*/ 4694740 w 4694740"/>
              <a:gd name="connsiteY0" fmla="*/ 3135330 h 3135330"/>
              <a:gd name="connsiteX1" fmla="*/ 0 w 4694740"/>
              <a:gd name="connsiteY1" fmla="*/ 3135330 h 3135330"/>
              <a:gd name="connsiteX2" fmla="*/ 0 w 4694740"/>
              <a:gd name="connsiteY2" fmla="*/ 0 h 3135330"/>
              <a:gd name="connsiteX3" fmla="*/ 4694740 w 4694740"/>
              <a:gd name="connsiteY3" fmla="*/ 0 h 3135330"/>
            </a:gdLst>
            <a:ahLst/>
            <a:cxnLst>
              <a:cxn ang="0">
                <a:pos x="connsiteX0" y="connsiteY0"/>
              </a:cxn>
              <a:cxn ang="0">
                <a:pos x="connsiteX1" y="connsiteY1"/>
              </a:cxn>
              <a:cxn ang="0">
                <a:pos x="connsiteX2" y="connsiteY2"/>
              </a:cxn>
              <a:cxn ang="0">
                <a:pos x="connsiteX3" y="connsiteY3"/>
              </a:cxn>
            </a:cxnLst>
            <a:rect l="l" t="t" r="r" b="b"/>
            <a:pathLst>
              <a:path w="4694740" h="3135330">
                <a:moveTo>
                  <a:pt x="4694740" y="3135330"/>
                </a:moveTo>
                <a:lnTo>
                  <a:pt x="0" y="3135330"/>
                </a:lnTo>
                <a:lnTo>
                  <a:pt x="0" y="0"/>
                </a:lnTo>
                <a:lnTo>
                  <a:pt x="4694740" y="0"/>
                </a:lnTo>
                <a:close/>
              </a:path>
            </a:pathLst>
          </a:custGeom>
        </p:spPr>
      </p:pic>
      <p:sp>
        <p:nvSpPr>
          <p:cNvPr id="17" name="Picture Placeholder 16">
            <a:extLst>
              <a:ext uri="{FF2B5EF4-FFF2-40B4-BE49-F238E27FC236}">
                <a16:creationId xmlns:a16="http://schemas.microsoft.com/office/drawing/2014/main" id="{C386D47D-9BD0-FBED-100B-F2F2BC4967D7}"/>
              </a:ext>
            </a:extLst>
          </p:cNvPr>
          <p:cNvSpPr>
            <a:spLocks noGrp="1"/>
          </p:cNvSpPr>
          <p:nvPr>
            <p:ph type="pic" sz="quarter" idx="24" hasCustomPrompt="1"/>
          </p:nvPr>
        </p:nvSpPr>
        <p:spPr>
          <a:xfrm>
            <a:off x="0" y="3326401"/>
            <a:ext cx="4708560" cy="3142274"/>
          </a:xfrm>
          <a:custGeom>
            <a:avLst/>
            <a:gdLst>
              <a:gd name="connsiteX0" fmla="*/ 0 w 4708560"/>
              <a:gd name="connsiteY0" fmla="*/ 0 h 3142274"/>
              <a:gd name="connsiteX1" fmla="*/ 4621478 w 4708560"/>
              <a:gd name="connsiteY1" fmla="*/ 0 h 3142274"/>
              <a:gd name="connsiteX2" fmla="*/ 4657818 w 4708560"/>
              <a:gd name="connsiteY2" fmla="*/ 141330 h 3142274"/>
              <a:gd name="connsiteX3" fmla="*/ 4708560 w 4708560"/>
              <a:gd name="connsiteY3" fmla="*/ 644682 h 3142274"/>
              <a:gd name="connsiteX4" fmla="*/ 2210967 w 4708560"/>
              <a:gd name="connsiteY4" fmla="*/ 3142274 h 3142274"/>
              <a:gd name="connsiteX5" fmla="*/ 14820 w 4708560"/>
              <a:gd name="connsiteY5" fmla="*/ 1835183 h 3142274"/>
              <a:gd name="connsiteX6" fmla="*/ 0 w 4708560"/>
              <a:gd name="connsiteY6" fmla="*/ 1804418 h 314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8560" h="3142274">
                <a:moveTo>
                  <a:pt x="0" y="0"/>
                </a:moveTo>
                <a:lnTo>
                  <a:pt x="4621478" y="0"/>
                </a:lnTo>
                <a:lnTo>
                  <a:pt x="4657818" y="141330"/>
                </a:lnTo>
                <a:cubicBezTo>
                  <a:pt x="4691088" y="303917"/>
                  <a:pt x="4708560" y="472259"/>
                  <a:pt x="4708560" y="644682"/>
                </a:cubicBezTo>
                <a:cubicBezTo>
                  <a:pt x="4708560" y="2024064"/>
                  <a:pt x="3590350" y="3142274"/>
                  <a:pt x="2210967" y="3142274"/>
                </a:cubicBezTo>
                <a:cubicBezTo>
                  <a:pt x="1262642" y="3142274"/>
                  <a:pt x="437761" y="2613745"/>
                  <a:pt x="14820" y="1835183"/>
                </a:cubicBezTo>
                <a:lnTo>
                  <a:pt x="0" y="1804418"/>
                </a:ln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9" name="Date Placeholder 8">
            <a:extLst>
              <a:ext uri="{FF2B5EF4-FFF2-40B4-BE49-F238E27FC236}">
                <a16:creationId xmlns:a16="http://schemas.microsoft.com/office/drawing/2014/main" id="{4E43CB1D-E6B5-D611-F75F-206B1D05B4DC}"/>
              </a:ext>
            </a:extLst>
          </p:cNvPr>
          <p:cNvSpPr>
            <a:spLocks noGrp="1"/>
          </p:cNvSpPr>
          <p:nvPr>
            <p:ph type="dt" sz="half" idx="29"/>
          </p:nvPr>
        </p:nvSpPr>
        <p:spPr/>
        <p:txBody>
          <a:bodyPr/>
          <a:lstStyle/>
          <a:p>
            <a:fld id="{B2F6AC21-BFC3-4525-8B41-8B5913F62ABC}" type="datetime4">
              <a:rPr lang="en-US" smtClean="0"/>
              <a:t>October 15, 2026</a:t>
            </a:fld>
            <a:endParaRPr lang="en-BE"/>
          </a:p>
        </p:txBody>
      </p:sp>
      <p:sp>
        <p:nvSpPr>
          <p:cNvPr id="11" name="Footer Placeholder 10">
            <a:extLst>
              <a:ext uri="{FF2B5EF4-FFF2-40B4-BE49-F238E27FC236}">
                <a16:creationId xmlns:a16="http://schemas.microsoft.com/office/drawing/2014/main" id="{446A547A-2B78-37DB-74F0-EE0495887A4D}"/>
              </a:ext>
            </a:extLst>
          </p:cNvPr>
          <p:cNvSpPr>
            <a:spLocks noGrp="1"/>
          </p:cNvSpPr>
          <p:nvPr>
            <p:ph type="ftr" sz="quarter" idx="30"/>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7E38182D-5335-28BB-0BA8-DC73BAA3A6FA}"/>
              </a:ext>
            </a:extLst>
          </p:cNvPr>
          <p:cNvSpPr>
            <a:spLocks noGrp="1"/>
          </p:cNvSpPr>
          <p:nvPr>
            <p:ph type="sldNum" sz="quarter" idx="31"/>
          </p:nvPr>
        </p:nvSpPr>
        <p:spPr/>
        <p:txBody>
          <a:bodyPr/>
          <a:lstStyle/>
          <a:p>
            <a:fld id="{8B70248A-FD0F-534C-919E-E8EB9B0FC062}" type="slidenum">
              <a:rPr lang="en-BE" smtClean="0"/>
              <a:pPr/>
              <a:t>‹#›</a:t>
            </a:fld>
            <a:endParaRPr lang="en-BE"/>
          </a:p>
        </p:txBody>
      </p:sp>
      <p:pic>
        <p:nvPicPr>
          <p:cNvPr id="8" name="Graphic 7">
            <a:extLst>
              <a:ext uri="{FF2B5EF4-FFF2-40B4-BE49-F238E27FC236}">
                <a16:creationId xmlns:a16="http://schemas.microsoft.com/office/drawing/2014/main" id="{01A2FF52-2606-D47E-1C09-77E2018FAD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r="5738"/>
          <a:stretch>
            <a:fillRect/>
          </a:stretch>
        </p:blipFill>
        <p:spPr>
          <a:xfrm rot="10800000">
            <a:off x="0" y="0"/>
            <a:ext cx="4708559" cy="3150972"/>
          </a:xfrm>
          <a:custGeom>
            <a:avLst/>
            <a:gdLst>
              <a:gd name="connsiteX0" fmla="*/ 4708559 w 4708559"/>
              <a:gd name="connsiteY0" fmla="*/ 3150972 h 3150972"/>
              <a:gd name="connsiteX1" fmla="*/ 0 w 4708559"/>
              <a:gd name="connsiteY1" fmla="*/ 3150972 h 3150972"/>
              <a:gd name="connsiteX2" fmla="*/ 0 w 4708559"/>
              <a:gd name="connsiteY2" fmla="*/ 0 h 3150972"/>
              <a:gd name="connsiteX3" fmla="*/ 4708559 w 4708559"/>
              <a:gd name="connsiteY3" fmla="*/ 0 h 3150972"/>
            </a:gdLst>
            <a:ahLst/>
            <a:cxnLst>
              <a:cxn ang="0">
                <a:pos x="connsiteX0" y="connsiteY0"/>
              </a:cxn>
              <a:cxn ang="0">
                <a:pos x="connsiteX1" y="connsiteY1"/>
              </a:cxn>
              <a:cxn ang="0">
                <a:pos x="connsiteX2" y="connsiteY2"/>
              </a:cxn>
              <a:cxn ang="0">
                <a:pos x="connsiteX3" y="connsiteY3"/>
              </a:cxn>
            </a:cxnLst>
            <a:rect l="l" t="t" r="r" b="b"/>
            <a:pathLst>
              <a:path w="4708559" h="3150972">
                <a:moveTo>
                  <a:pt x="4708559" y="3150972"/>
                </a:moveTo>
                <a:lnTo>
                  <a:pt x="0" y="3150972"/>
                </a:lnTo>
                <a:lnTo>
                  <a:pt x="0" y="0"/>
                </a:lnTo>
                <a:lnTo>
                  <a:pt x="4708559" y="0"/>
                </a:lnTo>
                <a:close/>
              </a:path>
            </a:pathLst>
          </a:custGeom>
        </p:spPr>
      </p:pic>
      <p:sp>
        <p:nvSpPr>
          <p:cNvPr id="18" name="Title 6">
            <a:extLst>
              <a:ext uri="{FF2B5EF4-FFF2-40B4-BE49-F238E27FC236}">
                <a16:creationId xmlns:a16="http://schemas.microsoft.com/office/drawing/2014/main" id="{2CC2B56C-04C9-0097-B992-D4AAEE6D7B37}"/>
              </a:ext>
            </a:extLst>
          </p:cNvPr>
          <p:cNvSpPr>
            <a:spLocks noGrp="1"/>
          </p:cNvSpPr>
          <p:nvPr>
            <p:ph type="title" hasCustomPrompt="1"/>
          </p:nvPr>
        </p:nvSpPr>
        <p:spPr>
          <a:xfrm>
            <a:off x="-1" y="814001"/>
            <a:ext cx="4450081" cy="1116012"/>
          </a:xfrm>
        </p:spPr>
        <p:txBody>
          <a:bodyPr wrap="none"/>
          <a:lstStyle>
            <a:lvl1pPr algn="ctr">
              <a:defRPr b="1">
                <a:solidFill>
                  <a:schemeClr val="bg1"/>
                </a:solidFill>
              </a:defRPr>
            </a:lvl1pPr>
          </a:lstStyle>
          <a:p>
            <a:r>
              <a:rPr lang="nl-BE"/>
              <a:t>Inhoud</a:t>
            </a:r>
            <a:endParaRPr lang="en-BE"/>
          </a:p>
        </p:txBody>
      </p:sp>
      <p:sp>
        <p:nvSpPr>
          <p:cNvPr id="2" name="Text Placeholder 9">
            <a:extLst>
              <a:ext uri="{FF2B5EF4-FFF2-40B4-BE49-F238E27FC236}">
                <a16:creationId xmlns:a16="http://schemas.microsoft.com/office/drawing/2014/main" id="{DE6BCAC9-8293-1EC8-1C6A-1B363C2F2B21}"/>
              </a:ext>
            </a:extLst>
          </p:cNvPr>
          <p:cNvSpPr>
            <a:spLocks noGrp="1"/>
          </p:cNvSpPr>
          <p:nvPr>
            <p:ph type="body" sz="quarter" idx="32" hasCustomPrompt="1"/>
          </p:nvPr>
        </p:nvSpPr>
        <p:spPr>
          <a:xfrm>
            <a:off x="5224463" y="1628775"/>
            <a:ext cx="6451600"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970114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oudstafel 3">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91063B6-E4BA-5CD4-29E1-3AA1B5D63796}"/>
              </a:ext>
            </a:extLst>
          </p:cNvPr>
          <p:cNvGrpSpPr/>
          <p:nvPr userDrawn="1"/>
        </p:nvGrpSpPr>
        <p:grpSpPr>
          <a:xfrm>
            <a:off x="6969945" y="625641"/>
            <a:ext cx="4491488" cy="5606717"/>
            <a:chOff x="6663337" y="0"/>
            <a:chExt cx="5010150" cy="6254161"/>
          </a:xfrm>
          <a:solidFill>
            <a:srgbClr val="E8EBEE"/>
          </a:solidFill>
        </p:grpSpPr>
        <p:pic>
          <p:nvPicPr>
            <p:cNvPr id="15" name="Graphic 14">
              <a:extLst>
                <a:ext uri="{FF2B5EF4-FFF2-40B4-BE49-F238E27FC236}">
                  <a16:creationId xmlns:a16="http://schemas.microsoft.com/office/drawing/2014/main" id="{AD1644A2-6606-40CB-7F1B-E76D588DA82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63338" y="2113005"/>
              <a:ext cx="5010148" cy="1907584"/>
            </a:xfrm>
            <a:prstGeom prst="rect">
              <a:avLst/>
            </a:prstGeom>
          </p:spPr>
        </p:pic>
        <p:pic>
          <p:nvPicPr>
            <p:cNvPr id="16" name="Graphic 15">
              <a:extLst>
                <a:ext uri="{FF2B5EF4-FFF2-40B4-BE49-F238E27FC236}">
                  <a16:creationId xmlns:a16="http://schemas.microsoft.com/office/drawing/2014/main" id="{F1C2669B-5EAB-3BD5-6A25-2E074B17370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663338" y="0"/>
              <a:ext cx="5010148" cy="1907584"/>
            </a:xfrm>
            <a:prstGeom prst="rect">
              <a:avLst/>
            </a:prstGeom>
          </p:spPr>
        </p:pic>
        <p:pic>
          <p:nvPicPr>
            <p:cNvPr id="17" name="Graphic 16">
              <a:extLst>
                <a:ext uri="{FF2B5EF4-FFF2-40B4-BE49-F238E27FC236}">
                  <a16:creationId xmlns:a16="http://schemas.microsoft.com/office/drawing/2014/main" id="{B60B2BAA-FF76-016A-AE82-B1E108A1239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63337" y="4346577"/>
              <a:ext cx="5010150" cy="1907584"/>
            </a:xfrm>
            <a:prstGeom prst="rect">
              <a:avLst/>
            </a:prstGeom>
          </p:spPr>
        </p:pic>
      </p:grpSp>
      <p:sp>
        <p:nvSpPr>
          <p:cNvPr id="2" name="Title 1">
            <a:extLst>
              <a:ext uri="{FF2B5EF4-FFF2-40B4-BE49-F238E27FC236}">
                <a16:creationId xmlns:a16="http://schemas.microsoft.com/office/drawing/2014/main" id="{C25D2273-F78E-9DB3-2A6F-BDDBC50814BE}"/>
              </a:ext>
            </a:extLst>
          </p:cNvPr>
          <p:cNvSpPr>
            <a:spLocks noGrp="1"/>
          </p:cNvSpPr>
          <p:nvPr>
            <p:ph type="title" hasCustomPrompt="1"/>
          </p:nvPr>
        </p:nvSpPr>
        <p:spPr/>
        <p:txBody>
          <a:bodyPr/>
          <a:lstStyle>
            <a:lvl1pPr>
              <a:defRPr/>
            </a:lvl1pPr>
          </a:lstStyle>
          <a:p>
            <a:r>
              <a:rPr lang="nl-BE"/>
              <a:t>Inhoud</a:t>
            </a:r>
            <a:endParaRPr lang="en-BE"/>
          </a:p>
        </p:txBody>
      </p:sp>
      <p:sp>
        <p:nvSpPr>
          <p:cNvPr id="5" name="Date Placeholder 4">
            <a:extLst>
              <a:ext uri="{FF2B5EF4-FFF2-40B4-BE49-F238E27FC236}">
                <a16:creationId xmlns:a16="http://schemas.microsoft.com/office/drawing/2014/main" id="{20ACE6B1-CB1E-FD86-3DF8-A5E3CF56BEC4}"/>
              </a:ext>
            </a:extLst>
          </p:cNvPr>
          <p:cNvSpPr>
            <a:spLocks noGrp="1"/>
          </p:cNvSpPr>
          <p:nvPr>
            <p:ph type="dt" sz="half" idx="23"/>
          </p:nvPr>
        </p:nvSpPr>
        <p:spPr/>
        <p:txBody>
          <a:bodyPr/>
          <a:lstStyle/>
          <a:p>
            <a:fld id="{C6D865C2-7BB3-49EE-851A-EE1F81E0825E}" type="datetime4">
              <a:rPr lang="en-US" smtClean="0"/>
              <a:t>October 15, 2026</a:t>
            </a:fld>
            <a:endParaRPr lang="en-BE"/>
          </a:p>
        </p:txBody>
      </p:sp>
      <p:sp>
        <p:nvSpPr>
          <p:cNvPr id="7" name="Footer Placeholder 6">
            <a:extLst>
              <a:ext uri="{FF2B5EF4-FFF2-40B4-BE49-F238E27FC236}">
                <a16:creationId xmlns:a16="http://schemas.microsoft.com/office/drawing/2014/main" id="{E06E0A32-6236-FD89-54F3-32DAF68AAF66}"/>
              </a:ext>
            </a:extLst>
          </p:cNvPr>
          <p:cNvSpPr>
            <a:spLocks noGrp="1"/>
          </p:cNvSpPr>
          <p:nvPr>
            <p:ph type="ftr" sz="quarter" idx="24"/>
          </p:nvPr>
        </p:nvSpPr>
        <p:spPr/>
        <p:txBody>
          <a:bodyPr/>
          <a:lstStyle/>
          <a:p>
            <a:r>
              <a:rPr lang="en-GB" err="1"/>
              <a:t>Voettekst</a:t>
            </a:r>
            <a:endParaRPr lang="en-BE"/>
          </a:p>
        </p:txBody>
      </p:sp>
      <p:sp>
        <p:nvSpPr>
          <p:cNvPr id="8" name="Slide Number Placeholder 7">
            <a:extLst>
              <a:ext uri="{FF2B5EF4-FFF2-40B4-BE49-F238E27FC236}">
                <a16:creationId xmlns:a16="http://schemas.microsoft.com/office/drawing/2014/main" id="{165FE8F9-875D-C106-3FC1-50AED466CC36}"/>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3" name="Text Placeholder 9">
            <a:extLst>
              <a:ext uri="{FF2B5EF4-FFF2-40B4-BE49-F238E27FC236}">
                <a16:creationId xmlns:a16="http://schemas.microsoft.com/office/drawing/2014/main" id="{A0A78055-FE2C-B041-C51B-52FDF9A6F16D}"/>
              </a:ext>
            </a:extLst>
          </p:cNvPr>
          <p:cNvSpPr>
            <a:spLocks noGrp="1"/>
          </p:cNvSpPr>
          <p:nvPr>
            <p:ph type="body" sz="quarter" idx="31" hasCustomPrompt="1"/>
          </p:nvPr>
        </p:nvSpPr>
        <p:spPr>
          <a:xfrm>
            <a:off x="515936" y="1628775"/>
            <a:ext cx="11160127"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272008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2AF3EB5-ACD0-6B09-1FF2-DEA60249A70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5400000">
            <a:off x="4238293" y="2126818"/>
            <a:ext cx="6903349" cy="2609803"/>
          </a:xfrm>
          <a:prstGeom prst="rect">
            <a:avLst/>
          </a:prstGeom>
        </p:spPr>
      </p:pic>
      <p:pic>
        <p:nvPicPr>
          <p:cNvPr id="10" name="Graphic 9">
            <a:extLst>
              <a:ext uri="{FF2B5EF4-FFF2-40B4-BE49-F238E27FC236}">
                <a16:creationId xmlns:a16="http://schemas.microsoft.com/office/drawing/2014/main" id="{7E949FA5-2A21-A3D7-3120-30E1A0CBA1BA}"/>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5189" r="5189"/>
          <a:stretch/>
        </p:blipFill>
        <p:spPr>
          <a:xfrm rot="5400000">
            <a:off x="7316570" y="1982572"/>
            <a:ext cx="6858002" cy="2892857"/>
          </a:xfrm>
          <a:prstGeom prst="rect">
            <a:avLst/>
          </a:prstGeom>
        </p:spPr>
      </p:pic>
      <p:sp>
        <p:nvSpPr>
          <p:cNvPr id="2" name="Text Placeholder 3">
            <a:extLst>
              <a:ext uri="{FF2B5EF4-FFF2-40B4-BE49-F238E27FC236}">
                <a16:creationId xmlns:a16="http://schemas.microsoft.com/office/drawing/2014/main" id="{EA593D01-B366-1C7A-016D-3A952A425B09}"/>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6" name="Title 5">
            <a:extLst>
              <a:ext uri="{FF2B5EF4-FFF2-40B4-BE49-F238E27FC236}">
                <a16:creationId xmlns:a16="http://schemas.microsoft.com/office/drawing/2014/main" id="{89B727AB-7970-6A95-AC91-00F2644113B6}"/>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2"/>
                </a:solidFill>
              </a:defRPr>
            </a:lvl1pPr>
          </a:lstStyle>
          <a:p>
            <a:r>
              <a:rPr lang="en-GB" err="1"/>
              <a:t>Hoofdstuk</a:t>
            </a:r>
            <a:r>
              <a:rPr lang="en-GB"/>
              <a:t> - </a:t>
            </a:r>
            <a:r>
              <a:rPr lang="en-GB" err="1"/>
              <a:t>Titel</a:t>
            </a:r>
            <a:endParaRPr lang="en-BE"/>
          </a:p>
        </p:txBody>
      </p:sp>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5DE3B9E7-321A-4E6C-8E9F-AD1E1D839DFB}" type="datetime4">
              <a:rPr lang="en-US" smtClean="0"/>
              <a:t>October 15, 2026</a:t>
            </a:fld>
            <a:endParaRPr lang="en-BE"/>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grpSp>
        <p:nvGrpSpPr>
          <p:cNvPr id="3" name="Graphic 10">
            <a:extLst>
              <a:ext uri="{FF2B5EF4-FFF2-40B4-BE49-F238E27FC236}">
                <a16:creationId xmlns:a16="http://schemas.microsoft.com/office/drawing/2014/main" id="{E6D829A7-C904-8A9A-23A5-FCBB631672D1}"/>
              </a:ext>
            </a:extLst>
          </p:cNvPr>
          <p:cNvGrpSpPr/>
          <p:nvPr userDrawn="1"/>
        </p:nvGrpSpPr>
        <p:grpSpPr>
          <a:xfrm>
            <a:off x="515936" y="512763"/>
            <a:ext cx="2144749" cy="508682"/>
            <a:chOff x="419100" y="2082800"/>
            <a:chExt cx="7770288" cy="1842923"/>
          </a:xfrm>
          <a:solidFill>
            <a:schemeClr val="bg2"/>
          </a:solidFill>
        </p:grpSpPr>
        <p:sp>
          <p:nvSpPr>
            <p:cNvPr id="4" name="Freeform 3">
              <a:extLst>
                <a:ext uri="{FF2B5EF4-FFF2-40B4-BE49-F238E27FC236}">
                  <a16:creationId xmlns:a16="http://schemas.microsoft.com/office/drawing/2014/main" id="{C4155CDF-5BB2-0B73-B13E-F402F1F0D01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8" name="Freeform 7">
              <a:extLst>
                <a:ext uri="{FF2B5EF4-FFF2-40B4-BE49-F238E27FC236}">
                  <a16:creationId xmlns:a16="http://schemas.microsoft.com/office/drawing/2014/main" id="{024181C2-5222-6331-32FB-3046650FADA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5852D811-CBE1-B69B-7B4E-CF783C29DE54}"/>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346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C7DC0E9-206B-3EC5-5A9A-91594C0EE8A4}"/>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t="20447"/>
          <a:stretch/>
        </p:blipFill>
        <p:spPr>
          <a:xfrm rot="10800000">
            <a:off x="6675543" y="5426034"/>
            <a:ext cx="4761335" cy="1431966"/>
          </a:xfrm>
          <a:prstGeom prst="rect">
            <a:avLst/>
          </a:prstGeom>
        </p:spPr>
      </p:pic>
      <p:pic>
        <p:nvPicPr>
          <p:cNvPr id="9" name="Graphic 8">
            <a:extLst>
              <a:ext uri="{FF2B5EF4-FFF2-40B4-BE49-F238E27FC236}">
                <a16:creationId xmlns:a16="http://schemas.microsoft.com/office/drawing/2014/main" id="{0E0157AD-A891-A1AC-9563-C7000319F2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6421892" y="1787400"/>
            <a:ext cx="5204805" cy="3283200"/>
          </a:xfrm>
          <a:prstGeom prst="rect">
            <a:avLst/>
          </a:prstGeom>
        </p:spPr>
      </p:pic>
      <p:pic>
        <p:nvPicPr>
          <p:cNvPr id="7" name="Graphic 6">
            <a:extLst>
              <a:ext uri="{FF2B5EF4-FFF2-40B4-BE49-F238E27FC236}">
                <a16:creationId xmlns:a16="http://schemas.microsoft.com/office/drawing/2014/main" id="{53BC9DF6-267F-1569-9F12-E1CB06A9EEF0}"/>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322AABF0-1A3A-478C-9148-A8AF51AC8D47}" type="datetime4">
              <a:rPr lang="en-US" smtClean="0"/>
              <a:t>October 15, 2026</a:t>
            </a:fld>
            <a:endParaRPr lang="en-BE"/>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A15E89CA-1E5F-6B52-C912-30D9822E4863}"/>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tx2"/>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6" name="Title 5">
            <a:extLst>
              <a:ext uri="{FF2B5EF4-FFF2-40B4-BE49-F238E27FC236}">
                <a16:creationId xmlns:a16="http://schemas.microsoft.com/office/drawing/2014/main" id="{B82E70A7-2C48-50B1-8E87-713A1B946F2C}"/>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2"/>
                </a:solidFill>
              </a:defRPr>
            </a:lvl1pPr>
          </a:lstStyle>
          <a:p>
            <a:r>
              <a:rPr lang="en-GB" err="1"/>
              <a:t>Hoofdstuk</a:t>
            </a:r>
            <a:r>
              <a:rPr lang="en-GB"/>
              <a:t> - </a:t>
            </a:r>
            <a:r>
              <a:rPr lang="en-GB" err="1"/>
              <a:t>Titel</a:t>
            </a:r>
            <a:endParaRPr lang="en-BE"/>
          </a:p>
        </p:txBody>
      </p:sp>
      <p:grpSp>
        <p:nvGrpSpPr>
          <p:cNvPr id="10" name="Graphic 10">
            <a:extLst>
              <a:ext uri="{FF2B5EF4-FFF2-40B4-BE49-F238E27FC236}">
                <a16:creationId xmlns:a16="http://schemas.microsoft.com/office/drawing/2014/main" id="{0F6ABC66-C52D-493A-4A02-B555F6CEE446}"/>
              </a:ext>
            </a:extLst>
          </p:cNvPr>
          <p:cNvGrpSpPr/>
          <p:nvPr userDrawn="1"/>
        </p:nvGrpSpPr>
        <p:grpSpPr>
          <a:xfrm>
            <a:off x="515936" y="512763"/>
            <a:ext cx="2144749" cy="508682"/>
            <a:chOff x="419100" y="2082800"/>
            <a:chExt cx="7770288" cy="1842923"/>
          </a:xfrm>
          <a:solidFill>
            <a:schemeClr val="bg2"/>
          </a:solidFill>
        </p:grpSpPr>
        <p:sp>
          <p:nvSpPr>
            <p:cNvPr id="11" name="Freeform 10">
              <a:extLst>
                <a:ext uri="{FF2B5EF4-FFF2-40B4-BE49-F238E27FC236}">
                  <a16:creationId xmlns:a16="http://schemas.microsoft.com/office/drawing/2014/main" id="{45B06E84-D286-23DC-F2C9-D7FBA527FF0D}"/>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840F0368-348F-B91F-4B87-D7C0EE032C43}"/>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679A3EDF-2B81-916C-4B07-44D213CFBB32}"/>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5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 inhou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D73269-B985-8940-6471-60C19BED7F0E}"/>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5" name="Date Placeholder 4">
            <a:extLst>
              <a:ext uri="{FF2B5EF4-FFF2-40B4-BE49-F238E27FC236}">
                <a16:creationId xmlns:a16="http://schemas.microsoft.com/office/drawing/2014/main" id="{16474CFE-E0F7-3140-4108-44D7495C6722}"/>
              </a:ext>
            </a:extLst>
          </p:cNvPr>
          <p:cNvSpPr>
            <a:spLocks noGrp="1"/>
          </p:cNvSpPr>
          <p:nvPr>
            <p:ph type="dt" sz="half" idx="23"/>
          </p:nvPr>
        </p:nvSpPr>
        <p:spPr/>
        <p:txBody>
          <a:bodyPr/>
          <a:lstStyle/>
          <a:p>
            <a:fld id="{042AD5C7-A0B4-4BAF-A407-55E27D09B4B0}" type="datetime4">
              <a:rPr lang="en-US" smtClean="0"/>
              <a:t>October 15, 2026</a:t>
            </a:fld>
            <a:endParaRPr lang="en-BE"/>
          </a:p>
        </p:txBody>
      </p:sp>
      <p:sp>
        <p:nvSpPr>
          <p:cNvPr id="6" name="Footer Placeholder 5">
            <a:extLst>
              <a:ext uri="{FF2B5EF4-FFF2-40B4-BE49-F238E27FC236}">
                <a16:creationId xmlns:a16="http://schemas.microsoft.com/office/drawing/2014/main" id="{35498DE0-78F2-FC62-93AF-60F7A96796C0}"/>
              </a:ext>
            </a:extLst>
          </p:cNvPr>
          <p:cNvSpPr>
            <a:spLocks noGrp="1"/>
          </p:cNvSpPr>
          <p:nvPr>
            <p:ph type="ftr" sz="quarter" idx="24"/>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AFB9ABD-C563-61B1-6D71-EAABD486CCD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4" name="Text Placeholder 9">
            <a:extLst>
              <a:ext uri="{FF2B5EF4-FFF2-40B4-BE49-F238E27FC236}">
                <a16:creationId xmlns:a16="http://schemas.microsoft.com/office/drawing/2014/main" id="{5DE3520F-B464-0DD1-1FF4-A471D8364B52}"/>
              </a:ext>
            </a:extLst>
          </p:cNvPr>
          <p:cNvSpPr>
            <a:spLocks noGrp="1"/>
          </p:cNvSpPr>
          <p:nvPr>
            <p:ph type="body" sz="quarter" idx="31" hasCustomPrompt="1"/>
          </p:nvPr>
        </p:nvSpPr>
        <p:spPr>
          <a:xfrm>
            <a:off x="515936" y="1628775"/>
            <a:ext cx="11160127"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620584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 2 kolomm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BDC6-B3B3-7F4B-F721-D9F06CCC7B07}"/>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3" name="Date Placeholder 2">
            <a:extLst>
              <a:ext uri="{FF2B5EF4-FFF2-40B4-BE49-F238E27FC236}">
                <a16:creationId xmlns:a16="http://schemas.microsoft.com/office/drawing/2014/main" id="{6DEC0DA0-A551-D6B3-2BCE-99146FAE1BC7}"/>
              </a:ext>
            </a:extLst>
          </p:cNvPr>
          <p:cNvSpPr>
            <a:spLocks noGrp="1"/>
          </p:cNvSpPr>
          <p:nvPr>
            <p:ph type="dt" sz="half" idx="24"/>
          </p:nvPr>
        </p:nvSpPr>
        <p:spPr/>
        <p:txBody>
          <a:bodyPr/>
          <a:lstStyle/>
          <a:p>
            <a:fld id="{C60CC606-236A-479D-919A-C0CBFEDA0D3A}" type="datetime4">
              <a:rPr lang="en-US" smtClean="0"/>
              <a:t>October 15, 2026</a:t>
            </a:fld>
            <a:endParaRPr lang="en-BE"/>
          </a:p>
        </p:txBody>
      </p:sp>
      <p:sp>
        <p:nvSpPr>
          <p:cNvPr id="4" name="Footer Placeholder 3">
            <a:extLst>
              <a:ext uri="{FF2B5EF4-FFF2-40B4-BE49-F238E27FC236}">
                <a16:creationId xmlns:a16="http://schemas.microsoft.com/office/drawing/2014/main" id="{494CA4E9-E664-2785-835C-512889A84F88}"/>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BD3CBE5E-9122-E02A-7CED-9015567A9752}"/>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9557DAA5-F5EB-EF95-7A4F-4EEE88EA78E3}"/>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
        <p:nvSpPr>
          <p:cNvPr id="10" name="Text Placeholder 9">
            <a:extLst>
              <a:ext uri="{FF2B5EF4-FFF2-40B4-BE49-F238E27FC236}">
                <a16:creationId xmlns:a16="http://schemas.microsoft.com/office/drawing/2014/main" id="{B77DBA36-DDE5-92A6-3086-F6603E8376D9}"/>
              </a:ext>
            </a:extLst>
          </p:cNvPr>
          <p:cNvSpPr>
            <a:spLocks noGrp="1"/>
          </p:cNvSpPr>
          <p:nvPr>
            <p:ph type="body" sz="quarter" idx="32" hasCustomPrompt="1"/>
          </p:nvPr>
        </p:nvSpPr>
        <p:spPr>
          <a:xfrm>
            <a:off x="6353971"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022972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itels + 2 kolomme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FBB3D9-5491-08FB-7248-0C56498D3FDE}"/>
              </a:ext>
            </a:extLst>
          </p:cNvPr>
          <p:cNvSpPr>
            <a:spLocks noGrp="1"/>
          </p:cNvSpPr>
          <p:nvPr>
            <p:ph type="title" hasCustomPrompt="1"/>
          </p:nvPr>
        </p:nvSpPr>
        <p:spPr>
          <a:xfrm>
            <a:off x="515938" y="304419"/>
            <a:ext cx="5322090" cy="1116012"/>
          </a:xfrm>
        </p:spPr>
        <p:txBody>
          <a:bodyPr lIns="90000"/>
          <a:lstStyle/>
          <a:p>
            <a:r>
              <a:rPr lang="en-GB"/>
              <a:t>Korte of </a:t>
            </a:r>
            <a:r>
              <a:rPr lang="en-GB" err="1"/>
              <a:t>lange</a:t>
            </a:r>
            <a:r>
              <a:rPr lang="en-GB"/>
              <a:t> </a:t>
            </a:r>
            <a:r>
              <a:rPr lang="en-GB" err="1"/>
              <a:t>titel</a:t>
            </a:r>
            <a:endParaRPr lang="en-BE"/>
          </a:p>
        </p:txBody>
      </p:sp>
      <p:sp>
        <p:nvSpPr>
          <p:cNvPr id="11" name="Text Placeholder 10">
            <a:extLst>
              <a:ext uri="{FF2B5EF4-FFF2-40B4-BE49-F238E27FC236}">
                <a16:creationId xmlns:a16="http://schemas.microsoft.com/office/drawing/2014/main" id="{BADCD618-5862-1ACC-FB63-D9EAC21F85D1}"/>
              </a:ext>
            </a:extLst>
          </p:cNvPr>
          <p:cNvSpPr>
            <a:spLocks noGrp="1"/>
          </p:cNvSpPr>
          <p:nvPr>
            <p:ph type="body" sz="quarter" idx="24" hasCustomPrompt="1"/>
          </p:nvPr>
        </p:nvSpPr>
        <p:spPr>
          <a:xfrm>
            <a:off x="6353973" y="304419"/>
            <a:ext cx="5322090" cy="1116013"/>
          </a:xfrm>
          <a:prstGeom prst="rect">
            <a:avLst/>
          </a:prstGeom>
        </p:spPr>
        <p:txBody>
          <a:bodyPr lIns="90000" tIns="46800" rIns="90000" bIns="46800" anchor="ctr">
            <a:noAutofit/>
          </a:bodyPr>
          <a:lstStyle>
            <a:lvl1pPr>
              <a:lnSpc>
                <a:spcPct val="85000"/>
              </a:lnSpc>
              <a:defRPr sz="4400" b="1" i="0">
                <a:solidFill>
                  <a:schemeClr val="bg2"/>
                </a:solidFill>
                <a:latin typeface="Century Gothic" panose="020B0502020202020204" pitchFamily="34" charset="0"/>
              </a:defRPr>
            </a:lvl1pPr>
          </a:lstStyle>
          <a:p>
            <a:pPr lvl="0"/>
            <a:r>
              <a:rPr lang="en-GB"/>
              <a:t>Korte of </a:t>
            </a:r>
            <a:r>
              <a:rPr lang="en-GB" err="1"/>
              <a:t>lange</a:t>
            </a:r>
            <a:r>
              <a:rPr lang="en-GB"/>
              <a:t> </a:t>
            </a:r>
            <a:r>
              <a:rPr lang="en-GB" err="1"/>
              <a:t>titel</a:t>
            </a:r>
            <a:endParaRPr lang="en-BE"/>
          </a:p>
        </p:txBody>
      </p:sp>
      <p:sp>
        <p:nvSpPr>
          <p:cNvPr id="2" name="Date Placeholder 1">
            <a:extLst>
              <a:ext uri="{FF2B5EF4-FFF2-40B4-BE49-F238E27FC236}">
                <a16:creationId xmlns:a16="http://schemas.microsoft.com/office/drawing/2014/main" id="{2F55D77F-BF38-F71B-C592-8AC4ECC4BA06}"/>
              </a:ext>
            </a:extLst>
          </p:cNvPr>
          <p:cNvSpPr>
            <a:spLocks noGrp="1"/>
          </p:cNvSpPr>
          <p:nvPr>
            <p:ph type="dt" sz="half" idx="25"/>
          </p:nvPr>
        </p:nvSpPr>
        <p:spPr/>
        <p:txBody>
          <a:bodyPr/>
          <a:lstStyle/>
          <a:p>
            <a:fld id="{3532D8BA-A475-4F28-85A3-F5D83E86EB88}" type="datetime4">
              <a:rPr lang="en-US" smtClean="0"/>
              <a:t>October 15, 2026</a:t>
            </a:fld>
            <a:endParaRPr lang="en-BE"/>
          </a:p>
        </p:txBody>
      </p:sp>
      <p:sp>
        <p:nvSpPr>
          <p:cNvPr id="3" name="Footer Placeholder 2">
            <a:extLst>
              <a:ext uri="{FF2B5EF4-FFF2-40B4-BE49-F238E27FC236}">
                <a16:creationId xmlns:a16="http://schemas.microsoft.com/office/drawing/2014/main" id="{30B3CFAE-7ED8-6D96-89E0-496BA1768003}"/>
              </a:ext>
            </a:extLst>
          </p:cNvPr>
          <p:cNvSpPr>
            <a:spLocks noGrp="1"/>
          </p:cNvSpPr>
          <p:nvPr>
            <p:ph type="ftr" sz="quarter" idx="26"/>
          </p:nvPr>
        </p:nvSpPr>
        <p:spPr/>
        <p:txBody>
          <a:bodyPr/>
          <a:lstStyle/>
          <a:p>
            <a:r>
              <a:rPr lang="en-GB"/>
              <a:t>Voettekst</a:t>
            </a:r>
            <a:endParaRPr lang="en-BE"/>
          </a:p>
        </p:txBody>
      </p:sp>
      <p:sp>
        <p:nvSpPr>
          <p:cNvPr id="4" name="Slide Number Placeholder 3">
            <a:extLst>
              <a:ext uri="{FF2B5EF4-FFF2-40B4-BE49-F238E27FC236}">
                <a16:creationId xmlns:a16="http://schemas.microsoft.com/office/drawing/2014/main" id="{C645FA79-34B6-D880-2E66-87A45ED101A0}"/>
              </a:ext>
            </a:extLst>
          </p:cNvPr>
          <p:cNvSpPr>
            <a:spLocks noGrp="1"/>
          </p:cNvSpPr>
          <p:nvPr>
            <p:ph type="sldNum" sz="quarter" idx="27"/>
          </p:nvPr>
        </p:nvSpPr>
        <p:spPr/>
        <p:txBody>
          <a:bodyPr/>
          <a:lstStyle/>
          <a:p>
            <a:fld id="{8B70248A-FD0F-534C-919E-E8EB9B0FC062}" type="slidenum">
              <a:rPr lang="en-BE" smtClean="0"/>
              <a:pPr/>
              <a:t>‹#›</a:t>
            </a:fld>
            <a:endParaRPr lang="en-BE"/>
          </a:p>
        </p:txBody>
      </p:sp>
      <p:sp>
        <p:nvSpPr>
          <p:cNvPr id="5" name="Text Placeholder 9">
            <a:extLst>
              <a:ext uri="{FF2B5EF4-FFF2-40B4-BE49-F238E27FC236}">
                <a16:creationId xmlns:a16="http://schemas.microsoft.com/office/drawing/2014/main" id="{E192B4F4-000C-5D76-23FB-846B97E2EF0D}"/>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
        <p:nvSpPr>
          <p:cNvPr id="7" name="Text Placeholder 9">
            <a:extLst>
              <a:ext uri="{FF2B5EF4-FFF2-40B4-BE49-F238E27FC236}">
                <a16:creationId xmlns:a16="http://schemas.microsoft.com/office/drawing/2014/main" id="{1AA25077-A7CF-1DB7-8E91-80AF2D9A1E63}"/>
              </a:ext>
            </a:extLst>
          </p:cNvPr>
          <p:cNvSpPr>
            <a:spLocks noGrp="1"/>
          </p:cNvSpPr>
          <p:nvPr>
            <p:ph type="body" sz="quarter" idx="32" hasCustomPrompt="1"/>
          </p:nvPr>
        </p:nvSpPr>
        <p:spPr>
          <a:xfrm>
            <a:off x="6353971"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1060932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 inhoud + foto (links) /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8CEA147-0025-0F98-97B2-E6125D9F8042}"/>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0"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a:xfrm>
            <a:off x="6096000" y="304419"/>
            <a:ext cx="5580062" cy="1116012"/>
          </a:xfrm>
        </p:spPr>
        <p:txBody>
          <a:bodyPr/>
          <a:lstStyle/>
          <a:p>
            <a:r>
              <a:rPr lang="en-GB"/>
              <a:t>Korte of </a:t>
            </a:r>
            <a:r>
              <a:rPr lang="en-GB" err="1"/>
              <a:t>lange</a:t>
            </a:r>
            <a:r>
              <a:rPr lang="en-GB"/>
              <a:t> </a:t>
            </a:r>
            <a:r>
              <a:rPr lang="en-GB" err="1"/>
              <a:t>titel</a:t>
            </a:r>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857E6AF9-7610-4073-BBBC-EBBA40F1E011}" type="datetime4">
              <a:rPr lang="en-US" smtClean="0"/>
              <a:t>October 15, 2026</a:t>
            </a:fld>
            <a:endParaRPr lang="en-BE"/>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0" name="Text Placeholder 9">
            <a:extLst>
              <a:ext uri="{FF2B5EF4-FFF2-40B4-BE49-F238E27FC236}">
                <a16:creationId xmlns:a16="http://schemas.microsoft.com/office/drawing/2014/main" id="{58E50CE9-799E-DC5E-2372-42532E9151FE}"/>
              </a:ext>
            </a:extLst>
          </p:cNvPr>
          <p:cNvSpPr>
            <a:spLocks noGrp="1"/>
          </p:cNvSpPr>
          <p:nvPr>
            <p:ph type="body" sz="quarter" idx="32" hasCustomPrompt="1"/>
          </p:nvPr>
        </p:nvSpPr>
        <p:spPr>
          <a:xfrm>
            <a:off x="6096001" y="1628775"/>
            <a:ext cx="5580064"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1142611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 inhoud + foto (links) /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F8EF-B7DD-C982-17C6-4A394AF78F56}"/>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515938"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8FC55A0A-43BD-4A06-8CB7-A44A9C987641}" type="datetime4">
              <a:rPr lang="en-US" smtClean="0"/>
              <a:t>October 15, 2026</a:t>
            </a:fld>
            <a:endParaRPr lang="en-BE"/>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1" name="Text Placeholder 9">
            <a:extLst>
              <a:ext uri="{FF2B5EF4-FFF2-40B4-BE49-F238E27FC236}">
                <a16:creationId xmlns:a16="http://schemas.microsoft.com/office/drawing/2014/main" id="{7582BC15-252B-9CF6-D98C-10F5575F8CBB}"/>
              </a:ext>
            </a:extLst>
          </p:cNvPr>
          <p:cNvSpPr>
            <a:spLocks noGrp="1"/>
          </p:cNvSpPr>
          <p:nvPr>
            <p:ph type="body" sz="quarter" idx="32" hasCustomPrompt="1"/>
          </p:nvPr>
        </p:nvSpPr>
        <p:spPr>
          <a:xfrm>
            <a:off x="6353971" y="1628775"/>
            <a:ext cx="5322093" cy="4716463"/>
          </a:xfrm>
        </p:spPr>
        <p:txBody>
          <a:bodyPr lIns="0"/>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4258741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 inhoud + foto (rechts) /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8CEA147-0025-0F98-97B2-E6125D9F8042}"/>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6" name="Picture Placeholder 6">
            <a:extLst>
              <a:ext uri="{FF2B5EF4-FFF2-40B4-BE49-F238E27FC236}">
                <a16:creationId xmlns:a16="http://schemas.microsoft.com/office/drawing/2014/main" id="{8378D874-02C3-B921-813D-10D1F11F5A17}"/>
              </a:ext>
            </a:extLst>
          </p:cNvPr>
          <p:cNvSpPr>
            <a:spLocks noGrp="1"/>
          </p:cNvSpPr>
          <p:nvPr>
            <p:ph type="pic" sz="quarter" idx="12"/>
          </p:nvPr>
        </p:nvSpPr>
        <p:spPr>
          <a:xfrm>
            <a:off x="6353969" y="0"/>
            <a:ext cx="5838030"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617328BC-5F7B-1D81-FED8-DD493F261AFE}"/>
              </a:ext>
            </a:extLst>
          </p:cNvPr>
          <p:cNvSpPr>
            <a:spLocks noGrp="1"/>
          </p:cNvSpPr>
          <p:nvPr>
            <p:ph type="dt" sz="half" idx="23"/>
          </p:nvPr>
        </p:nvSpPr>
        <p:spPr/>
        <p:txBody>
          <a:bodyPr/>
          <a:lstStyle/>
          <a:p>
            <a:fld id="{7F1E4942-FFF0-41CC-8BCB-8FDC564FF7DE}" type="datetime4">
              <a:rPr lang="en-US" smtClean="0"/>
              <a:t>October 15, 2026</a:t>
            </a:fld>
            <a:endParaRPr lang="en-BE"/>
          </a:p>
        </p:txBody>
      </p:sp>
      <p:sp>
        <p:nvSpPr>
          <p:cNvPr id="4" name="Footer Placeholder 3">
            <a:extLst>
              <a:ext uri="{FF2B5EF4-FFF2-40B4-BE49-F238E27FC236}">
                <a16:creationId xmlns:a16="http://schemas.microsoft.com/office/drawing/2014/main" id="{59F3F675-2EE5-0F45-D48A-C822B2F890CC}"/>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BE6D7A2D-B3D3-EA04-B2B2-EE28076E5774}"/>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F06F01A4-C9D2-BE35-0426-9AB950A35013}"/>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
        <p:nvSpPr>
          <p:cNvPr id="10" name="Title 9">
            <a:extLst>
              <a:ext uri="{FF2B5EF4-FFF2-40B4-BE49-F238E27FC236}">
                <a16:creationId xmlns:a16="http://schemas.microsoft.com/office/drawing/2014/main" id="{22D81DE2-D391-8E7C-7E33-2BF8ADA6F102}"/>
              </a:ext>
            </a:extLst>
          </p:cNvPr>
          <p:cNvSpPr>
            <a:spLocks noGrp="1"/>
          </p:cNvSpPr>
          <p:nvPr>
            <p:ph type="title" hasCustomPrompt="1"/>
          </p:nvPr>
        </p:nvSpPr>
        <p:spPr>
          <a:xfrm>
            <a:off x="515937" y="304419"/>
            <a:ext cx="5580063" cy="1116012"/>
          </a:xfrm>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38432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 inhoud + foto (rechts) / 2">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itle 5">
            <a:extLst>
              <a:ext uri="{FF2B5EF4-FFF2-40B4-BE49-F238E27FC236}">
                <a16:creationId xmlns:a16="http://schemas.microsoft.com/office/drawing/2014/main" id="{43ED01CD-4DE7-B556-5103-FD866A30B801}"/>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3" name="Date Placeholder 2">
            <a:extLst>
              <a:ext uri="{FF2B5EF4-FFF2-40B4-BE49-F238E27FC236}">
                <a16:creationId xmlns:a16="http://schemas.microsoft.com/office/drawing/2014/main" id="{F1915603-956E-DDD7-689A-D288A5269A8C}"/>
              </a:ext>
            </a:extLst>
          </p:cNvPr>
          <p:cNvSpPr>
            <a:spLocks noGrp="1"/>
          </p:cNvSpPr>
          <p:nvPr>
            <p:ph type="dt" sz="half" idx="23"/>
          </p:nvPr>
        </p:nvSpPr>
        <p:spPr/>
        <p:txBody>
          <a:bodyPr/>
          <a:lstStyle/>
          <a:p>
            <a:fld id="{06E68734-2502-4DC5-8E12-4C3074920550}" type="datetime4">
              <a:rPr lang="en-US" smtClean="0"/>
              <a:t>October 15, 2026</a:t>
            </a:fld>
            <a:endParaRPr lang="en-BE"/>
          </a:p>
        </p:txBody>
      </p:sp>
      <p:sp>
        <p:nvSpPr>
          <p:cNvPr id="4" name="Footer Placeholder 3">
            <a:extLst>
              <a:ext uri="{FF2B5EF4-FFF2-40B4-BE49-F238E27FC236}">
                <a16:creationId xmlns:a16="http://schemas.microsoft.com/office/drawing/2014/main" id="{7ED7CAD8-B3AF-8B8A-DE4C-E234E149D8AA}"/>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2E139D71-6913-528F-3156-3E1F26F9EFBD}"/>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ext Placeholder 9">
            <a:extLst>
              <a:ext uri="{FF2B5EF4-FFF2-40B4-BE49-F238E27FC236}">
                <a16:creationId xmlns:a16="http://schemas.microsoft.com/office/drawing/2014/main" id="{CF5A95B0-3690-6E2E-1250-2C7C9654CFB5}"/>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10975074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 inhoud + patroon/foto 1">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32ADBBFE-8B79-4B13-5185-1AA5D799BF0C}"/>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16200000">
            <a:off x="5760375" y="941218"/>
            <a:ext cx="7887684" cy="4975564"/>
          </a:xfrm>
          <a:custGeom>
            <a:avLst/>
            <a:gdLst>
              <a:gd name="connsiteX0" fmla="*/ 7887684 w 7887684"/>
              <a:gd name="connsiteY0" fmla="*/ 0 h 4975564"/>
              <a:gd name="connsiteX1" fmla="*/ 7887684 w 7887684"/>
              <a:gd name="connsiteY1" fmla="*/ 1171661 h 4975564"/>
              <a:gd name="connsiteX2" fmla="*/ 7372842 w 7887684"/>
              <a:gd name="connsiteY2" fmla="*/ 1171661 h 4975564"/>
              <a:gd name="connsiteX3" fmla="*/ 7372842 w 7887684"/>
              <a:gd name="connsiteY3" fmla="*/ 4975564 h 4975564"/>
              <a:gd name="connsiteX4" fmla="*/ 503731 w 7887684"/>
              <a:gd name="connsiteY4" fmla="*/ 4975564 h 4975564"/>
              <a:gd name="connsiteX5" fmla="*/ 503731 w 7887684"/>
              <a:gd name="connsiteY5" fmla="*/ 1171661 h 4975564"/>
              <a:gd name="connsiteX6" fmla="*/ 0 w 7887684"/>
              <a:gd name="connsiteY6" fmla="*/ 1171661 h 4975564"/>
              <a:gd name="connsiteX7" fmla="*/ 0 w 7887684"/>
              <a:gd name="connsiteY7" fmla="*/ 0 h 4975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7684" h="4975564">
                <a:moveTo>
                  <a:pt x="7887684" y="0"/>
                </a:moveTo>
                <a:lnTo>
                  <a:pt x="7887684" y="1171661"/>
                </a:lnTo>
                <a:lnTo>
                  <a:pt x="7372842" y="1171661"/>
                </a:lnTo>
                <a:lnTo>
                  <a:pt x="7372842" y="4975564"/>
                </a:lnTo>
                <a:lnTo>
                  <a:pt x="503731" y="4975564"/>
                </a:lnTo>
                <a:lnTo>
                  <a:pt x="503731" y="1171661"/>
                </a:lnTo>
                <a:lnTo>
                  <a:pt x="0" y="1171661"/>
                </a:lnTo>
                <a:lnTo>
                  <a:pt x="0"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0C3897D9-0CFC-46F1-83A0-B86449D007C5}" type="datetime4">
              <a:rPr lang="en-US" smtClean="0"/>
              <a:t>October 15, 2026</a:t>
            </a:fld>
            <a:endParaRPr lang="en-BE"/>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a:t>Korte of </a:t>
            </a:r>
            <a:r>
              <a:rPr lang="en-GB" err="1"/>
              <a:t>lange</a:t>
            </a:r>
            <a:r>
              <a:rPr lang="en-GB"/>
              <a:t> </a:t>
            </a:r>
            <a:r>
              <a:rPr lang="en-GB" err="1"/>
              <a:t>titel</a:t>
            </a:r>
            <a:endParaRPr lang="en-BE"/>
          </a:p>
        </p:txBody>
      </p:sp>
      <p:sp>
        <p:nvSpPr>
          <p:cNvPr id="3" name="Text Placeholder 9">
            <a:extLst>
              <a:ext uri="{FF2B5EF4-FFF2-40B4-BE49-F238E27FC236}">
                <a16:creationId xmlns:a16="http://schemas.microsoft.com/office/drawing/2014/main" id="{4557F868-D01C-34B4-3D4B-16A8F5575FE8}"/>
              </a:ext>
            </a:extLst>
          </p:cNvPr>
          <p:cNvSpPr>
            <a:spLocks noGrp="1"/>
          </p:cNvSpPr>
          <p:nvPr>
            <p:ph type="body" sz="quarter" idx="31" hasCustomPrompt="1"/>
          </p:nvPr>
        </p:nvSpPr>
        <p:spPr>
          <a:xfrm>
            <a:off x="515936" y="1628775"/>
            <a:ext cx="11160126"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296258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 inhoud + patroon/foto 2">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03BA3DC6-D65A-81E9-A20F-81CD2B1DCFEC}"/>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8754" r="8887" b="5227"/>
          <a:stretch>
            <a:fillRect/>
          </a:stretch>
        </p:blipFill>
        <p:spPr>
          <a:xfrm rot="16200000">
            <a:off x="6269881" y="946992"/>
            <a:ext cx="6869112" cy="4975126"/>
          </a:xfrm>
          <a:custGeom>
            <a:avLst/>
            <a:gdLst>
              <a:gd name="connsiteX0" fmla="*/ 6869112 w 6869112"/>
              <a:gd name="connsiteY0" fmla="*/ 0 h 4975126"/>
              <a:gd name="connsiteX1" fmla="*/ 6869112 w 6869112"/>
              <a:gd name="connsiteY1" fmla="*/ 4975126 h 4975126"/>
              <a:gd name="connsiteX2" fmla="*/ 0 w 6869112"/>
              <a:gd name="connsiteY2" fmla="*/ 4975126 h 4975126"/>
              <a:gd name="connsiteX3" fmla="*/ 1 w 6869112"/>
              <a:gd name="connsiteY3" fmla="*/ 0 h 4975126"/>
            </a:gdLst>
            <a:ahLst/>
            <a:cxnLst>
              <a:cxn ang="0">
                <a:pos x="connsiteX0" y="connsiteY0"/>
              </a:cxn>
              <a:cxn ang="0">
                <a:pos x="connsiteX1" y="connsiteY1"/>
              </a:cxn>
              <a:cxn ang="0">
                <a:pos x="connsiteX2" y="connsiteY2"/>
              </a:cxn>
              <a:cxn ang="0">
                <a:pos x="connsiteX3" y="connsiteY3"/>
              </a:cxn>
            </a:cxnLst>
            <a:rect l="l" t="t" r="r" b="b"/>
            <a:pathLst>
              <a:path w="6869112" h="4975126">
                <a:moveTo>
                  <a:pt x="6869112" y="0"/>
                </a:moveTo>
                <a:lnTo>
                  <a:pt x="6869112" y="4975126"/>
                </a:lnTo>
                <a:lnTo>
                  <a:pt x="0" y="4975126"/>
                </a:lnTo>
                <a:lnTo>
                  <a:pt x="1"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F983E18A-8356-4C05-AA86-59628396F09C}" type="datetime4">
              <a:rPr lang="en-US" smtClean="0"/>
              <a:t>October 15, 2026</a:t>
            </a:fld>
            <a:endParaRPr lang="en-BE"/>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a:t>Korte of </a:t>
            </a:r>
            <a:r>
              <a:rPr lang="en-GB" err="1"/>
              <a:t>lange</a:t>
            </a:r>
            <a:r>
              <a:rPr lang="en-GB"/>
              <a:t> </a:t>
            </a:r>
            <a:r>
              <a:rPr lang="en-GB" err="1"/>
              <a:t>titel</a:t>
            </a:r>
            <a:endParaRPr lang="en-BE"/>
          </a:p>
        </p:txBody>
      </p:sp>
      <p:sp>
        <p:nvSpPr>
          <p:cNvPr id="3" name="Text Placeholder 9">
            <a:extLst>
              <a:ext uri="{FF2B5EF4-FFF2-40B4-BE49-F238E27FC236}">
                <a16:creationId xmlns:a16="http://schemas.microsoft.com/office/drawing/2014/main" id="{43F89E07-CD75-49F7-0E54-E116911C9AE8}"/>
              </a:ext>
            </a:extLst>
          </p:cNvPr>
          <p:cNvSpPr>
            <a:spLocks noGrp="1"/>
          </p:cNvSpPr>
          <p:nvPr>
            <p:ph type="body" sz="quarter" idx="31" hasCustomPrompt="1"/>
          </p:nvPr>
        </p:nvSpPr>
        <p:spPr>
          <a:xfrm>
            <a:off x="515936" y="1628775"/>
            <a:ext cx="11160126"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400716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 inhoud + patroon/foto 3">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B2848F40-D88C-A8ED-DFA0-683C7CFBF649}"/>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16200000">
            <a:off x="5760941" y="941436"/>
            <a:ext cx="7886991" cy="4975127"/>
          </a:xfrm>
          <a:custGeom>
            <a:avLst/>
            <a:gdLst>
              <a:gd name="connsiteX0" fmla="*/ 7886991 w 7886991"/>
              <a:gd name="connsiteY0" fmla="*/ 0 h 4975127"/>
              <a:gd name="connsiteX1" fmla="*/ 7886991 w 7886991"/>
              <a:gd name="connsiteY1" fmla="*/ 439703 h 4975127"/>
              <a:gd name="connsiteX2" fmla="*/ 7372495 w 7886991"/>
              <a:gd name="connsiteY2" fmla="*/ 439703 h 4975127"/>
              <a:gd name="connsiteX3" fmla="*/ 7372495 w 7886991"/>
              <a:gd name="connsiteY3" fmla="*/ 4975127 h 4975127"/>
              <a:gd name="connsiteX4" fmla="*/ 514495 w 7886991"/>
              <a:gd name="connsiteY4" fmla="*/ 4975127 h 4975127"/>
              <a:gd name="connsiteX5" fmla="*/ 514495 w 7886991"/>
              <a:gd name="connsiteY5" fmla="*/ 159287 h 4975127"/>
              <a:gd name="connsiteX6" fmla="*/ 0 w 7886991"/>
              <a:gd name="connsiteY6" fmla="*/ 159287 h 4975127"/>
              <a:gd name="connsiteX7" fmla="*/ 0 w 7886991"/>
              <a:gd name="connsiteY7" fmla="*/ 0 h 497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86991" h="4975127">
                <a:moveTo>
                  <a:pt x="7886991" y="0"/>
                </a:moveTo>
                <a:lnTo>
                  <a:pt x="7886991" y="439703"/>
                </a:lnTo>
                <a:lnTo>
                  <a:pt x="7372495" y="439703"/>
                </a:lnTo>
                <a:lnTo>
                  <a:pt x="7372495" y="4975127"/>
                </a:lnTo>
                <a:lnTo>
                  <a:pt x="514495" y="4975127"/>
                </a:lnTo>
                <a:lnTo>
                  <a:pt x="514495" y="159287"/>
                </a:lnTo>
                <a:lnTo>
                  <a:pt x="0" y="159287"/>
                </a:lnTo>
                <a:lnTo>
                  <a:pt x="0" y="0"/>
                </a:lnTo>
                <a:close/>
              </a:path>
            </a:pathLst>
          </a:custGeom>
        </p:spPr>
      </p:pic>
      <p:sp>
        <p:nvSpPr>
          <p:cNvPr id="16" name="Picture Placeholder 15">
            <a:extLst>
              <a:ext uri="{FF2B5EF4-FFF2-40B4-BE49-F238E27FC236}">
                <a16:creationId xmlns:a16="http://schemas.microsoft.com/office/drawing/2014/main" id="{1096B116-79A6-E2F5-2F56-52A7018D66E5}"/>
              </a:ext>
            </a:extLst>
          </p:cNvPr>
          <p:cNvSpPr>
            <a:spLocks noGrp="1" noChangeAspect="1"/>
          </p:cNvSpPr>
          <p:nvPr>
            <p:ph type="pic" sz="quarter" idx="13" hasCustomPrompt="1"/>
          </p:nvPr>
        </p:nvSpPr>
        <p:spPr>
          <a:xfrm>
            <a:off x="7216875" y="1"/>
            <a:ext cx="4975124" cy="6857999"/>
          </a:xfrm>
          <a:custGeom>
            <a:avLst/>
            <a:gdLst>
              <a:gd name="connsiteX0" fmla="*/ 2006355 w 4975124"/>
              <a:gd name="connsiteY0" fmla="*/ 0 h 6857999"/>
              <a:gd name="connsiteX1" fmla="*/ 4975124 w 4975124"/>
              <a:gd name="connsiteY1" fmla="*/ 0 h 6857999"/>
              <a:gd name="connsiteX2" fmla="*/ 4975124 w 4975124"/>
              <a:gd name="connsiteY2" fmla="*/ 6857999 h 6857999"/>
              <a:gd name="connsiteX3" fmla="*/ 2006353 w 4975124"/>
              <a:gd name="connsiteY3" fmla="*/ 6857999 h 6857999"/>
              <a:gd name="connsiteX4" fmla="*/ 1735785 w 4975124"/>
              <a:gd name="connsiteY4" fmla="*/ 6693625 h 6857999"/>
              <a:gd name="connsiteX5" fmla="*/ 0 w 4975124"/>
              <a:gd name="connsiteY5" fmla="*/ 3429000 h 6857999"/>
              <a:gd name="connsiteX6" fmla="*/ 1735784 w 4975124"/>
              <a:gd name="connsiteY6" fmla="*/ 1643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5124" h="6857999">
                <a:moveTo>
                  <a:pt x="2006355" y="0"/>
                </a:moveTo>
                <a:lnTo>
                  <a:pt x="4975124" y="0"/>
                </a:lnTo>
                <a:lnTo>
                  <a:pt x="4975124" y="6857999"/>
                </a:lnTo>
                <a:lnTo>
                  <a:pt x="2006353" y="6857999"/>
                </a:lnTo>
                <a:lnTo>
                  <a:pt x="1735785" y="6693625"/>
                </a:lnTo>
                <a:cubicBezTo>
                  <a:pt x="688535" y="5986115"/>
                  <a:pt x="0" y="4787963"/>
                  <a:pt x="0" y="3429000"/>
                </a:cubicBezTo>
                <a:cubicBezTo>
                  <a:pt x="0" y="2070038"/>
                  <a:pt x="688535" y="871886"/>
                  <a:pt x="1735784" y="164376"/>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65812BC2-1117-44DF-BEC4-DA3763B9AE3E}" type="datetime4">
              <a:rPr lang="en-US" smtClean="0"/>
              <a:t>October 15, 2026</a:t>
            </a:fld>
            <a:endParaRPr lang="en-BE"/>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11160128" cy="1116012"/>
          </a:xfrm>
        </p:spPr>
        <p:txBody>
          <a:bodyPr/>
          <a:lstStyle/>
          <a:p>
            <a:r>
              <a:rPr lang="en-GB"/>
              <a:t>Korte of </a:t>
            </a:r>
            <a:r>
              <a:rPr lang="en-GB" err="1"/>
              <a:t>lange</a:t>
            </a:r>
            <a:r>
              <a:rPr lang="en-GB"/>
              <a:t> </a:t>
            </a:r>
            <a:r>
              <a:rPr lang="en-GB" err="1"/>
              <a:t>titel</a:t>
            </a:r>
            <a:endParaRPr lang="en-BE"/>
          </a:p>
        </p:txBody>
      </p:sp>
      <p:sp>
        <p:nvSpPr>
          <p:cNvPr id="3" name="Text Placeholder 9">
            <a:extLst>
              <a:ext uri="{FF2B5EF4-FFF2-40B4-BE49-F238E27FC236}">
                <a16:creationId xmlns:a16="http://schemas.microsoft.com/office/drawing/2014/main" id="{4A954ACF-6B35-A610-D684-45E079309484}"/>
              </a:ext>
            </a:extLst>
          </p:cNvPr>
          <p:cNvSpPr>
            <a:spLocks noGrp="1"/>
          </p:cNvSpPr>
          <p:nvPr>
            <p:ph type="body" sz="quarter" idx="31" hasCustomPrompt="1"/>
          </p:nvPr>
        </p:nvSpPr>
        <p:spPr>
          <a:xfrm>
            <a:off x="515936" y="1628775"/>
            <a:ext cx="11160126"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467264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 inhoud + patroon/foto 4">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D5C514-92E9-E06E-E650-E399D8A7C47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808800" y="0"/>
            <a:ext cx="2895600" cy="6857999"/>
          </a:xfrm>
          <a:prstGeom prst="rect">
            <a:avLst/>
          </a:prstGeom>
        </p:spPr>
      </p:pic>
      <p:sp>
        <p:nvSpPr>
          <p:cNvPr id="8" name="Picture Placeholder 16">
            <a:extLst>
              <a:ext uri="{FF2B5EF4-FFF2-40B4-BE49-F238E27FC236}">
                <a16:creationId xmlns:a16="http://schemas.microsoft.com/office/drawing/2014/main" id="{4B895A2D-841E-656E-0A48-2304BE39785D}"/>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highlight>
                  <a:srgbClr val="FFFF00"/>
                </a:highlight>
                <a:latin typeface="+mn-lt"/>
              </a:defRPr>
            </a:lvl1pPr>
          </a:lstStyle>
          <a:p>
            <a:endParaRPr lang="nl-NL"/>
          </a:p>
        </p:txBody>
      </p:sp>
      <p:sp>
        <p:nvSpPr>
          <p:cNvPr id="2" name="Date Placeholder 1">
            <a:extLst>
              <a:ext uri="{FF2B5EF4-FFF2-40B4-BE49-F238E27FC236}">
                <a16:creationId xmlns:a16="http://schemas.microsoft.com/office/drawing/2014/main" id="{748E8234-18F8-5877-DBC5-2171158182ED}"/>
              </a:ext>
            </a:extLst>
          </p:cNvPr>
          <p:cNvSpPr>
            <a:spLocks noGrp="1"/>
          </p:cNvSpPr>
          <p:nvPr>
            <p:ph type="dt" sz="half" idx="24"/>
          </p:nvPr>
        </p:nvSpPr>
        <p:spPr/>
        <p:txBody>
          <a:bodyPr/>
          <a:lstStyle/>
          <a:p>
            <a:fld id="{6C284C3B-27D8-42B0-927F-55218B35D330}" type="datetime4">
              <a:rPr lang="en-US" smtClean="0"/>
              <a:t>October 15, 2026</a:t>
            </a:fld>
            <a:endParaRPr lang="en-BE"/>
          </a:p>
        </p:txBody>
      </p:sp>
      <p:sp>
        <p:nvSpPr>
          <p:cNvPr id="4" name="Footer Placeholder 3">
            <a:extLst>
              <a:ext uri="{FF2B5EF4-FFF2-40B4-BE49-F238E27FC236}">
                <a16:creationId xmlns:a16="http://schemas.microsoft.com/office/drawing/2014/main" id="{E69214A3-87A6-16AE-F2D6-2E3CA47ABEF5}"/>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90DAB234-D151-DAD3-69B7-1AE5212BC24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1">
            <a:extLst>
              <a:ext uri="{FF2B5EF4-FFF2-40B4-BE49-F238E27FC236}">
                <a16:creationId xmlns:a16="http://schemas.microsoft.com/office/drawing/2014/main" id="{3F08B6FD-E919-85C8-947E-D1B395FAEFFA}"/>
              </a:ext>
            </a:extLst>
          </p:cNvPr>
          <p:cNvSpPr>
            <a:spLocks noGrp="1"/>
          </p:cNvSpPr>
          <p:nvPr>
            <p:ph type="title" hasCustomPrompt="1"/>
          </p:nvPr>
        </p:nvSpPr>
        <p:spPr>
          <a:xfrm>
            <a:off x="515937" y="304419"/>
            <a:ext cx="5580063" cy="1116012"/>
          </a:xfrm>
        </p:spPr>
        <p:txBody>
          <a:bodyPr/>
          <a:lstStyle/>
          <a:p>
            <a:r>
              <a:rPr lang="en-GB"/>
              <a:t>Korte of </a:t>
            </a:r>
            <a:r>
              <a:rPr lang="en-GB" err="1"/>
              <a:t>lange</a:t>
            </a:r>
            <a:r>
              <a:rPr lang="en-GB"/>
              <a:t> </a:t>
            </a:r>
            <a:r>
              <a:rPr lang="en-GB" err="1"/>
              <a:t>titel</a:t>
            </a:r>
            <a:endParaRPr lang="en-BE"/>
          </a:p>
        </p:txBody>
      </p:sp>
      <p:sp>
        <p:nvSpPr>
          <p:cNvPr id="3" name="Text Placeholder 9">
            <a:extLst>
              <a:ext uri="{FF2B5EF4-FFF2-40B4-BE49-F238E27FC236}">
                <a16:creationId xmlns:a16="http://schemas.microsoft.com/office/drawing/2014/main" id="{9E499908-07C6-7818-C96C-B7C3E4186430}"/>
              </a:ext>
            </a:extLst>
          </p:cNvPr>
          <p:cNvSpPr>
            <a:spLocks noGrp="1"/>
          </p:cNvSpPr>
          <p:nvPr>
            <p:ph type="body" sz="quarter" idx="31" hasCustomPrompt="1"/>
          </p:nvPr>
        </p:nvSpPr>
        <p:spPr>
          <a:xfrm>
            <a:off x="515936" y="1628775"/>
            <a:ext cx="5580064"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16886087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 foto">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506991EA-06EF-3B60-FD2C-7C0AC09B16C7}"/>
              </a:ext>
            </a:extLst>
          </p:cNvPr>
          <p:cNvSpPr>
            <a:spLocks noGrp="1"/>
          </p:cNvSpPr>
          <p:nvPr>
            <p:ph type="pic" sz="quarter" idx="12"/>
          </p:nvPr>
        </p:nvSpPr>
        <p:spPr>
          <a:xfrm>
            <a:off x="515938" y="1628775"/>
            <a:ext cx="11160127"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CFD72429-0723-40A5-3170-4D17676F34B6}"/>
              </a:ext>
            </a:extLst>
          </p:cNvPr>
          <p:cNvSpPr>
            <a:spLocks noGrp="1"/>
          </p:cNvSpPr>
          <p:nvPr>
            <p:ph type="dt" sz="half" idx="13"/>
          </p:nvPr>
        </p:nvSpPr>
        <p:spPr/>
        <p:txBody>
          <a:bodyPr/>
          <a:lstStyle/>
          <a:p>
            <a:fld id="{B89809BE-53FE-4ABE-97EF-0FEC1F1E990D}" type="datetime4">
              <a:rPr lang="en-US" smtClean="0"/>
              <a:t>October 15, 2026</a:t>
            </a:fld>
            <a:endParaRPr lang="en-BE"/>
          </a:p>
        </p:txBody>
      </p:sp>
      <p:sp>
        <p:nvSpPr>
          <p:cNvPr id="4" name="Footer Placeholder 3">
            <a:extLst>
              <a:ext uri="{FF2B5EF4-FFF2-40B4-BE49-F238E27FC236}">
                <a16:creationId xmlns:a16="http://schemas.microsoft.com/office/drawing/2014/main" id="{10261C57-D71C-CAB2-7ED7-A8063BE4BA56}"/>
              </a:ext>
            </a:extLst>
          </p:cNvPr>
          <p:cNvSpPr>
            <a:spLocks noGrp="1"/>
          </p:cNvSpPr>
          <p:nvPr>
            <p:ph type="ftr" sz="quarter" idx="1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80069233-49DA-4816-53E9-F47C1D1E7619}"/>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C844E5DC-026F-CDF7-781F-11FDFF7DB6DD}"/>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1800329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 2 foto's">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471646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5" name="Date Placeholder 4">
            <a:extLst>
              <a:ext uri="{FF2B5EF4-FFF2-40B4-BE49-F238E27FC236}">
                <a16:creationId xmlns:a16="http://schemas.microsoft.com/office/drawing/2014/main" id="{D0A6244F-806F-5491-7115-FB10619AC55E}"/>
              </a:ext>
            </a:extLst>
          </p:cNvPr>
          <p:cNvSpPr>
            <a:spLocks noGrp="1"/>
          </p:cNvSpPr>
          <p:nvPr>
            <p:ph type="dt" sz="half" idx="23"/>
          </p:nvPr>
        </p:nvSpPr>
        <p:spPr/>
        <p:txBody>
          <a:bodyPr/>
          <a:lstStyle/>
          <a:p>
            <a:fld id="{C26E3B6F-42EA-4209-A4D0-23ADBA701ED9}" type="datetime4">
              <a:rPr lang="en-US" smtClean="0"/>
              <a:t>October 15, 2026</a:t>
            </a:fld>
            <a:endParaRPr lang="en-BE"/>
          </a:p>
        </p:txBody>
      </p:sp>
      <p:sp>
        <p:nvSpPr>
          <p:cNvPr id="6" name="Footer Placeholder 5">
            <a:extLst>
              <a:ext uri="{FF2B5EF4-FFF2-40B4-BE49-F238E27FC236}">
                <a16:creationId xmlns:a16="http://schemas.microsoft.com/office/drawing/2014/main" id="{1F29F7A2-A74D-7423-942C-E2F49D36D29B}"/>
              </a:ext>
            </a:extLst>
          </p:cNvPr>
          <p:cNvSpPr>
            <a:spLocks noGrp="1"/>
          </p:cNvSpPr>
          <p:nvPr>
            <p:ph type="ftr" sz="quarter" idx="24"/>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82925B8C-1065-E0A6-9195-CF00D19C145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BD8FEF1C-7197-4C87-163A-AAB28347EFEA}"/>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945708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 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1628775"/>
            <a:ext cx="5322092" cy="3600449"/>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Text Placeholder 5">
            <a:extLst>
              <a:ext uri="{FF2B5EF4-FFF2-40B4-BE49-F238E27FC236}">
                <a16:creationId xmlns:a16="http://schemas.microsoft.com/office/drawing/2014/main" id="{69623CF8-69A2-EA1C-7007-2B384F0374DA}"/>
              </a:ext>
            </a:extLst>
          </p:cNvPr>
          <p:cNvSpPr>
            <a:spLocks noGrp="1"/>
          </p:cNvSpPr>
          <p:nvPr>
            <p:ph type="body" sz="quarter" idx="27" hasCustomPrompt="1"/>
          </p:nvPr>
        </p:nvSpPr>
        <p:spPr>
          <a:xfrm>
            <a:off x="6353973" y="5459867"/>
            <a:ext cx="5322089" cy="885371"/>
          </a:xfrm>
          <a:prstGeom prst="rect">
            <a:avLst/>
          </a:prstGeom>
        </p:spPr>
        <p:txBody>
          <a:bodyPr>
            <a:normAutofit/>
          </a:bodyPr>
          <a:lstStyle/>
          <a:p>
            <a:pPr lvl="0"/>
            <a:r>
              <a:rPr lang="nl-BE"/>
              <a:t>Klik om tekst toe te voegen. Voor bullets, selecteer je je tekst + TAB-toets.</a:t>
            </a:r>
          </a:p>
        </p:txBody>
      </p:sp>
      <p:sp>
        <p:nvSpPr>
          <p:cNvPr id="7" name="Text Placeholder 5">
            <a:extLst>
              <a:ext uri="{FF2B5EF4-FFF2-40B4-BE49-F238E27FC236}">
                <a16:creationId xmlns:a16="http://schemas.microsoft.com/office/drawing/2014/main" id="{22FAF860-9A85-8B4B-9BAD-7AA4ED879E1A}"/>
              </a:ext>
            </a:extLst>
          </p:cNvPr>
          <p:cNvSpPr>
            <a:spLocks noGrp="1"/>
          </p:cNvSpPr>
          <p:nvPr>
            <p:ph type="body" sz="quarter" idx="28" hasCustomPrompt="1"/>
          </p:nvPr>
        </p:nvSpPr>
        <p:spPr>
          <a:xfrm>
            <a:off x="515938" y="5459867"/>
            <a:ext cx="5322089" cy="885371"/>
          </a:xfrm>
          <a:prstGeom prst="rect">
            <a:avLst/>
          </a:prstGeom>
        </p:spPr>
        <p:txBody>
          <a:bodyPr>
            <a:normAutofit/>
          </a:bodyPr>
          <a:lstStyle/>
          <a:p>
            <a:pPr lvl="0"/>
            <a:r>
              <a:rPr lang="nl-BE"/>
              <a:t>Klik om tekst toe te voegen. Voor bullets, selecteer je je tekst + TAB-toets.</a:t>
            </a:r>
          </a:p>
        </p:txBody>
      </p:sp>
      <p:sp>
        <p:nvSpPr>
          <p:cNvPr id="5" name="Date Placeholder 4">
            <a:extLst>
              <a:ext uri="{FF2B5EF4-FFF2-40B4-BE49-F238E27FC236}">
                <a16:creationId xmlns:a16="http://schemas.microsoft.com/office/drawing/2014/main" id="{AD7A9DE9-EFB2-7D16-47CA-52EECA882CC9}"/>
              </a:ext>
            </a:extLst>
          </p:cNvPr>
          <p:cNvSpPr>
            <a:spLocks noGrp="1"/>
          </p:cNvSpPr>
          <p:nvPr>
            <p:ph type="dt" sz="half" idx="29"/>
          </p:nvPr>
        </p:nvSpPr>
        <p:spPr/>
        <p:txBody>
          <a:bodyPr/>
          <a:lstStyle/>
          <a:p>
            <a:fld id="{1F48614C-D2F1-4A5F-9AEC-1A66E833860F}" type="datetime4">
              <a:rPr lang="en-US" smtClean="0"/>
              <a:t>October 15, 2026</a:t>
            </a:fld>
            <a:endParaRPr lang="en-BE"/>
          </a:p>
        </p:txBody>
      </p:sp>
      <p:sp>
        <p:nvSpPr>
          <p:cNvPr id="8" name="Footer Placeholder 7">
            <a:extLst>
              <a:ext uri="{FF2B5EF4-FFF2-40B4-BE49-F238E27FC236}">
                <a16:creationId xmlns:a16="http://schemas.microsoft.com/office/drawing/2014/main" id="{1373C4FE-C55D-7D64-F809-C4F2E7C34076}"/>
              </a:ext>
            </a:extLst>
          </p:cNvPr>
          <p:cNvSpPr>
            <a:spLocks noGrp="1"/>
          </p:cNvSpPr>
          <p:nvPr>
            <p:ph type="ftr" sz="quarter" idx="30"/>
          </p:nvPr>
        </p:nvSpPr>
        <p:spPr/>
        <p:txBody>
          <a:bodyPr/>
          <a:lstStyle/>
          <a:p>
            <a:r>
              <a:rPr lang="en-GB"/>
              <a:t>Voettekst</a:t>
            </a:r>
            <a:endParaRPr lang="en-BE"/>
          </a:p>
        </p:txBody>
      </p:sp>
      <p:sp>
        <p:nvSpPr>
          <p:cNvPr id="9" name="Slide Number Placeholder 8">
            <a:extLst>
              <a:ext uri="{FF2B5EF4-FFF2-40B4-BE49-F238E27FC236}">
                <a16:creationId xmlns:a16="http://schemas.microsoft.com/office/drawing/2014/main" id="{2AAFCC75-91E8-718E-2D1C-D250A6FDCF29}"/>
              </a:ext>
            </a:extLst>
          </p:cNvPr>
          <p:cNvSpPr>
            <a:spLocks noGrp="1"/>
          </p:cNvSpPr>
          <p:nvPr>
            <p:ph type="sldNum" sz="quarter" idx="31"/>
          </p:nvPr>
        </p:nvSpPr>
        <p:spPr/>
        <p:txBody>
          <a:bodyPr/>
          <a:lstStyle/>
          <a:p>
            <a:fld id="{8B70248A-FD0F-534C-919E-E8EB9B0FC062}" type="slidenum">
              <a:rPr lang="en-BE" smtClean="0"/>
              <a:pPr/>
              <a:t>‹#›</a:t>
            </a:fld>
            <a:endParaRPr lang="en-BE"/>
          </a:p>
        </p:txBody>
      </p:sp>
      <p:sp>
        <p:nvSpPr>
          <p:cNvPr id="10" name="Title 9">
            <a:extLst>
              <a:ext uri="{FF2B5EF4-FFF2-40B4-BE49-F238E27FC236}">
                <a16:creationId xmlns:a16="http://schemas.microsoft.com/office/drawing/2014/main" id="{864E0F21-B9EA-9C0C-3962-EA1D720A4AA4}"/>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32281109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foto's + inhoud">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931BFD56-8C3E-C8D1-57EC-3862F2706160}"/>
              </a:ext>
            </a:extLst>
          </p:cNvPr>
          <p:cNvSpPr>
            <a:spLocks noGrp="1"/>
          </p:cNvSpPr>
          <p:nvPr>
            <p:ph type="pic" sz="quarter" idx="12"/>
          </p:nvPr>
        </p:nvSpPr>
        <p:spPr>
          <a:xfrm>
            <a:off x="6353973"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C3D2341-AD80-60EB-67A1-1D24129CB811}"/>
              </a:ext>
            </a:extLst>
          </p:cNvPr>
          <p:cNvSpPr>
            <a:spLocks noGrp="1"/>
          </p:cNvSpPr>
          <p:nvPr>
            <p:ph type="pic" sz="quarter" idx="22"/>
          </p:nvPr>
        </p:nvSpPr>
        <p:spPr>
          <a:xfrm>
            <a:off x="515935" y="512763"/>
            <a:ext cx="5322092" cy="42558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ext Placeholder 5">
            <a:extLst>
              <a:ext uri="{FF2B5EF4-FFF2-40B4-BE49-F238E27FC236}">
                <a16:creationId xmlns:a16="http://schemas.microsoft.com/office/drawing/2014/main" id="{69CF9B73-52C0-6E92-3AE3-A118A967F17E}"/>
              </a:ext>
            </a:extLst>
          </p:cNvPr>
          <p:cNvSpPr>
            <a:spLocks noGrp="1"/>
          </p:cNvSpPr>
          <p:nvPr>
            <p:ph type="body" sz="quarter" idx="28" hasCustomPrompt="1"/>
          </p:nvPr>
        </p:nvSpPr>
        <p:spPr>
          <a:xfrm>
            <a:off x="515938" y="4999227"/>
            <a:ext cx="5322089" cy="1346010"/>
          </a:xfrm>
          <a:prstGeom prst="rect">
            <a:avLst/>
          </a:prstGeom>
        </p:spPr>
        <p:txBody>
          <a:bodyPr>
            <a:normAutofit/>
          </a:bodyPr>
          <a:lstStyle/>
          <a:p>
            <a:pPr lvl="0"/>
            <a:r>
              <a:rPr lang="nl-BE"/>
              <a:t>Klik om tekst toe te voegen. </a:t>
            </a:r>
            <a:br>
              <a:rPr lang="nl-BE"/>
            </a:br>
            <a:r>
              <a:rPr lang="nl-BE"/>
              <a:t>Voor bullets, selecteer je je tekst + TAB-toets.</a:t>
            </a:r>
          </a:p>
        </p:txBody>
      </p:sp>
      <p:sp>
        <p:nvSpPr>
          <p:cNvPr id="5" name="Text Placeholder 5">
            <a:extLst>
              <a:ext uri="{FF2B5EF4-FFF2-40B4-BE49-F238E27FC236}">
                <a16:creationId xmlns:a16="http://schemas.microsoft.com/office/drawing/2014/main" id="{68F50887-F98A-DF81-BC95-3B9A71975BF3}"/>
              </a:ext>
            </a:extLst>
          </p:cNvPr>
          <p:cNvSpPr>
            <a:spLocks noGrp="1"/>
          </p:cNvSpPr>
          <p:nvPr>
            <p:ph type="body" sz="quarter" idx="29" hasCustomPrompt="1"/>
          </p:nvPr>
        </p:nvSpPr>
        <p:spPr>
          <a:xfrm>
            <a:off x="6353973" y="4999227"/>
            <a:ext cx="5322089" cy="1346010"/>
          </a:xfrm>
          <a:prstGeom prst="rect">
            <a:avLst/>
          </a:prstGeom>
        </p:spPr>
        <p:txBody>
          <a:bodyPr>
            <a:normAutofit/>
          </a:bodyPr>
          <a:lstStyle/>
          <a:p>
            <a:pPr lvl="0"/>
            <a:r>
              <a:rPr lang="nl-BE"/>
              <a:t>Klik om tekst toe te voegen. </a:t>
            </a:r>
            <a:br>
              <a:rPr lang="nl-BE"/>
            </a:br>
            <a:r>
              <a:rPr lang="nl-BE"/>
              <a:t>Voor bullets, selecteer je je tekst + TAB-toets.</a:t>
            </a:r>
          </a:p>
        </p:txBody>
      </p:sp>
      <p:sp>
        <p:nvSpPr>
          <p:cNvPr id="6" name="Date Placeholder 5">
            <a:extLst>
              <a:ext uri="{FF2B5EF4-FFF2-40B4-BE49-F238E27FC236}">
                <a16:creationId xmlns:a16="http://schemas.microsoft.com/office/drawing/2014/main" id="{ABEF5975-8321-45D4-07EB-9E74F376AEEA}"/>
              </a:ext>
            </a:extLst>
          </p:cNvPr>
          <p:cNvSpPr>
            <a:spLocks noGrp="1"/>
          </p:cNvSpPr>
          <p:nvPr>
            <p:ph type="dt" sz="half" idx="30"/>
          </p:nvPr>
        </p:nvSpPr>
        <p:spPr/>
        <p:txBody>
          <a:bodyPr/>
          <a:lstStyle/>
          <a:p>
            <a:fld id="{41180CC7-99F5-41E8-A207-AC7562EA2F60}" type="datetime4">
              <a:rPr lang="en-US" smtClean="0"/>
              <a:t>October 15, 2026</a:t>
            </a:fld>
            <a:endParaRPr lang="en-BE"/>
          </a:p>
        </p:txBody>
      </p:sp>
      <p:sp>
        <p:nvSpPr>
          <p:cNvPr id="7" name="Footer Placeholder 6">
            <a:extLst>
              <a:ext uri="{FF2B5EF4-FFF2-40B4-BE49-F238E27FC236}">
                <a16:creationId xmlns:a16="http://schemas.microsoft.com/office/drawing/2014/main" id="{6924D501-7CD2-9F39-B321-DC8B3E977227}"/>
              </a:ext>
            </a:extLst>
          </p:cNvPr>
          <p:cNvSpPr>
            <a:spLocks noGrp="1"/>
          </p:cNvSpPr>
          <p:nvPr>
            <p:ph type="ftr" sz="quarter" idx="31"/>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238388B1-BD89-FAD6-4602-314863A04746}"/>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698948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 3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F7D9D2E6-A91D-4812-424C-BC8C7F17FE8C}"/>
              </a:ext>
            </a:extLst>
          </p:cNvPr>
          <p:cNvSpPr>
            <a:spLocks noGrp="1"/>
          </p:cNvSpPr>
          <p:nvPr>
            <p:ph type="pic" sz="quarter" idx="23"/>
          </p:nvPr>
        </p:nvSpPr>
        <p:spPr>
          <a:xfrm>
            <a:off x="8436064"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1" name="Picture Placeholder 6">
            <a:extLst>
              <a:ext uri="{FF2B5EF4-FFF2-40B4-BE49-F238E27FC236}">
                <a16:creationId xmlns:a16="http://schemas.microsoft.com/office/drawing/2014/main" id="{019247B9-13DD-C7F3-D414-BE067BAF8B86}"/>
              </a:ext>
            </a:extLst>
          </p:cNvPr>
          <p:cNvSpPr>
            <a:spLocks noGrp="1"/>
          </p:cNvSpPr>
          <p:nvPr>
            <p:ph type="pic" sz="quarter" idx="24"/>
          </p:nvPr>
        </p:nvSpPr>
        <p:spPr>
          <a:xfrm>
            <a:off x="4476000" y="1628775"/>
            <a:ext cx="3240000" cy="3013721"/>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Text Placeholder 5">
            <a:extLst>
              <a:ext uri="{FF2B5EF4-FFF2-40B4-BE49-F238E27FC236}">
                <a16:creationId xmlns:a16="http://schemas.microsoft.com/office/drawing/2014/main" id="{C4F7EF4C-452C-8E28-7E21-BED4F04BD18C}"/>
              </a:ext>
            </a:extLst>
          </p:cNvPr>
          <p:cNvSpPr>
            <a:spLocks noGrp="1"/>
          </p:cNvSpPr>
          <p:nvPr>
            <p:ph type="body" sz="quarter" idx="28" hasCustomPrompt="1"/>
          </p:nvPr>
        </p:nvSpPr>
        <p:spPr>
          <a:xfrm>
            <a:off x="515939" y="4999227"/>
            <a:ext cx="3240000" cy="1346010"/>
          </a:xfrm>
          <a:prstGeom prst="rect">
            <a:avLst/>
          </a:prstGeom>
        </p:spPr>
        <p:txBody>
          <a:bodyPr>
            <a:normAutofit/>
          </a:bodyPr>
          <a:lstStyle/>
          <a:p>
            <a:pPr lvl="0"/>
            <a:r>
              <a:rPr lang="nl-BE"/>
              <a:t>Klik om tekst toe te voegen. Voor bullets, selecteer je je tekst + TAB-toets.</a:t>
            </a:r>
          </a:p>
        </p:txBody>
      </p:sp>
      <p:sp>
        <p:nvSpPr>
          <p:cNvPr id="4" name="Text Placeholder 5">
            <a:extLst>
              <a:ext uri="{FF2B5EF4-FFF2-40B4-BE49-F238E27FC236}">
                <a16:creationId xmlns:a16="http://schemas.microsoft.com/office/drawing/2014/main" id="{752449EB-F04E-DE0D-66E1-10B82F53D5DB}"/>
              </a:ext>
            </a:extLst>
          </p:cNvPr>
          <p:cNvSpPr>
            <a:spLocks noGrp="1"/>
          </p:cNvSpPr>
          <p:nvPr>
            <p:ph type="body" sz="quarter" idx="29" hasCustomPrompt="1"/>
          </p:nvPr>
        </p:nvSpPr>
        <p:spPr>
          <a:xfrm>
            <a:off x="4475999" y="4999227"/>
            <a:ext cx="3240000" cy="1346010"/>
          </a:xfrm>
          <a:prstGeom prst="rect">
            <a:avLst/>
          </a:prstGeom>
        </p:spPr>
        <p:txBody>
          <a:bodyPr>
            <a:normAutofit/>
          </a:bodyPr>
          <a:lstStyle/>
          <a:p>
            <a:pPr lvl="0"/>
            <a:r>
              <a:rPr lang="nl-BE"/>
              <a:t>Klik om tekst toe te voegen. Voor bullets, selecteer je je tekst + TAB-toets.</a:t>
            </a:r>
          </a:p>
        </p:txBody>
      </p:sp>
      <p:sp>
        <p:nvSpPr>
          <p:cNvPr id="6" name="Text Placeholder 5">
            <a:extLst>
              <a:ext uri="{FF2B5EF4-FFF2-40B4-BE49-F238E27FC236}">
                <a16:creationId xmlns:a16="http://schemas.microsoft.com/office/drawing/2014/main" id="{7C744BF5-7026-442A-A492-B1A15116DA64}"/>
              </a:ext>
            </a:extLst>
          </p:cNvPr>
          <p:cNvSpPr>
            <a:spLocks noGrp="1"/>
          </p:cNvSpPr>
          <p:nvPr>
            <p:ph type="body" sz="quarter" idx="30" hasCustomPrompt="1"/>
          </p:nvPr>
        </p:nvSpPr>
        <p:spPr>
          <a:xfrm>
            <a:off x="8436059" y="4999227"/>
            <a:ext cx="3240000" cy="1346010"/>
          </a:xfrm>
          <a:prstGeom prst="rect">
            <a:avLst/>
          </a:prstGeom>
        </p:spPr>
        <p:txBody>
          <a:bodyPr>
            <a:normAutofit/>
          </a:bodyPr>
          <a:lstStyle/>
          <a:p>
            <a:pPr lvl="0"/>
            <a:r>
              <a:rPr lang="nl-BE"/>
              <a:t>Klik om tekst toe te voegen. Voor bullets, selecteer je je tekst + TAB-toets.</a:t>
            </a:r>
          </a:p>
        </p:txBody>
      </p:sp>
      <p:sp>
        <p:nvSpPr>
          <p:cNvPr id="7" name="Date Placeholder 6">
            <a:extLst>
              <a:ext uri="{FF2B5EF4-FFF2-40B4-BE49-F238E27FC236}">
                <a16:creationId xmlns:a16="http://schemas.microsoft.com/office/drawing/2014/main" id="{DFFBB62A-2ECF-D1B9-4A91-8CBD38543740}"/>
              </a:ext>
            </a:extLst>
          </p:cNvPr>
          <p:cNvSpPr>
            <a:spLocks noGrp="1"/>
          </p:cNvSpPr>
          <p:nvPr>
            <p:ph type="dt" sz="half" idx="31"/>
          </p:nvPr>
        </p:nvSpPr>
        <p:spPr/>
        <p:txBody>
          <a:bodyPr/>
          <a:lstStyle/>
          <a:p>
            <a:fld id="{3399EBEA-97FF-4CBF-8BED-FAEDA705AD88}" type="datetime4">
              <a:rPr lang="en-US" smtClean="0"/>
              <a:t>October 15, 2026</a:t>
            </a:fld>
            <a:endParaRPr lang="en-BE"/>
          </a:p>
        </p:txBody>
      </p:sp>
      <p:sp>
        <p:nvSpPr>
          <p:cNvPr id="8" name="Footer Placeholder 7">
            <a:extLst>
              <a:ext uri="{FF2B5EF4-FFF2-40B4-BE49-F238E27FC236}">
                <a16:creationId xmlns:a16="http://schemas.microsoft.com/office/drawing/2014/main" id="{82F7B873-55F7-E68B-22E2-78986BB51949}"/>
              </a:ext>
            </a:extLst>
          </p:cNvPr>
          <p:cNvSpPr>
            <a:spLocks noGrp="1"/>
          </p:cNvSpPr>
          <p:nvPr>
            <p:ph type="ftr" sz="quarter" idx="32"/>
          </p:nvPr>
        </p:nvSpPr>
        <p:spPr/>
        <p:txBody>
          <a:bodyPr/>
          <a:lstStyle/>
          <a:p>
            <a:r>
              <a:rPr lang="en-GB"/>
              <a:t>Voettekst</a:t>
            </a:r>
            <a:endParaRPr lang="en-BE"/>
          </a:p>
        </p:txBody>
      </p:sp>
      <p:sp>
        <p:nvSpPr>
          <p:cNvPr id="9" name="Slide Number Placeholder 8">
            <a:extLst>
              <a:ext uri="{FF2B5EF4-FFF2-40B4-BE49-F238E27FC236}">
                <a16:creationId xmlns:a16="http://schemas.microsoft.com/office/drawing/2014/main" id="{31ACFFAB-ED95-6FD7-4DED-30BF7EC903BD}"/>
              </a:ext>
            </a:extLst>
          </p:cNvPr>
          <p:cNvSpPr>
            <a:spLocks noGrp="1"/>
          </p:cNvSpPr>
          <p:nvPr>
            <p:ph type="sldNum" sz="quarter" idx="33"/>
          </p:nvPr>
        </p:nvSpPr>
        <p:spPr/>
        <p:txBody>
          <a:bodyPr/>
          <a:lstStyle/>
          <a:p>
            <a:fld id="{8B70248A-FD0F-534C-919E-E8EB9B0FC062}" type="slidenum">
              <a:rPr lang="en-BE" smtClean="0"/>
              <a:pPr/>
              <a:t>‹#›</a:t>
            </a:fld>
            <a:endParaRPr lang="en-BE"/>
          </a:p>
        </p:txBody>
      </p:sp>
      <p:sp>
        <p:nvSpPr>
          <p:cNvPr id="12" name="Title 11">
            <a:extLst>
              <a:ext uri="{FF2B5EF4-FFF2-40B4-BE49-F238E27FC236}">
                <a16:creationId xmlns:a16="http://schemas.microsoft.com/office/drawing/2014/main" id="{7A04E92B-E31D-4895-4A04-C82001738917}"/>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1340235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 4 foto's + inhoud">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3062B1-E0B7-191B-BA03-C0020B4F9FDF}"/>
              </a:ext>
            </a:extLst>
          </p:cNvPr>
          <p:cNvSpPr>
            <a:spLocks noGrp="1"/>
          </p:cNvSpPr>
          <p:nvPr>
            <p:ph type="pic" sz="quarter" idx="22"/>
          </p:nvPr>
        </p:nvSpPr>
        <p:spPr>
          <a:xfrm>
            <a:off x="515938"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Picture Placeholder 6">
            <a:extLst>
              <a:ext uri="{FF2B5EF4-FFF2-40B4-BE49-F238E27FC236}">
                <a16:creationId xmlns:a16="http://schemas.microsoft.com/office/drawing/2014/main" id="{02A4B165-1D40-EBFD-187F-3BE031A7B8A1}"/>
              </a:ext>
            </a:extLst>
          </p:cNvPr>
          <p:cNvSpPr>
            <a:spLocks noGrp="1"/>
          </p:cNvSpPr>
          <p:nvPr>
            <p:ph type="pic" sz="quarter" idx="23"/>
          </p:nvPr>
        </p:nvSpPr>
        <p:spPr>
          <a:xfrm>
            <a:off x="3395062"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5D59FEF4-C42C-4B1B-0CF0-DBCDC173C4A3}"/>
              </a:ext>
            </a:extLst>
          </p:cNvPr>
          <p:cNvSpPr>
            <a:spLocks noGrp="1"/>
          </p:cNvSpPr>
          <p:nvPr>
            <p:ph type="pic" sz="quarter" idx="25"/>
          </p:nvPr>
        </p:nvSpPr>
        <p:spPr>
          <a:xfrm>
            <a:off x="6274185"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D33C1550-6F0B-26D1-1835-80C89C44BC6B}"/>
              </a:ext>
            </a:extLst>
          </p:cNvPr>
          <p:cNvSpPr>
            <a:spLocks noGrp="1"/>
          </p:cNvSpPr>
          <p:nvPr>
            <p:ph type="pic" sz="quarter" idx="27"/>
          </p:nvPr>
        </p:nvSpPr>
        <p:spPr>
          <a:xfrm>
            <a:off x="9153307" y="1628775"/>
            <a:ext cx="2519362" cy="2687775"/>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2" name="Text Placeholder 5">
            <a:extLst>
              <a:ext uri="{FF2B5EF4-FFF2-40B4-BE49-F238E27FC236}">
                <a16:creationId xmlns:a16="http://schemas.microsoft.com/office/drawing/2014/main" id="{F5E7CAD3-C36D-B26A-C4BA-E7D492F244DB}"/>
              </a:ext>
            </a:extLst>
          </p:cNvPr>
          <p:cNvSpPr>
            <a:spLocks noGrp="1"/>
          </p:cNvSpPr>
          <p:nvPr>
            <p:ph type="body" sz="quarter" idx="26" hasCustomPrompt="1"/>
          </p:nvPr>
        </p:nvSpPr>
        <p:spPr>
          <a:xfrm>
            <a:off x="515938" y="4755500"/>
            <a:ext cx="2523601" cy="1243417"/>
          </a:xfrm>
          <a:prstGeom prst="rect">
            <a:avLst/>
          </a:prstGeom>
        </p:spPr>
        <p:txBody>
          <a:bodyPr>
            <a:normAutofit/>
          </a:bodyPr>
          <a:lstStyle/>
          <a:p>
            <a:pPr lvl="0"/>
            <a:r>
              <a:rPr lang="nl-BE"/>
              <a:t>Klik om tekst toe te voegen. </a:t>
            </a:r>
          </a:p>
        </p:txBody>
      </p:sp>
      <p:sp>
        <p:nvSpPr>
          <p:cNvPr id="23" name="Text Placeholder 5">
            <a:extLst>
              <a:ext uri="{FF2B5EF4-FFF2-40B4-BE49-F238E27FC236}">
                <a16:creationId xmlns:a16="http://schemas.microsoft.com/office/drawing/2014/main" id="{0FFCF4A2-50EA-B802-5057-70EBA453F3A2}"/>
              </a:ext>
            </a:extLst>
          </p:cNvPr>
          <p:cNvSpPr>
            <a:spLocks noGrp="1"/>
          </p:cNvSpPr>
          <p:nvPr>
            <p:ph type="body" sz="quarter" idx="35" hasCustomPrompt="1"/>
          </p:nvPr>
        </p:nvSpPr>
        <p:spPr>
          <a:xfrm>
            <a:off x="3386589" y="4755500"/>
            <a:ext cx="2523601" cy="1243417"/>
          </a:xfrm>
          <a:prstGeom prst="rect">
            <a:avLst/>
          </a:prstGeom>
        </p:spPr>
        <p:txBody>
          <a:bodyPr>
            <a:normAutofit/>
          </a:bodyPr>
          <a:lstStyle/>
          <a:p>
            <a:pPr lvl="0"/>
            <a:r>
              <a:rPr lang="nl-BE"/>
              <a:t>Klik om tekst toe te voegen. </a:t>
            </a:r>
          </a:p>
        </p:txBody>
      </p:sp>
      <p:sp>
        <p:nvSpPr>
          <p:cNvPr id="24" name="Text Placeholder 5">
            <a:extLst>
              <a:ext uri="{FF2B5EF4-FFF2-40B4-BE49-F238E27FC236}">
                <a16:creationId xmlns:a16="http://schemas.microsoft.com/office/drawing/2014/main" id="{301D5121-35A0-F1BD-C9DC-6A29D2F765DF}"/>
              </a:ext>
            </a:extLst>
          </p:cNvPr>
          <p:cNvSpPr>
            <a:spLocks noGrp="1"/>
          </p:cNvSpPr>
          <p:nvPr>
            <p:ph type="body" sz="quarter" idx="36" hasCustomPrompt="1"/>
          </p:nvPr>
        </p:nvSpPr>
        <p:spPr>
          <a:xfrm>
            <a:off x="6269947" y="4755500"/>
            <a:ext cx="2523601" cy="1243417"/>
          </a:xfrm>
          <a:prstGeom prst="rect">
            <a:avLst/>
          </a:prstGeom>
        </p:spPr>
        <p:txBody>
          <a:bodyPr>
            <a:normAutofit/>
          </a:bodyPr>
          <a:lstStyle/>
          <a:p>
            <a:pPr lvl="0"/>
            <a:r>
              <a:rPr lang="nl-BE"/>
              <a:t>Klik om tekst toe te voegen. </a:t>
            </a:r>
          </a:p>
        </p:txBody>
      </p:sp>
      <p:sp>
        <p:nvSpPr>
          <p:cNvPr id="25" name="Text Placeholder 5">
            <a:extLst>
              <a:ext uri="{FF2B5EF4-FFF2-40B4-BE49-F238E27FC236}">
                <a16:creationId xmlns:a16="http://schemas.microsoft.com/office/drawing/2014/main" id="{6921CDFB-6A3F-48EA-AF9D-7BB9C210BC95}"/>
              </a:ext>
            </a:extLst>
          </p:cNvPr>
          <p:cNvSpPr>
            <a:spLocks noGrp="1"/>
          </p:cNvSpPr>
          <p:nvPr>
            <p:ph type="body" sz="quarter" idx="37" hasCustomPrompt="1"/>
          </p:nvPr>
        </p:nvSpPr>
        <p:spPr>
          <a:xfrm>
            <a:off x="9152461" y="4755500"/>
            <a:ext cx="2523601" cy="1243417"/>
          </a:xfrm>
          <a:prstGeom prst="rect">
            <a:avLst/>
          </a:prstGeom>
        </p:spPr>
        <p:txBody>
          <a:bodyPr>
            <a:normAutofit/>
          </a:bodyPr>
          <a:lstStyle/>
          <a:p>
            <a:pPr lvl="0"/>
            <a:r>
              <a:rPr lang="nl-BE"/>
              <a:t>Klik om tekst toe te voegen. </a:t>
            </a:r>
          </a:p>
        </p:txBody>
      </p:sp>
      <p:sp>
        <p:nvSpPr>
          <p:cNvPr id="3" name="Date Placeholder 2">
            <a:extLst>
              <a:ext uri="{FF2B5EF4-FFF2-40B4-BE49-F238E27FC236}">
                <a16:creationId xmlns:a16="http://schemas.microsoft.com/office/drawing/2014/main" id="{37919298-2971-3124-30A7-C87B7895BA28}"/>
              </a:ext>
            </a:extLst>
          </p:cNvPr>
          <p:cNvSpPr>
            <a:spLocks noGrp="1"/>
          </p:cNvSpPr>
          <p:nvPr>
            <p:ph type="dt" sz="half" idx="38"/>
          </p:nvPr>
        </p:nvSpPr>
        <p:spPr/>
        <p:txBody>
          <a:bodyPr/>
          <a:lstStyle/>
          <a:p>
            <a:fld id="{23F100BE-2251-4668-AC91-55E2814C2609}" type="datetime4">
              <a:rPr lang="en-US" smtClean="0"/>
              <a:t>October 15, 2026</a:t>
            </a:fld>
            <a:endParaRPr lang="en-BE"/>
          </a:p>
        </p:txBody>
      </p:sp>
      <p:sp>
        <p:nvSpPr>
          <p:cNvPr id="6" name="Footer Placeholder 5">
            <a:extLst>
              <a:ext uri="{FF2B5EF4-FFF2-40B4-BE49-F238E27FC236}">
                <a16:creationId xmlns:a16="http://schemas.microsoft.com/office/drawing/2014/main" id="{64381259-6EE3-3C86-22DC-FFED6C664AA6}"/>
              </a:ext>
            </a:extLst>
          </p:cNvPr>
          <p:cNvSpPr>
            <a:spLocks noGrp="1"/>
          </p:cNvSpPr>
          <p:nvPr>
            <p:ph type="ftr" sz="quarter" idx="39"/>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172D2C61-1689-E04F-F768-86756695534D}"/>
              </a:ext>
            </a:extLst>
          </p:cNvPr>
          <p:cNvSpPr>
            <a:spLocks noGrp="1"/>
          </p:cNvSpPr>
          <p:nvPr>
            <p:ph type="sldNum" sz="quarter" idx="40"/>
          </p:nvPr>
        </p:nvSpPr>
        <p:spPr/>
        <p:txBody>
          <a:bodyPr/>
          <a:lstStyle/>
          <a:p>
            <a:fld id="{8B70248A-FD0F-534C-919E-E8EB9B0FC062}" type="slidenum">
              <a:rPr lang="en-BE" smtClean="0"/>
              <a:pPr/>
              <a:t>‹#›</a:t>
            </a:fld>
            <a:endParaRPr lang="en-BE"/>
          </a:p>
        </p:txBody>
      </p:sp>
      <p:sp>
        <p:nvSpPr>
          <p:cNvPr id="9" name="Title 8">
            <a:extLst>
              <a:ext uri="{FF2B5EF4-FFF2-40B4-BE49-F238E27FC236}">
                <a16:creationId xmlns:a16="http://schemas.microsoft.com/office/drawing/2014/main" id="{45D990DD-CF50-2982-516E-06B660028195}"/>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1567355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foto (slidevullend)">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0" y="0"/>
            <a:ext cx="12191999" cy="685800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lvl1pPr>
              <a:defRPr>
                <a:solidFill>
                  <a:schemeClr val="bg1"/>
                </a:solidFill>
              </a:defRPr>
            </a:lvl1pPr>
          </a:lstStyle>
          <a:p>
            <a:fld id="{7874AE3C-6CE6-407A-A1B1-8B2AAA1BD1FE}" type="datetime4">
              <a:rPr lang="en-US" smtClean="0"/>
              <a:t>October 15, 2026</a:t>
            </a:fld>
            <a:endParaRPr lang="en-BE"/>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10" name="Text Placeholder 3">
            <a:extLst>
              <a:ext uri="{FF2B5EF4-FFF2-40B4-BE49-F238E27FC236}">
                <a16:creationId xmlns:a16="http://schemas.microsoft.com/office/drawing/2014/main" id="{DA60DDD1-A129-FB65-631E-8FAE19BAD638}"/>
              </a:ext>
            </a:extLst>
          </p:cNvPr>
          <p:cNvSpPr>
            <a:spLocks noGrp="1"/>
          </p:cNvSpPr>
          <p:nvPr>
            <p:ph type="body" sz="quarter" idx="16" hasCustomPrompt="1"/>
          </p:nvPr>
        </p:nvSpPr>
        <p:spPr>
          <a:xfrm>
            <a:off x="515938" y="1241240"/>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2)</a:t>
            </a:r>
          </a:p>
        </p:txBody>
      </p:sp>
      <p:sp>
        <p:nvSpPr>
          <p:cNvPr id="11" name="Text Placeholder 3">
            <a:extLst>
              <a:ext uri="{FF2B5EF4-FFF2-40B4-BE49-F238E27FC236}">
                <a16:creationId xmlns:a16="http://schemas.microsoft.com/office/drawing/2014/main" id="{086ADB14-E0C0-C419-F9C4-CA1D25DFA28C}"/>
              </a:ext>
            </a:extLst>
          </p:cNvPr>
          <p:cNvSpPr>
            <a:spLocks noGrp="1"/>
          </p:cNvSpPr>
          <p:nvPr>
            <p:ph type="body" sz="quarter" idx="17" hasCustomPrompt="1"/>
          </p:nvPr>
        </p:nvSpPr>
        <p:spPr>
          <a:xfrm>
            <a:off x="515938" y="512763"/>
            <a:ext cx="3342880" cy="5909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6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1)</a:t>
            </a:r>
          </a:p>
        </p:txBody>
      </p:sp>
    </p:spTree>
    <p:extLst>
      <p:ext uri="{BB962C8B-B14F-4D97-AF65-F5344CB8AC3E}">
        <p14:creationId xmlns:p14="http://schemas.microsoft.com/office/powerpoint/2010/main" val="1188009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foto">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9" y="512763"/>
            <a:ext cx="11160124"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FD77EBE5-877B-5855-958B-530DF3B48EB8}"/>
              </a:ext>
            </a:extLst>
          </p:cNvPr>
          <p:cNvSpPr>
            <a:spLocks noGrp="1"/>
          </p:cNvSpPr>
          <p:nvPr>
            <p:ph type="dt" sz="half" idx="13"/>
          </p:nvPr>
        </p:nvSpPr>
        <p:spPr/>
        <p:txBody>
          <a:bodyPr/>
          <a:lstStyle/>
          <a:p>
            <a:fld id="{73322914-609B-4E08-98E9-3CEDB8C46811}" type="datetime4">
              <a:rPr lang="en-US" smtClean="0"/>
              <a:t>October 15, 2026</a:t>
            </a:fld>
            <a:endParaRPr lang="en-BE"/>
          </a:p>
        </p:txBody>
      </p:sp>
      <p:sp>
        <p:nvSpPr>
          <p:cNvPr id="3" name="Footer Placeholder 2">
            <a:extLst>
              <a:ext uri="{FF2B5EF4-FFF2-40B4-BE49-F238E27FC236}">
                <a16:creationId xmlns:a16="http://schemas.microsoft.com/office/drawing/2014/main" id="{ADF31F78-6713-45A9-B761-74C72E30FFC5}"/>
              </a:ext>
            </a:extLst>
          </p:cNvPr>
          <p:cNvSpPr>
            <a:spLocks noGrp="1"/>
          </p:cNvSpPr>
          <p:nvPr>
            <p:ph type="ftr" sz="quarter" idx="1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237E66D2-6F79-62CC-4F64-AFFB8945A7B6}"/>
              </a:ext>
            </a:extLst>
          </p:cNvPr>
          <p:cNvSpPr>
            <a:spLocks noGrp="1"/>
          </p:cNvSpPr>
          <p:nvPr>
            <p:ph type="sldNum" sz="quarter" idx="1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99A6D194-1D8E-8267-F452-80F0446FD165}"/>
              </a:ext>
            </a:extLst>
          </p:cNvPr>
          <p:cNvSpPr>
            <a:spLocks noGrp="1"/>
          </p:cNvSpPr>
          <p:nvPr>
            <p:ph type="body" sz="quarter" idx="16" hasCustomPrompt="1"/>
          </p:nvPr>
        </p:nvSpPr>
        <p:spPr>
          <a:xfrm>
            <a:off x="1031872" y="1667344"/>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2)</a:t>
            </a:r>
          </a:p>
        </p:txBody>
      </p:sp>
      <p:sp>
        <p:nvSpPr>
          <p:cNvPr id="13" name="Text Placeholder 3">
            <a:extLst>
              <a:ext uri="{FF2B5EF4-FFF2-40B4-BE49-F238E27FC236}">
                <a16:creationId xmlns:a16="http://schemas.microsoft.com/office/drawing/2014/main" id="{DC9E6424-B33D-0042-F533-47ECD4BA7857}"/>
              </a:ext>
            </a:extLst>
          </p:cNvPr>
          <p:cNvSpPr>
            <a:spLocks noGrp="1"/>
          </p:cNvSpPr>
          <p:nvPr>
            <p:ph type="body" sz="quarter" idx="17" hasCustomPrompt="1"/>
          </p:nvPr>
        </p:nvSpPr>
        <p:spPr>
          <a:xfrm>
            <a:off x="1031872" y="1028697"/>
            <a:ext cx="2987013" cy="535531"/>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32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1)</a:t>
            </a:r>
          </a:p>
        </p:txBody>
      </p:sp>
    </p:spTree>
    <p:extLst>
      <p:ext uri="{BB962C8B-B14F-4D97-AF65-F5344CB8AC3E}">
        <p14:creationId xmlns:p14="http://schemas.microsoft.com/office/powerpoint/2010/main" val="837344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10" name="Picture Placeholder 6">
            <a:extLst>
              <a:ext uri="{FF2B5EF4-FFF2-40B4-BE49-F238E27FC236}">
                <a16:creationId xmlns:a16="http://schemas.microsoft.com/office/drawing/2014/main" id="{AE69C0EC-AF22-A673-4E04-444F2D9EBB8E}"/>
              </a:ext>
            </a:extLst>
          </p:cNvPr>
          <p:cNvSpPr>
            <a:spLocks noGrp="1"/>
          </p:cNvSpPr>
          <p:nvPr>
            <p:ph type="pic" sz="quarter" idx="22"/>
          </p:nvPr>
        </p:nvSpPr>
        <p:spPr>
          <a:xfrm>
            <a:off x="621569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5EEBBBEE-B2CB-CC7C-B9AD-D022CD16D9E1}"/>
              </a:ext>
            </a:extLst>
          </p:cNvPr>
          <p:cNvSpPr>
            <a:spLocks noGrp="1"/>
          </p:cNvSpPr>
          <p:nvPr>
            <p:ph type="dt" sz="half" idx="23"/>
          </p:nvPr>
        </p:nvSpPr>
        <p:spPr/>
        <p:txBody>
          <a:bodyPr/>
          <a:lstStyle/>
          <a:p>
            <a:fld id="{94A19648-DD44-44C8-B683-0311A2AEBA75}" type="datetime4">
              <a:rPr lang="en-US" smtClean="0"/>
              <a:t>October 15, 2026</a:t>
            </a:fld>
            <a:endParaRPr lang="en-BE"/>
          </a:p>
        </p:txBody>
      </p:sp>
      <p:sp>
        <p:nvSpPr>
          <p:cNvPr id="3" name="Footer Placeholder 2">
            <a:extLst>
              <a:ext uri="{FF2B5EF4-FFF2-40B4-BE49-F238E27FC236}">
                <a16:creationId xmlns:a16="http://schemas.microsoft.com/office/drawing/2014/main" id="{42A75450-3D30-3677-0385-7D0BDD7BE34D}"/>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7C7FB3C0-D603-8E2F-02D0-BAE368E36FC1}"/>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12" name="Text Placeholder 3">
            <a:extLst>
              <a:ext uri="{FF2B5EF4-FFF2-40B4-BE49-F238E27FC236}">
                <a16:creationId xmlns:a16="http://schemas.microsoft.com/office/drawing/2014/main" id="{EBDFADB8-37BB-C535-B9A9-E9590C2EB3CA}"/>
              </a:ext>
            </a:extLst>
          </p:cNvPr>
          <p:cNvSpPr>
            <a:spLocks noGrp="1"/>
          </p:cNvSpPr>
          <p:nvPr>
            <p:ph type="body" sz="quarter" idx="16" hasCustomPrompt="1"/>
          </p:nvPr>
        </p:nvSpPr>
        <p:spPr>
          <a:xfrm>
            <a:off x="1031872" y="1499673"/>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2)</a:t>
            </a:r>
          </a:p>
        </p:txBody>
      </p:sp>
      <p:sp>
        <p:nvSpPr>
          <p:cNvPr id="13" name="Text Placeholder 3">
            <a:extLst>
              <a:ext uri="{FF2B5EF4-FFF2-40B4-BE49-F238E27FC236}">
                <a16:creationId xmlns:a16="http://schemas.microsoft.com/office/drawing/2014/main" id="{46F5B570-3D42-73B4-5E07-424E0F7BA64B}"/>
              </a:ext>
            </a:extLst>
          </p:cNvPr>
          <p:cNvSpPr>
            <a:spLocks noGrp="1"/>
          </p:cNvSpPr>
          <p:nvPr>
            <p:ph type="body" sz="quarter" idx="17" hasCustomPrompt="1"/>
          </p:nvPr>
        </p:nvSpPr>
        <p:spPr>
          <a:xfrm>
            <a:off x="1031872" y="997706"/>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1)</a:t>
            </a:r>
          </a:p>
        </p:txBody>
      </p:sp>
      <p:sp>
        <p:nvSpPr>
          <p:cNvPr id="15" name="Text Placeholder 3">
            <a:extLst>
              <a:ext uri="{FF2B5EF4-FFF2-40B4-BE49-F238E27FC236}">
                <a16:creationId xmlns:a16="http://schemas.microsoft.com/office/drawing/2014/main" id="{4D9906FA-D162-FA5B-71C6-E7F5B5BF276B}"/>
              </a:ext>
            </a:extLst>
          </p:cNvPr>
          <p:cNvSpPr>
            <a:spLocks noGrp="1"/>
          </p:cNvSpPr>
          <p:nvPr>
            <p:ph type="body" sz="quarter" idx="26" hasCustomPrompt="1"/>
          </p:nvPr>
        </p:nvSpPr>
        <p:spPr>
          <a:xfrm>
            <a:off x="6738939" y="1499672"/>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2)</a:t>
            </a:r>
          </a:p>
        </p:txBody>
      </p:sp>
      <p:sp>
        <p:nvSpPr>
          <p:cNvPr id="16" name="Text Placeholder 3">
            <a:extLst>
              <a:ext uri="{FF2B5EF4-FFF2-40B4-BE49-F238E27FC236}">
                <a16:creationId xmlns:a16="http://schemas.microsoft.com/office/drawing/2014/main" id="{E4C5B4D6-37D5-11CC-DA4F-4759045D275C}"/>
              </a:ext>
            </a:extLst>
          </p:cNvPr>
          <p:cNvSpPr>
            <a:spLocks noGrp="1"/>
          </p:cNvSpPr>
          <p:nvPr>
            <p:ph type="body" sz="quarter" idx="27" hasCustomPrompt="1"/>
          </p:nvPr>
        </p:nvSpPr>
        <p:spPr>
          <a:xfrm>
            <a:off x="6738939" y="997705"/>
            <a:ext cx="2281692" cy="424732"/>
          </a:xfrm>
          <a:prstGeom prst="rect">
            <a:avLst/>
          </a:prstGeom>
          <a:solidFill>
            <a:schemeClr val="bg1"/>
          </a:solidFill>
        </p:spPr>
        <p:txBody>
          <a:bodyPr wrap="none" lIns="90000" rIns="90000">
            <a:spAutoFit/>
          </a:bodyPr>
          <a:lstStyle>
            <a:lvl1pPr marL="0" indent="0">
              <a:buFont typeface="Arial" panose="020B0604020202020204" pitchFamily="34" charset="0"/>
              <a:buNone/>
              <a:defRPr lang="en-GB" sz="2400" b="0" i="0" kern="1200" dirty="0">
                <a:solidFill>
                  <a:schemeClr val="bg2"/>
                </a:solidFill>
                <a:effectLst/>
                <a:latin typeface="Century Gothic" panose="020B0502020202020204" pitchFamily="34" charset="0"/>
                <a:ea typeface="+mj-ea"/>
                <a:cs typeface="+mj-cs"/>
              </a:defRPr>
            </a:lvl1pPr>
          </a:lstStyle>
          <a:p>
            <a:pPr lvl="0"/>
            <a:r>
              <a:rPr lang="en-GB" err="1"/>
              <a:t>Bijschrift</a:t>
            </a:r>
            <a:r>
              <a:rPr lang="en-GB"/>
              <a:t> (</a:t>
            </a:r>
            <a:r>
              <a:rPr lang="en-GB" err="1"/>
              <a:t>lijn</a:t>
            </a:r>
            <a:r>
              <a:rPr lang="en-GB"/>
              <a:t> 1)</a:t>
            </a:r>
          </a:p>
        </p:txBody>
      </p:sp>
    </p:spTree>
    <p:extLst>
      <p:ext uri="{BB962C8B-B14F-4D97-AF65-F5344CB8AC3E}">
        <p14:creationId xmlns:p14="http://schemas.microsoft.com/office/powerpoint/2010/main" val="16992399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foto's">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FB25A894-7C89-3D7E-3FD5-BCB2405F1EEB}"/>
              </a:ext>
            </a:extLst>
          </p:cNvPr>
          <p:cNvSpPr>
            <a:spLocks noGrp="1"/>
          </p:cNvSpPr>
          <p:nvPr>
            <p:ph type="pic" sz="quarter" idx="12"/>
          </p:nvPr>
        </p:nvSpPr>
        <p:spPr>
          <a:xfrm>
            <a:off x="515938" y="512763"/>
            <a:ext cx="5453061" cy="5832476"/>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2999" y="512763"/>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21C07DAE-83D3-991D-C05A-68A324845F53}"/>
              </a:ext>
            </a:extLst>
          </p:cNvPr>
          <p:cNvSpPr>
            <a:spLocks noGrp="1"/>
          </p:cNvSpPr>
          <p:nvPr>
            <p:ph type="pic" sz="quarter" idx="23"/>
          </p:nvPr>
        </p:nvSpPr>
        <p:spPr>
          <a:xfrm>
            <a:off x="6222999" y="3557587"/>
            <a:ext cx="5453063"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Date Placeholder 1">
            <a:extLst>
              <a:ext uri="{FF2B5EF4-FFF2-40B4-BE49-F238E27FC236}">
                <a16:creationId xmlns:a16="http://schemas.microsoft.com/office/drawing/2014/main" id="{07C1806C-0AAB-48BF-89E6-257EFB5B8C43}"/>
              </a:ext>
            </a:extLst>
          </p:cNvPr>
          <p:cNvSpPr>
            <a:spLocks noGrp="1"/>
          </p:cNvSpPr>
          <p:nvPr>
            <p:ph type="dt" sz="half" idx="24"/>
          </p:nvPr>
        </p:nvSpPr>
        <p:spPr/>
        <p:txBody>
          <a:bodyPr/>
          <a:lstStyle/>
          <a:p>
            <a:fld id="{C1E21EB2-53A1-47EF-A35A-9E8839398673}" type="datetime4">
              <a:rPr lang="en-US" smtClean="0"/>
              <a:t>October 15, 2026</a:t>
            </a:fld>
            <a:endParaRPr lang="en-BE"/>
          </a:p>
        </p:txBody>
      </p:sp>
      <p:sp>
        <p:nvSpPr>
          <p:cNvPr id="5" name="Footer Placeholder 4">
            <a:extLst>
              <a:ext uri="{FF2B5EF4-FFF2-40B4-BE49-F238E27FC236}">
                <a16:creationId xmlns:a16="http://schemas.microsoft.com/office/drawing/2014/main" id="{BB9B9717-E33B-A934-3871-635EB9B7B331}"/>
              </a:ext>
            </a:extLst>
          </p:cNvPr>
          <p:cNvSpPr>
            <a:spLocks noGrp="1"/>
          </p:cNvSpPr>
          <p:nvPr>
            <p:ph type="ftr" sz="quarter" idx="25"/>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FECC2FAC-46CF-CF2A-AC48-31C3B9BD490D}"/>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809524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foto'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6242166"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515939"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8" name="Picture Placeholder 6">
            <a:extLst>
              <a:ext uri="{FF2B5EF4-FFF2-40B4-BE49-F238E27FC236}">
                <a16:creationId xmlns:a16="http://schemas.microsoft.com/office/drawing/2014/main" id="{24D30AFE-4552-30D0-38E2-7CC1CBB03076}"/>
              </a:ext>
            </a:extLst>
          </p:cNvPr>
          <p:cNvSpPr>
            <a:spLocks noGrp="1"/>
          </p:cNvSpPr>
          <p:nvPr>
            <p:ph type="pic" sz="quarter" idx="26"/>
          </p:nvPr>
        </p:nvSpPr>
        <p:spPr>
          <a:xfrm>
            <a:off x="515939" y="3557587"/>
            <a:ext cx="5433896"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3359887"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Date Placeholder 2">
            <a:extLst>
              <a:ext uri="{FF2B5EF4-FFF2-40B4-BE49-F238E27FC236}">
                <a16:creationId xmlns:a16="http://schemas.microsoft.com/office/drawing/2014/main" id="{07BE8E46-F289-0365-4159-9626BE37E412}"/>
              </a:ext>
            </a:extLst>
          </p:cNvPr>
          <p:cNvSpPr>
            <a:spLocks noGrp="1"/>
          </p:cNvSpPr>
          <p:nvPr>
            <p:ph type="dt" sz="half" idx="28"/>
          </p:nvPr>
        </p:nvSpPr>
        <p:spPr/>
        <p:txBody>
          <a:bodyPr/>
          <a:lstStyle/>
          <a:p>
            <a:fld id="{461CEEE9-F3F8-417B-9499-1EBD5B76741E}" type="datetime4">
              <a:rPr lang="en-US" smtClean="0"/>
              <a:t>October 15, 2026</a:t>
            </a:fld>
            <a:endParaRPr lang="en-BE"/>
          </a:p>
        </p:txBody>
      </p:sp>
      <p:sp>
        <p:nvSpPr>
          <p:cNvPr id="5" name="Footer Placeholder 4">
            <a:extLst>
              <a:ext uri="{FF2B5EF4-FFF2-40B4-BE49-F238E27FC236}">
                <a16:creationId xmlns:a16="http://schemas.microsoft.com/office/drawing/2014/main" id="{7DC38347-35B7-C3F1-6EA7-D6AD7D870989}"/>
              </a:ext>
            </a:extLst>
          </p:cNvPr>
          <p:cNvSpPr>
            <a:spLocks noGrp="1"/>
          </p:cNvSpPr>
          <p:nvPr>
            <p:ph type="ftr" sz="quarter" idx="29"/>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D7E25520-C2FB-1AAB-4326-931CCE81D998}"/>
              </a:ext>
            </a:extLst>
          </p:cNvPr>
          <p:cNvSpPr>
            <a:spLocks noGrp="1"/>
          </p:cNvSpPr>
          <p:nvPr>
            <p:ph type="sldNum" sz="quarter" idx="30"/>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088717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 foto'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43899E4-2319-1C8A-BB3D-3B2350926D56}"/>
              </a:ext>
            </a:extLst>
          </p:cNvPr>
          <p:cNvSpPr>
            <a:spLocks noGrp="1"/>
          </p:cNvSpPr>
          <p:nvPr>
            <p:ph type="pic" sz="quarter" idx="22"/>
          </p:nvPr>
        </p:nvSpPr>
        <p:spPr>
          <a:xfrm>
            <a:off x="6223000" y="512763"/>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2" name="Picture Placeholder 6">
            <a:extLst>
              <a:ext uri="{FF2B5EF4-FFF2-40B4-BE49-F238E27FC236}">
                <a16:creationId xmlns:a16="http://schemas.microsoft.com/office/drawing/2014/main" id="{69A97626-9339-5005-614F-81DB40605FC9}"/>
              </a:ext>
            </a:extLst>
          </p:cNvPr>
          <p:cNvSpPr>
            <a:spLocks noGrp="1"/>
          </p:cNvSpPr>
          <p:nvPr>
            <p:ph type="pic" sz="quarter" idx="24"/>
          </p:nvPr>
        </p:nvSpPr>
        <p:spPr>
          <a:xfrm>
            <a:off x="535102" y="512763"/>
            <a:ext cx="5433897" cy="5832474"/>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4" name="Picture Placeholder 6">
            <a:extLst>
              <a:ext uri="{FF2B5EF4-FFF2-40B4-BE49-F238E27FC236}">
                <a16:creationId xmlns:a16="http://schemas.microsoft.com/office/drawing/2014/main" id="{36158C0C-84FF-F14E-58B3-21286AD4928A}"/>
              </a:ext>
            </a:extLst>
          </p:cNvPr>
          <p:cNvSpPr>
            <a:spLocks noGrp="1"/>
          </p:cNvSpPr>
          <p:nvPr>
            <p:ph type="pic" sz="quarter" idx="27"/>
          </p:nvPr>
        </p:nvSpPr>
        <p:spPr>
          <a:xfrm>
            <a:off x="9066947" y="512763"/>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3" name="Picture Placeholder 6">
            <a:extLst>
              <a:ext uri="{FF2B5EF4-FFF2-40B4-BE49-F238E27FC236}">
                <a16:creationId xmlns:a16="http://schemas.microsoft.com/office/drawing/2014/main" id="{F26BC34F-D3AA-0B2A-26EC-080C156B7BBD}"/>
              </a:ext>
            </a:extLst>
          </p:cNvPr>
          <p:cNvSpPr>
            <a:spLocks noGrp="1"/>
          </p:cNvSpPr>
          <p:nvPr>
            <p:ph type="pic" sz="quarter" idx="28"/>
          </p:nvPr>
        </p:nvSpPr>
        <p:spPr>
          <a:xfrm>
            <a:off x="6223000" y="3557587"/>
            <a:ext cx="2589948"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5" name="Picture Placeholder 6">
            <a:extLst>
              <a:ext uri="{FF2B5EF4-FFF2-40B4-BE49-F238E27FC236}">
                <a16:creationId xmlns:a16="http://schemas.microsoft.com/office/drawing/2014/main" id="{27F7823D-C314-05C9-1C5B-12CA04F92224}"/>
              </a:ext>
            </a:extLst>
          </p:cNvPr>
          <p:cNvSpPr>
            <a:spLocks noGrp="1"/>
          </p:cNvSpPr>
          <p:nvPr>
            <p:ph type="pic" sz="quarter" idx="29"/>
          </p:nvPr>
        </p:nvSpPr>
        <p:spPr>
          <a:xfrm>
            <a:off x="9066947" y="3557587"/>
            <a:ext cx="2609115" cy="2787650"/>
          </a:xfrm>
          <a:prstGeom prst="roundRect">
            <a:avLst>
              <a:gd name="adj" fmla="val 0"/>
            </a:avLst>
          </a:prstGeom>
          <a:solidFill>
            <a:schemeClr val="bg1">
              <a:lumMod val="95000"/>
            </a:schemeClr>
          </a:solidFill>
        </p:spPr>
        <p:txBody>
          <a:bodyPr anchor="ctr">
            <a:normAutofit/>
          </a:bodyPr>
          <a:lstStyle>
            <a:lvl1pPr algn="ctr">
              <a:defRPr sz="2400" b="0" i="0">
                <a:highlight>
                  <a:srgbClr val="FFFF00"/>
                </a:highlight>
                <a:latin typeface="+mn-lt"/>
              </a:defRPr>
            </a:lvl1pPr>
          </a:lstStyle>
          <a:p>
            <a:endParaRPr lang="en-BE"/>
          </a:p>
        </p:txBody>
      </p:sp>
      <p:sp>
        <p:nvSpPr>
          <p:cNvPr id="6" name="Date Placeholder 5">
            <a:extLst>
              <a:ext uri="{FF2B5EF4-FFF2-40B4-BE49-F238E27FC236}">
                <a16:creationId xmlns:a16="http://schemas.microsoft.com/office/drawing/2014/main" id="{6A85FE5F-1EC9-DCC4-FD0A-AD87FBBC16F7}"/>
              </a:ext>
            </a:extLst>
          </p:cNvPr>
          <p:cNvSpPr>
            <a:spLocks noGrp="1"/>
          </p:cNvSpPr>
          <p:nvPr>
            <p:ph type="dt" sz="half" idx="30"/>
          </p:nvPr>
        </p:nvSpPr>
        <p:spPr/>
        <p:txBody>
          <a:bodyPr/>
          <a:lstStyle/>
          <a:p>
            <a:fld id="{80D8AAFC-0838-4933-9251-26B1B5F950AD}" type="datetime4">
              <a:rPr lang="en-US" smtClean="0"/>
              <a:t>October 15, 2026</a:t>
            </a:fld>
            <a:endParaRPr lang="en-BE"/>
          </a:p>
        </p:txBody>
      </p:sp>
      <p:sp>
        <p:nvSpPr>
          <p:cNvPr id="8" name="Footer Placeholder 7">
            <a:extLst>
              <a:ext uri="{FF2B5EF4-FFF2-40B4-BE49-F238E27FC236}">
                <a16:creationId xmlns:a16="http://schemas.microsoft.com/office/drawing/2014/main" id="{3C17913F-A06E-E7E3-B1C5-DB02145835F8}"/>
              </a:ext>
            </a:extLst>
          </p:cNvPr>
          <p:cNvSpPr>
            <a:spLocks noGrp="1"/>
          </p:cNvSpPr>
          <p:nvPr>
            <p:ph type="ftr" sz="quarter" idx="31"/>
          </p:nvPr>
        </p:nvSpPr>
        <p:spPr/>
        <p:txBody>
          <a:bodyPr/>
          <a:lstStyle/>
          <a:p>
            <a:r>
              <a:rPr lang="en-GB"/>
              <a:t>Voettekst</a:t>
            </a:r>
            <a:endParaRPr lang="en-BE"/>
          </a:p>
        </p:txBody>
      </p:sp>
      <p:sp>
        <p:nvSpPr>
          <p:cNvPr id="9" name="Slide Number Placeholder 8">
            <a:extLst>
              <a:ext uri="{FF2B5EF4-FFF2-40B4-BE49-F238E27FC236}">
                <a16:creationId xmlns:a16="http://schemas.microsoft.com/office/drawing/2014/main" id="{74DB972D-BC24-2423-9642-92BE673289B1}"/>
              </a:ext>
            </a:extLst>
          </p:cNvPr>
          <p:cNvSpPr>
            <a:spLocks noGrp="1"/>
          </p:cNvSpPr>
          <p:nvPr>
            <p:ph type="sldNum" sz="quarter" idx="32"/>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3752087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3" name="Date Placeholder 2">
            <a:extLst>
              <a:ext uri="{FF2B5EF4-FFF2-40B4-BE49-F238E27FC236}">
                <a16:creationId xmlns:a16="http://schemas.microsoft.com/office/drawing/2014/main" id="{107C3A5A-7B43-D5FB-AA03-CB1B24C419A7}"/>
              </a:ext>
            </a:extLst>
          </p:cNvPr>
          <p:cNvSpPr>
            <a:spLocks noGrp="1"/>
          </p:cNvSpPr>
          <p:nvPr>
            <p:ph type="dt" sz="half" idx="23"/>
          </p:nvPr>
        </p:nvSpPr>
        <p:spPr/>
        <p:txBody>
          <a:bodyPr/>
          <a:lstStyle/>
          <a:p>
            <a:fld id="{B772BA24-2CA0-4952-9840-BBD8BB1EF432}" type="datetime4">
              <a:rPr lang="en-US" smtClean="0"/>
              <a:t>October 15, 2026</a:t>
            </a:fld>
            <a:endParaRPr lang="en-BE"/>
          </a:p>
        </p:txBody>
      </p:sp>
      <p:sp>
        <p:nvSpPr>
          <p:cNvPr id="4" name="Footer Placeholder 3">
            <a:extLst>
              <a:ext uri="{FF2B5EF4-FFF2-40B4-BE49-F238E27FC236}">
                <a16:creationId xmlns:a16="http://schemas.microsoft.com/office/drawing/2014/main" id="{1ACB4FF9-9D06-081F-91F6-3E01293B2B10}"/>
              </a:ext>
            </a:extLst>
          </p:cNvPr>
          <p:cNvSpPr>
            <a:spLocks noGrp="1"/>
          </p:cNvSpPr>
          <p:nvPr>
            <p:ph type="ftr" sz="quarter" idx="24"/>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7031BE2D-3DE7-6EDB-08DD-73387AE77009}"/>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EB880520-9553-3AD3-98DC-048EBE5DB718}"/>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34957918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fiek + inhoud">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5CCE7ECA-5B5A-DD9B-57E8-FF8014562D53}"/>
              </a:ext>
            </a:extLst>
          </p:cNvPr>
          <p:cNvSpPr>
            <a:spLocks noGrp="1"/>
          </p:cNvSpPr>
          <p:nvPr>
            <p:ph type="chart" sz="quarter" idx="22"/>
          </p:nvPr>
        </p:nvSpPr>
        <p:spPr>
          <a:xfrm>
            <a:off x="6353972" y="1628775"/>
            <a:ext cx="5322090"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3" name="Date Placeholder 2">
            <a:extLst>
              <a:ext uri="{FF2B5EF4-FFF2-40B4-BE49-F238E27FC236}">
                <a16:creationId xmlns:a16="http://schemas.microsoft.com/office/drawing/2014/main" id="{0771E7A4-A9B4-D22B-A92D-0957DF6A35B5}"/>
              </a:ext>
            </a:extLst>
          </p:cNvPr>
          <p:cNvSpPr>
            <a:spLocks noGrp="1"/>
          </p:cNvSpPr>
          <p:nvPr>
            <p:ph type="dt" sz="half" idx="24"/>
          </p:nvPr>
        </p:nvSpPr>
        <p:spPr/>
        <p:txBody>
          <a:bodyPr/>
          <a:lstStyle/>
          <a:p>
            <a:fld id="{058E465A-A100-42BF-94F3-5FCEF86D0DBC}" type="datetime4">
              <a:rPr lang="en-US" smtClean="0"/>
              <a:t>October 15, 2026</a:t>
            </a:fld>
            <a:endParaRPr lang="en-BE"/>
          </a:p>
        </p:txBody>
      </p:sp>
      <p:sp>
        <p:nvSpPr>
          <p:cNvPr id="4" name="Footer Placeholder 3">
            <a:extLst>
              <a:ext uri="{FF2B5EF4-FFF2-40B4-BE49-F238E27FC236}">
                <a16:creationId xmlns:a16="http://schemas.microsoft.com/office/drawing/2014/main" id="{22AB6306-008E-C05E-E6E7-433B240B98AE}"/>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B0F7004B-74D0-6F93-F03D-36B6F99D0900}"/>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8FA0CF93-8D63-4FD6-119F-5103B90CA488}"/>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2" name="Text Placeholder 9">
            <a:extLst>
              <a:ext uri="{FF2B5EF4-FFF2-40B4-BE49-F238E27FC236}">
                <a16:creationId xmlns:a16="http://schemas.microsoft.com/office/drawing/2014/main" id="{769202CB-A2AA-940C-7E43-ABA11EE1A278}"/>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24465717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3" name="Table Placeholder 2">
            <a:extLst>
              <a:ext uri="{FF2B5EF4-FFF2-40B4-BE49-F238E27FC236}">
                <a16:creationId xmlns:a16="http://schemas.microsoft.com/office/drawing/2014/main" id="{2AC07F32-C191-403F-7407-8C662FD22BF6}"/>
              </a:ext>
            </a:extLst>
          </p:cNvPr>
          <p:cNvSpPr>
            <a:spLocks noGrp="1"/>
          </p:cNvSpPr>
          <p:nvPr>
            <p:ph type="tbl" sz="quarter" idx="22"/>
          </p:nvPr>
        </p:nvSpPr>
        <p:spPr>
          <a:xfrm>
            <a:off x="515937" y="1628776"/>
            <a:ext cx="11160126" cy="4716462"/>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4" name="Date Placeholder 3">
            <a:extLst>
              <a:ext uri="{FF2B5EF4-FFF2-40B4-BE49-F238E27FC236}">
                <a16:creationId xmlns:a16="http://schemas.microsoft.com/office/drawing/2014/main" id="{DCD7EE5F-A76D-A996-6EBE-DD51DBAB769F}"/>
              </a:ext>
            </a:extLst>
          </p:cNvPr>
          <p:cNvSpPr>
            <a:spLocks noGrp="1"/>
          </p:cNvSpPr>
          <p:nvPr>
            <p:ph type="dt" sz="half" idx="23"/>
          </p:nvPr>
        </p:nvSpPr>
        <p:spPr/>
        <p:txBody>
          <a:bodyPr/>
          <a:lstStyle/>
          <a:p>
            <a:fld id="{7DB67526-3CA8-45E5-A773-C9C3F683BB94}" type="datetime4">
              <a:rPr lang="en-US" smtClean="0"/>
              <a:t>October 15, 2026</a:t>
            </a:fld>
            <a:endParaRPr lang="en-BE"/>
          </a:p>
        </p:txBody>
      </p:sp>
      <p:sp>
        <p:nvSpPr>
          <p:cNvPr id="5" name="Footer Placeholder 4">
            <a:extLst>
              <a:ext uri="{FF2B5EF4-FFF2-40B4-BE49-F238E27FC236}">
                <a16:creationId xmlns:a16="http://schemas.microsoft.com/office/drawing/2014/main" id="{06D2E9D4-272A-AA6F-E413-B9E9382FD371}"/>
              </a:ext>
            </a:extLst>
          </p:cNvPr>
          <p:cNvSpPr>
            <a:spLocks noGrp="1"/>
          </p:cNvSpPr>
          <p:nvPr>
            <p:ph type="ftr" sz="quarter" idx="24"/>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A209A98A-6113-D242-33E2-C0EDDC8FDD4C}"/>
              </a:ext>
            </a:extLst>
          </p:cNvPr>
          <p:cNvSpPr>
            <a:spLocks noGrp="1"/>
          </p:cNvSpPr>
          <p:nvPr>
            <p:ph type="sldNum" sz="quarter" idx="25"/>
          </p:nvPr>
        </p:nvSpPr>
        <p:spPr/>
        <p:txBody>
          <a:bodyPr/>
          <a:lstStyle/>
          <a:p>
            <a:fld id="{8B70248A-FD0F-534C-919E-E8EB9B0FC062}" type="slidenum">
              <a:rPr lang="en-BE" smtClean="0"/>
              <a:pPr/>
              <a:t>‹#›</a:t>
            </a:fld>
            <a:endParaRPr lang="en-BE"/>
          </a:p>
        </p:txBody>
      </p:sp>
      <p:sp>
        <p:nvSpPr>
          <p:cNvPr id="7" name="Title 6">
            <a:extLst>
              <a:ext uri="{FF2B5EF4-FFF2-40B4-BE49-F238E27FC236}">
                <a16:creationId xmlns:a16="http://schemas.microsoft.com/office/drawing/2014/main" id="{73BB25C5-3A3B-D7BD-652B-7B6C94301EF7}"/>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Tree>
    <p:extLst>
      <p:ext uri="{BB962C8B-B14F-4D97-AF65-F5344CB8AC3E}">
        <p14:creationId xmlns:p14="http://schemas.microsoft.com/office/powerpoint/2010/main" val="13134112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bel + inhoud">
    <p:spTree>
      <p:nvGrpSpPr>
        <p:cNvPr id="1" name=""/>
        <p:cNvGrpSpPr/>
        <p:nvPr/>
      </p:nvGrpSpPr>
      <p:grpSpPr>
        <a:xfrm>
          <a:off x="0" y="0"/>
          <a:ext cx="0" cy="0"/>
          <a:chOff x="0" y="0"/>
          <a:chExt cx="0" cy="0"/>
        </a:xfrm>
      </p:grpSpPr>
      <p:sp>
        <p:nvSpPr>
          <p:cNvPr id="2" name="Table Placeholder 2">
            <a:extLst>
              <a:ext uri="{FF2B5EF4-FFF2-40B4-BE49-F238E27FC236}">
                <a16:creationId xmlns:a16="http://schemas.microsoft.com/office/drawing/2014/main" id="{F273B77E-10BA-D2FF-013B-B7810AFFBCB1}"/>
              </a:ext>
            </a:extLst>
          </p:cNvPr>
          <p:cNvSpPr>
            <a:spLocks noGrp="1"/>
          </p:cNvSpPr>
          <p:nvPr>
            <p:ph type="tbl" sz="quarter" idx="23"/>
          </p:nvPr>
        </p:nvSpPr>
        <p:spPr>
          <a:xfrm>
            <a:off x="6353971" y="1628775"/>
            <a:ext cx="5322091" cy="471646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3" name="Date Placeholder 2">
            <a:extLst>
              <a:ext uri="{FF2B5EF4-FFF2-40B4-BE49-F238E27FC236}">
                <a16:creationId xmlns:a16="http://schemas.microsoft.com/office/drawing/2014/main" id="{C292B070-8B3C-87DF-4B6F-59E81786660A}"/>
              </a:ext>
            </a:extLst>
          </p:cNvPr>
          <p:cNvSpPr>
            <a:spLocks noGrp="1"/>
          </p:cNvSpPr>
          <p:nvPr>
            <p:ph type="dt" sz="half" idx="24"/>
          </p:nvPr>
        </p:nvSpPr>
        <p:spPr/>
        <p:txBody>
          <a:bodyPr/>
          <a:lstStyle/>
          <a:p>
            <a:fld id="{591873E6-9523-4E8C-818B-F4E55DDED461}" type="datetime4">
              <a:rPr lang="en-US" smtClean="0"/>
              <a:t>October 15, 2026</a:t>
            </a:fld>
            <a:endParaRPr lang="en-BE"/>
          </a:p>
        </p:txBody>
      </p:sp>
      <p:sp>
        <p:nvSpPr>
          <p:cNvPr id="4" name="Footer Placeholder 3">
            <a:extLst>
              <a:ext uri="{FF2B5EF4-FFF2-40B4-BE49-F238E27FC236}">
                <a16:creationId xmlns:a16="http://schemas.microsoft.com/office/drawing/2014/main" id="{3FA5E4CF-63B9-7FCD-7CB9-D5F6D3364602}"/>
              </a:ext>
            </a:extLst>
          </p:cNvPr>
          <p:cNvSpPr>
            <a:spLocks noGrp="1"/>
          </p:cNvSpPr>
          <p:nvPr>
            <p:ph type="ftr" sz="quarter" idx="25"/>
          </p:nvPr>
        </p:nvSpPr>
        <p:spPr/>
        <p:txBody>
          <a:bodyPr/>
          <a:lstStyle/>
          <a:p>
            <a:r>
              <a:rPr lang="en-GB"/>
              <a:t>Voettekst</a:t>
            </a:r>
            <a:endParaRPr lang="en-BE"/>
          </a:p>
        </p:txBody>
      </p:sp>
      <p:sp>
        <p:nvSpPr>
          <p:cNvPr id="5" name="Slide Number Placeholder 4">
            <a:extLst>
              <a:ext uri="{FF2B5EF4-FFF2-40B4-BE49-F238E27FC236}">
                <a16:creationId xmlns:a16="http://schemas.microsoft.com/office/drawing/2014/main" id="{8FB1E1E9-1E01-1733-5EB0-910A532A826D}"/>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8" name="Title 7">
            <a:extLst>
              <a:ext uri="{FF2B5EF4-FFF2-40B4-BE49-F238E27FC236}">
                <a16:creationId xmlns:a16="http://schemas.microsoft.com/office/drawing/2014/main" id="{9667022D-936C-2D27-53B8-1BB33C4C6F8E}"/>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6" name="Text Placeholder 9">
            <a:extLst>
              <a:ext uri="{FF2B5EF4-FFF2-40B4-BE49-F238E27FC236}">
                <a16:creationId xmlns:a16="http://schemas.microsoft.com/office/drawing/2014/main" id="{11AA424F-0E40-3A43-4FC5-0BBD71E9C30A}"/>
              </a:ext>
            </a:extLst>
          </p:cNvPr>
          <p:cNvSpPr>
            <a:spLocks noGrp="1"/>
          </p:cNvSpPr>
          <p:nvPr>
            <p:ph type="body" sz="quarter" idx="31" hasCustomPrompt="1"/>
          </p:nvPr>
        </p:nvSpPr>
        <p:spPr>
          <a:xfrm>
            <a:off x="515936" y="1628775"/>
            <a:ext cx="5322093"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9066960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714BDC6-0435-BE27-0FED-7FAA9A86C2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4B19EE2F-A7FB-40DD-B400-0BA302B483BF}" type="datetime4">
              <a:rPr lang="en-US" smtClean="0"/>
              <a:t>October 15, 2026</a:t>
            </a:fld>
            <a:endParaRPr lang="en-BE"/>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1711840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edia + inhoud">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D7AE5942-4F63-ACC5-4DE3-CF6CF96FB268}"/>
              </a:ext>
            </a:extLst>
          </p:cNvPr>
          <p:cNvSpPr>
            <a:spLocks noGrp="1"/>
          </p:cNvSpPr>
          <p:nvPr>
            <p:ph type="media" sz="quarter" idx="22"/>
          </p:nvPr>
        </p:nvSpPr>
        <p:spPr>
          <a:xfrm>
            <a:off x="4764442" y="1628775"/>
            <a:ext cx="6911620" cy="4716461"/>
          </a:xfrm>
          <a:prstGeom prst="rect">
            <a:avLst/>
          </a:prstGeom>
          <a:solidFill>
            <a:schemeClr val="bg1">
              <a:lumMod val="95000"/>
            </a:schemeClr>
          </a:solidFill>
        </p:spPr>
        <p:txBody>
          <a:bodyPr anchor="ctr">
            <a:normAutofit/>
          </a:bodyPr>
          <a:lstStyle>
            <a:lvl1pPr algn="ctr">
              <a:defRPr sz="2400" b="0">
                <a:highlight>
                  <a:srgbClr val="FFFF00"/>
                </a:highlight>
              </a:defRPr>
            </a:lvl1pPr>
          </a:lstStyle>
          <a:p>
            <a:endParaRPr lang="en-BE"/>
          </a:p>
        </p:txBody>
      </p:sp>
      <p:sp>
        <p:nvSpPr>
          <p:cNvPr id="4" name="Title 3">
            <a:extLst>
              <a:ext uri="{FF2B5EF4-FFF2-40B4-BE49-F238E27FC236}">
                <a16:creationId xmlns:a16="http://schemas.microsoft.com/office/drawing/2014/main" id="{AB92B1E8-47FC-953C-F731-EF5A12DDD10A}"/>
              </a:ext>
            </a:extLst>
          </p:cNvPr>
          <p:cNvSpPr>
            <a:spLocks noGrp="1"/>
          </p:cNvSpPr>
          <p:nvPr>
            <p:ph type="title" hasCustomPrompt="1"/>
          </p:nvPr>
        </p:nvSpPr>
        <p:spPr/>
        <p:txBody>
          <a:bodyPr/>
          <a:lstStyle/>
          <a:p>
            <a:r>
              <a:rPr lang="en-GB"/>
              <a:t>Korte of </a:t>
            </a:r>
            <a:r>
              <a:rPr lang="en-GB" err="1"/>
              <a:t>lange</a:t>
            </a:r>
            <a:r>
              <a:rPr lang="en-GB"/>
              <a:t> </a:t>
            </a:r>
            <a:r>
              <a:rPr lang="en-GB" err="1"/>
              <a:t>titel</a:t>
            </a:r>
            <a:endParaRPr lang="en-BE"/>
          </a:p>
        </p:txBody>
      </p:sp>
      <p:sp>
        <p:nvSpPr>
          <p:cNvPr id="5" name="Date Placeholder 4">
            <a:extLst>
              <a:ext uri="{FF2B5EF4-FFF2-40B4-BE49-F238E27FC236}">
                <a16:creationId xmlns:a16="http://schemas.microsoft.com/office/drawing/2014/main" id="{748E313E-5F5A-5734-FDB1-ACFF601DDB3A}"/>
              </a:ext>
            </a:extLst>
          </p:cNvPr>
          <p:cNvSpPr>
            <a:spLocks noGrp="1"/>
          </p:cNvSpPr>
          <p:nvPr>
            <p:ph type="dt" sz="half" idx="24"/>
          </p:nvPr>
        </p:nvSpPr>
        <p:spPr/>
        <p:txBody>
          <a:bodyPr/>
          <a:lstStyle/>
          <a:p>
            <a:fld id="{D416CE6B-2974-44DE-A7B0-F94502A227B0}" type="datetime4">
              <a:rPr lang="en-US" smtClean="0"/>
              <a:t>October 15, 2026</a:t>
            </a:fld>
            <a:endParaRPr lang="en-BE"/>
          </a:p>
        </p:txBody>
      </p:sp>
      <p:sp>
        <p:nvSpPr>
          <p:cNvPr id="6" name="Footer Placeholder 5">
            <a:extLst>
              <a:ext uri="{FF2B5EF4-FFF2-40B4-BE49-F238E27FC236}">
                <a16:creationId xmlns:a16="http://schemas.microsoft.com/office/drawing/2014/main" id="{720DC76F-CF80-ADBB-1057-239680ED8300}"/>
              </a:ext>
            </a:extLst>
          </p:cNvPr>
          <p:cNvSpPr>
            <a:spLocks noGrp="1"/>
          </p:cNvSpPr>
          <p:nvPr>
            <p:ph type="ftr" sz="quarter" idx="25"/>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09EB6802-D161-015C-E8B2-AC943863BAB3}"/>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9" name="Text Placeholder 9">
            <a:extLst>
              <a:ext uri="{FF2B5EF4-FFF2-40B4-BE49-F238E27FC236}">
                <a16:creationId xmlns:a16="http://schemas.microsoft.com/office/drawing/2014/main" id="{F2D34801-5173-DF5E-FB34-D011F44EF9F4}"/>
              </a:ext>
            </a:extLst>
          </p:cNvPr>
          <p:cNvSpPr>
            <a:spLocks noGrp="1"/>
          </p:cNvSpPr>
          <p:nvPr>
            <p:ph type="body" sz="quarter" idx="31" hasCustomPrompt="1"/>
          </p:nvPr>
        </p:nvSpPr>
        <p:spPr>
          <a:xfrm>
            <a:off x="515937" y="1628775"/>
            <a:ext cx="3708506" cy="4716463"/>
          </a:xfrm>
        </p:spPr>
        <p:txBody>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3238387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6314AC0-17EE-A056-A312-DC697CB96C3F}"/>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480" t="961" r="334"/>
          <a:stretch>
            <a:fillRect/>
          </a:stretch>
        </p:blipFill>
        <p:spPr>
          <a:xfrm>
            <a:off x="1" y="0"/>
            <a:ext cx="12210011" cy="6858000"/>
          </a:xfrm>
          <a:custGeom>
            <a:avLst/>
            <a:gdLst>
              <a:gd name="connsiteX0" fmla="*/ 0 w 12210011"/>
              <a:gd name="connsiteY0" fmla="*/ 0 h 6858000"/>
              <a:gd name="connsiteX1" fmla="*/ 12210011 w 12210011"/>
              <a:gd name="connsiteY1" fmla="*/ 0 h 6858000"/>
              <a:gd name="connsiteX2" fmla="*/ 12210011 w 12210011"/>
              <a:gd name="connsiteY2" fmla="*/ 6858000 h 6858000"/>
              <a:gd name="connsiteX3" fmla="*/ 0 w 1221001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0011" h="6858000">
                <a:moveTo>
                  <a:pt x="0" y="0"/>
                </a:moveTo>
                <a:lnTo>
                  <a:pt x="12210011" y="0"/>
                </a:lnTo>
                <a:lnTo>
                  <a:pt x="12210011" y="6858000"/>
                </a:lnTo>
                <a:lnTo>
                  <a:pt x="0" y="6858000"/>
                </a:lnTo>
                <a:close/>
              </a:path>
            </a:pathLst>
          </a:custGeom>
        </p:spPr>
      </p:pic>
      <p:sp>
        <p:nvSpPr>
          <p:cNvPr id="8" name="Title 5">
            <a:extLst>
              <a:ext uri="{FF2B5EF4-FFF2-40B4-BE49-F238E27FC236}">
                <a16:creationId xmlns:a16="http://schemas.microsoft.com/office/drawing/2014/main" id="{3B8DB3AD-CBBA-89FA-79F9-CEBC9C5C4357}"/>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2"/>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55B6FB74-A158-45A4-8BF9-622926009448}" type="datetime4">
              <a:rPr lang="en-US" smtClean="0"/>
              <a:t>October 15, 2026</a:t>
            </a:fld>
            <a:endParaRPr lang="en-BE"/>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17" name="Text Placeholder 3">
            <a:extLst>
              <a:ext uri="{FF2B5EF4-FFF2-40B4-BE49-F238E27FC236}">
                <a16:creationId xmlns:a16="http://schemas.microsoft.com/office/drawing/2014/main" id="{BE86B2C0-1181-987A-042F-2C2D2F69531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a:t>Lorem ipsum</a:t>
            </a:r>
            <a:endParaRPr lang="en-BE"/>
          </a:p>
        </p:txBody>
      </p:sp>
    </p:spTree>
    <p:extLst>
      <p:ext uri="{BB962C8B-B14F-4D97-AF65-F5344CB8AC3E}">
        <p14:creationId xmlns:p14="http://schemas.microsoft.com/office/powerpoint/2010/main" val="36809829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0207C47B-FF97-4B0D-A736-29D91E0D3CD1}" type="datetime4">
              <a:rPr lang="en-US" smtClean="0"/>
              <a:t>October 15, 2026</a:t>
            </a:fld>
            <a:endParaRPr lang="en-BE"/>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2" name="Title 5">
            <a:extLst>
              <a:ext uri="{FF2B5EF4-FFF2-40B4-BE49-F238E27FC236}">
                <a16:creationId xmlns:a16="http://schemas.microsoft.com/office/drawing/2014/main" id="{85D997F0-5791-557B-2A6D-1067E17459A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2"/>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6" name="Text Placeholder 5">
            <a:extLst>
              <a:ext uri="{FF2B5EF4-FFF2-40B4-BE49-F238E27FC236}">
                <a16:creationId xmlns:a16="http://schemas.microsoft.com/office/drawing/2014/main" id="{9236B684-9E01-8ECC-4049-18AC9DFC4A75}"/>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lvl1pPr>
          </a:lstStyle>
          <a:p>
            <a:pPr lvl="0"/>
            <a:r>
              <a:rPr lang="nl-NL" noProof="0"/>
              <a:t>- </a:t>
            </a:r>
            <a:r>
              <a:rPr lang="nl-NL" noProof="0" err="1"/>
              <a:t>Lorem</a:t>
            </a:r>
            <a:r>
              <a:rPr lang="nl-NL" noProof="0"/>
              <a:t> </a:t>
            </a:r>
            <a:r>
              <a:rPr lang="nl-NL" noProof="0" err="1"/>
              <a:t>ipsum</a:t>
            </a:r>
            <a:endParaRPr lang="nl-NL" noProof="0"/>
          </a:p>
        </p:txBody>
      </p:sp>
    </p:spTree>
    <p:extLst>
      <p:ext uri="{BB962C8B-B14F-4D97-AF65-F5344CB8AC3E}">
        <p14:creationId xmlns:p14="http://schemas.microsoft.com/office/powerpoint/2010/main" val="10927017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506C553B-F633-02CA-1430-79ED3F76C36F}"/>
              </a:ext>
            </a:extLst>
          </p:cNvPr>
          <p:cNvPicPr>
            <a:picLocks/>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b="10369"/>
          <a:stretch/>
        </p:blipFill>
        <p:spPr>
          <a:xfrm rot="16200000">
            <a:off x="6057132" y="1216307"/>
            <a:ext cx="7844350" cy="4425386"/>
          </a:xfrm>
          <a:custGeom>
            <a:avLst/>
            <a:gdLst>
              <a:gd name="connsiteX0" fmla="*/ 7844350 w 7844350"/>
              <a:gd name="connsiteY0" fmla="*/ 0 h 4425386"/>
              <a:gd name="connsiteX1" fmla="*/ 7844350 w 7844350"/>
              <a:gd name="connsiteY1" fmla="*/ 120086 h 4425386"/>
              <a:gd name="connsiteX2" fmla="*/ 7351175 w 7844350"/>
              <a:gd name="connsiteY2" fmla="*/ 120086 h 4425386"/>
              <a:gd name="connsiteX3" fmla="*/ 7351175 w 7844350"/>
              <a:gd name="connsiteY3" fmla="*/ 4425386 h 4425386"/>
              <a:gd name="connsiteX4" fmla="*/ 493176 w 7844350"/>
              <a:gd name="connsiteY4" fmla="*/ 4425386 h 4425386"/>
              <a:gd name="connsiteX5" fmla="*/ 493176 w 7844350"/>
              <a:gd name="connsiteY5" fmla="*/ 120086 h 4425386"/>
              <a:gd name="connsiteX6" fmla="*/ 0 w 7844350"/>
              <a:gd name="connsiteY6" fmla="*/ 120086 h 4425386"/>
              <a:gd name="connsiteX7" fmla="*/ 0 w 7844350"/>
              <a:gd name="connsiteY7" fmla="*/ 0 h 442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4350" h="4425386">
                <a:moveTo>
                  <a:pt x="7844350" y="0"/>
                </a:moveTo>
                <a:lnTo>
                  <a:pt x="7844350" y="120086"/>
                </a:lnTo>
                <a:lnTo>
                  <a:pt x="7351175" y="120086"/>
                </a:lnTo>
                <a:lnTo>
                  <a:pt x="7351175" y="4425386"/>
                </a:lnTo>
                <a:lnTo>
                  <a:pt x="493176" y="4425386"/>
                </a:lnTo>
                <a:lnTo>
                  <a:pt x="493176" y="120086"/>
                </a:lnTo>
                <a:lnTo>
                  <a:pt x="0" y="120086"/>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highlight>
                  <a:srgbClr val="FFFF00"/>
                </a:highlight>
                <a:latin typeface="+mn-lt"/>
              </a:defRPr>
            </a:lvl1pPr>
          </a:lstStyle>
          <a:p>
            <a:endParaRPr lang="nl-NL"/>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a:t>- </a:t>
            </a:r>
            <a:r>
              <a:rPr lang="nl-NL" noProof="0" err="1"/>
              <a:t>Lorem</a:t>
            </a:r>
            <a:r>
              <a:rPr lang="nl-NL" noProof="0"/>
              <a:t> </a:t>
            </a:r>
            <a:r>
              <a:rPr lang="nl-NL" noProof="0" err="1"/>
              <a:t>ipsum</a:t>
            </a:r>
            <a:endParaRPr lang="nl-NL" noProof="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2C4C8487-62F9-4BAC-800E-518181057217}" type="datetime4">
              <a:rPr lang="en-US" smtClean="0"/>
              <a:t>October 15, 2026</a:t>
            </a:fld>
            <a:endParaRPr lang="en-BE"/>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6404303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EF7217FF-8C88-D49F-720B-61816BB41F3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12635"/>
          <a:stretch>
            <a:fillRect/>
          </a:stretch>
        </p:blipFill>
        <p:spPr>
          <a:xfrm rot="10800000">
            <a:off x="4457698" y="-1"/>
            <a:ext cx="7734302" cy="5572125"/>
          </a:xfrm>
          <a:custGeom>
            <a:avLst/>
            <a:gdLst>
              <a:gd name="connsiteX0" fmla="*/ 7734302 w 7734302"/>
              <a:gd name="connsiteY0" fmla="*/ 5572125 h 5572125"/>
              <a:gd name="connsiteX1" fmla="*/ 0 w 7734302"/>
              <a:gd name="connsiteY1" fmla="*/ 5572125 h 5572125"/>
              <a:gd name="connsiteX2" fmla="*/ 0 w 7734302"/>
              <a:gd name="connsiteY2" fmla="*/ 0 h 5572125"/>
              <a:gd name="connsiteX3" fmla="*/ 7734302 w 7734302"/>
              <a:gd name="connsiteY3" fmla="*/ 0 h 5572125"/>
            </a:gdLst>
            <a:ahLst/>
            <a:cxnLst>
              <a:cxn ang="0">
                <a:pos x="connsiteX0" y="connsiteY0"/>
              </a:cxn>
              <a:cxn ang="0">
                <a:pos x="connsiteX1" y="connsiteY1"/>
              </a:cxn>
              <a:cxn ang="0">
                <a:pos x="connsiteX2" y="connsiteY2"/>
              </a:cxn>
              <a:cxn ang="0">
                <a:pos x="connsiteX3" y="connsiteY3"/>
              </a:cxn>
            </a:cxnLst>
            <a:rect l="l" t="t" r="r" b="b"/>
            <a:pathLst>
              <a:path w="7734302" h="5572125">
                <a:moveTo>
                  <a:pt x="7734302" y="5572125"/>
                </a:moveTo>
                <a:lnTo>
                  <a:pt x="0" y="5572125"/>
                </a:lnTo>
                <a:lnTo>
                  <a:pt x="0" y="0"/>
                </a:lnTo>
                <a:lnTo>
                  <a:pt x="7734302"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1A5BF5F0-19BD-43C4-913D-05858F831297}" type="datetime4">
              <a:rPr lang="en-US" smtClean="0"/>
              <a:t>October 15, 2026</a:t>
            </a:fld>
            <a:endParaRPr lang="en-BE"/>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3" name="Title 20">
            <a:extLst>
              <a:ext uri="{FF2B5EF4-FFF2-40B4-BE49-F238E27FC236}">
                <a16:creationId xmlns:a16="http://schemas.microsoft.com/office/drawing/2014/main" id="{D4337BEE-BE6F-5048-BD50-D5D00D9E5F83}"/>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a:t>Thank you!</a:t>
            </a:r>
            <a:endParaRPr lang="en-BE"/>
          </a:p>
        </p:txBody>
      </p:sp>
      <p:sp>
        <p:nvSpPr>
          <p:cNvPr id="4" name="Text Placeholder 3">
            <a:extLst>
              <a:ext uri="{FF2B5EF4-FFF2-40B4-BE49-F238E27FC236}">
                <a16:creationId xmlns:a16="http://schemas.microsoft.com/office/drawing/2014/main" id="{A1C246D7-FC38-0AB7-DF87-ED3F00907EB5}"/>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rgbClr val="000000"/>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Contact</a:t>
            </a:r>
          </a:p>
        </p:txBody>
      </p:sp>
      <p:grpSp>
        <p:nvGrpSpPr>
          <p:cNvPr id="5" name="Graphic 10">
            <a:extLst>
              <a:ext uri="{FF2B5EF4-FFF2-40B4-BE49-F238E27FC236}">
                <a16:creationId xmlns:a16="http://schemas.microsoft.com/office/drawing/2014/main" id="{3FA490B3-BA2A-220F-6EA4-8DA088E69F45}"/>
              </a:ext>
            </a:extLst>
          </p:cNvPr>
          <p:cNvGrpSpPr/>
          <p:nvPr userDrawn="1"/>
        </p:nvGrpSpPr>
        <p:grpSpPr>
          <a:xfrm>
            <a:off x="515936" y="512763"/>
            <a:ext cx="2144749" cy="508682"/>
            <a:chOff x="419100" y="2082800"/>
            <a:chExt cx="7770288" cy="1842923"/>
          </a:xfrm>
          <a:solidFill>
            <a:schemeClr val="bg2"/>
          </a:solidFill>
        </p:grpSpPr>
        <p:sp>
          <p:nvSpPr>
            <p:cNvPr id="6" name="Freeform 5">
              <a:extLst>
                <a:ext uri="{FF2B5EF4-FFF2-40B4-BE49-F238E27FC236}">
                  <a16:creationId xmlns:a16="http://schemas.microsoft.com/office/drawing/2014/main" id="{17C7A75E-7545-95C0-23EB-76431010DAC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7" name="Freeform 6">
              <a:extLst>
                <a:ext uri="{FF2B5EF4-FFF2-40B4-BE49-F238E27FC236}">
                  <a16:creationId xmlns:a16="http://schemas.microsoft.com/office/drawing/2014/main" id="{8D9ECE8B-9D83-C24E-59FA-54B253418D9F}"/>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9" name="Freeform 8">
              <a:extLst>
                <a:ext uri="{FF2B5EF4-FFF2-40B4-BE49-F238E27FC236}">
                  <a16:creationId xmlns:a16="http://schemas.microsoft.com/office/drawing/2014/main" id="{21ABC01C-5F71-E3C7-B08D-5D4B21AEA79A}"/>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7994131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64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M_WHITE">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37960"/>
            <a:ext cx="256032"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700">
                <a:solidFill>
                  <a:srgbClr val="8C979E"/>
                </a:solidFill>
                <a:latin typeface="Inter"/>
                <a:ea typeface="Inter"/>
                <a:cs typeface="Inter"/>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6263105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slide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6F975E6E-9984-48EA-8BFB-6F3F206EF7A9}" type="datetime4">
              <a:rPr lang="en-US" smtClean="0"/>
              <a:t>October 15, 2026</a:t>
            </a:fld>
            <a:endParaRPr lang="en-BE"/>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2" name="Graphic 10">
            <a:extLst>
              <a:ext uri="{FF2B5EF4-FFF2-40B4-BE49-F238E27FC236}">
                <a16:creationId xmlns:a16="http://schemas.microsoft.com/office/drawing/2014/main" id="{9C143F9C-CA51-6A3D-6038-55DBC067B4FD}"/>
              </a:ext>
            </a:extLst>
          </p:cNvPr>
          <p:cNvGrpSpPr/>
          <p:nvPr userDrawn="1"/>
        </p:nvGrpSpPr>
        <p:grpSpPr>
          <a:xfrm>
            <a:off x="515936" y="512763"/>
            <a:ext cx="2144749" cy="508682"/>
            <a:chOff x="419100" y="2082800"/>
            <a:chExt cx="7770288" cy="1842923"/>
          </a:xfrm>
          <a:solidFill>
            <a:schemeClr val="bg1"/>
          </a:solidFill>
        </p:grpSpPr>
        <p:sp>
          <p:nvSpPr>
            <p:cNvPr id="9" name="Freeform 8">
              <a:extLst>
                <a:ext uri="{FF2B5EF4-FFF2-40B4-BE49-F238E27FC236}">
                  <a16:creationId xmlns:a16="http://schemas.microsoft.com/office/drawing/2014/main" id="{D0F346C8-75E7-EFD5-11A3-1FDB31BF24F1}"/>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ADBE9E14-4424-E241-FDF8-85AA09573C18}"/>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8AAEA66E-84C1-243A-2FAA-9684BEF1E8B1}"/>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1700045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slide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DA376B0-7373-A672-75C0-6A9DD58A7E7F}"/>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l="4772" r="4772"/>
          <a:stretch/>
        </p:blipFill>
        <p:spPr>
          <a:xfrm rot="16200000">
            <a:off x="1828616" y="1985677"/>
            <a:ext cx="6858003" cy="2886641"/>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33F2C37F-556E-406F-9458-21E81A583320}" type="datetime4">
              <a:rPr lang="en-US" smtClean="0"/>
              <a:t>October 15, 2026</a:t>
            </a:fld>
            <a:endParaRPr lang="en-BE"/>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5" name="Title 8">
            <a:extLst>
              <a:ext uri="{FF2B5EF4-FFF2-40B4-BE49-F238E27FC236}">
                <a16:creationId xmlns:a16="http://schemas.microsoft.com/office/drawing/2014/main" id="{C038C994-DC00-C844-899F-D3660EF75BF1}"/>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9" name="Text Placeholder 3">
            <a:extLst>
              <a:ext uri="{FF2B5EF4-FFF2-40B4-BE49-F238E27FC236}">
                <a16:creationId xmlns:a16="http://schemas.microsoft.com/office/drawing/2014/main" id="{F46F2F8C-4C33-47BC-7977-F025A7A82430}"/>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10" name="Graphic 10">
            <a:extLst>
              <a:ext uri="{FF2B5EF4-FFF2-40B4-BE49-F238E27FC236}">
                <a16:creationId xmlns:a16="http://schemas.microsoft.com/office/drawing/2014/main" id="{BBF98F45-4D7B-13A2-4B34-65E5083C5E31}"/>
              </a:ext>
            </a:extLst>
          </p:cNvPr>
          <p:cNvGrpSpPr/>
          <p:nvPr userDrawn="1"/>
        </p:nvGrpSpPr>
        <p:grpSpPr>
          <a:xfrm>
            <a:off x="515936" y="512763"/>
            <a:ext cx="2144749" cy="508682"/>
            <a:chOff x="419100" y="2082800"/>
            <a:chExt cx="7770288" cy="1842923"/>
          </a:xfrm>
          <a:solidFill>
            <a:schemeClr val="bg1"/>
          </a:solidFill>
        </p:grpSpPr>
        <p:sp>
          <p:nvSpPr>
            <p:cNvPr id="11" name="Freeform 10">
              <a:extLst>
                <a:ext uri="{FF2B5EF4-FFF2-40B4-BE49-F238E27FC236}">
                  <a16:creationId xmlns:a16="http://schemas.microsoft.com/office/drawing/2014/main" id="{E5DFA883-E525-D03F-5DE8-910CE3CF20F8}"/>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0554B8CE-B78E-F35C-A8DF-50FEECBA2D5E}"/>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4701AD00-4BFC-2E10-72A1-902DD99B64C2}"/>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5929865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elslid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179735B-DFCA-D124-198E-05FA8E2CF2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D3552A53-57A9-4123-A19D-AF6EF1D84AC7}" type="datetime4">
              <a:rPr lang="en-US" smtClean="0"/>
              <a:t>October 15, 2026</a:t>
            </a:fld>
            <a:endParaRPr lang="en-BE"/>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2" name="Title 8">
            <a:extLst>
              <a:ext uri="{FF2B5EF4-FFF2-40B4-BE49-F238E27FC236}">
                <a16:creationId xmlns:a16="http://schemas.microsoft.com/office/drawing/2014/main" id="{C7D1E8C1-13EB-D4BB-EFD2-7B7A3C2A7773}"/>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4" name="Text Placeholder 3">
            <a:extLst>
              <a:ext uri="{FF2B5EF4-FFF2-40B4-BE49-F238E27FC236}">
                <a16:creationId xmlns:a16="http://schemas.microsoft.com/office/drawing/2014/main" id="{2BD4C4E4-7DE4-06A2-244F-5CC6B54E285C}"/>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6" name="Graphic 10">
            <a:extLst>
              <a:ext uri="{FF2B5EF4-FFF2-40B4-BE49-F238E27FC236}">
                <a16:creationId xmlns:a16="http://schemas.microsoft.com/office/drawing/2014/main" id="{57E57CC2-DCC5-8672-8C95-AFB9D8C26A07}"/>
              </a:ext>
            </a:extLst>
          </p:cNvPr>
          <p:cNvGrpSpPr/>
          <p:nvPr userDrawn="1"/>
        </p:nvGrpSpPr>
        <p:grpSpPr>
          <a:xfrm>
            <a:off x="515936" y="512763"/>
            <a:ext cx="2144749" cy="508682"/>
            <a:chOff x="419100" y="2082800"/>
            <a:chExt cx="7770288" cy="1842923"/>
          </a:xfrm>
          <a:solidFill>
            <a:schemeClr val="bg1"/>
          </a:solidFill>
        </p:grpSpPr>
        <p:sp>
          <p:nvSpPr>
            <p:cNvPr id="7" name="Freeform 6">
              <a:extLst>
                <a:ext uri="{FF2B5EF4-FFF2-40B4-BE49-F238E27FC236}">
                  <a16:creationId xmlns:a16="http://schemas.microsoft.com/office/drawing/2014/main" id="{02C5EADB-B585-94E9-A617-73C56D711796}"/>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55E04FAA-E02A-9AF4-3C50-85A67ED8F6E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C8145DD8-0A0B-A731-0582-A2F2FBB1F54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9098917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slide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481C1C3-3BCD-6737-872A-E43678CDBB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7427776" y="1604866"/>
            <a:ext cx="5842800" cy="3685648"/>
          </a:xfrm>
          <a:prstGeom prst="rect">
            <a:avLst/>
          </a:prstGeom>
        </p:spPr>
      </p:pic>
      <p:pic>
        <p:nvPicPr>
          <p:cNvPr id="5" name="Graphic 4">
            <a:extLst>
              <a:ext uri="{FF2B5EF4-FFF2-40B4-BE49-F238E27FC236}">
                <a16:creationId xmlns:a16="http://schemas.microsoft.com/office/drawing/2014/main" id="{58A2B2E9-7A2E-EA50-CBBE-56D4A955C0C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116400" y="623490"/>
            <a:ext cx="2159683" cy="5648400"/>
          </a:xfrm>
          <a:prstGeom prst="rect">
            <a:avLst/>
          </a:prstGeom>
        </p:spPr>
      </p:pic>
      <p:pic>
        <p:nvPicPr>
          <p:cNvPr id="6" name="Graphic 5">
            <a:extLst>
              <a:ext uri="{FF2B5EF4-FFF2-40B4-BE49-F238E27FC236}">
                <a16:creationId xmlns:a16="http://schemas.microsoft.com/office/drawing/2014/main" id="{FE1C7CCF-738D-5AA5-7E62-F47408B1E1C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29600" y="624480"/>
            <a:ext cx="2149200" cy="5646421"/>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26290"/>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9F983CE4-6A89-4BC4-9063-576D7731B37F}" type="datetime4">
              <a:rPr lang="en-US" smtClean="0"/>
              <a:t>October 15, 2026</a:t>
            </a:fld>
            <a:endParaRPr lang="en-BE"/>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3" name="Title 8">
            <a:extLst>
              <a:ext uri="{FF2B5EF4-FFF2-40B4-BE49-F238E27FC236}">
                <a16:creationId xmlns:a16="http://schemas.microsoft.com/office/drawing/2014/main" id="{7B6CB02A-6C06-3A91-9D99-A43E43406A07}"/>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8" name="Text Placeholder 3">
            <a:extLst>
              <a:ext uri="{FF2B5EF4-FFF2-40B4-BE49-F238E27FC236}">
                <a16:creationId xmlns:a16="http://schemas.microsoft.com/office/drawing/2014/main" id="{AC11A279-6B85-9340-070F-DD7F56D77EDE}"/>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9" name="Graphic 10">
            <a:extLst>
              <a:ext uri="{FF2B5EF4-FFF2-40B4-BE49-F238E27FC236}">
                <a16:creationId xmlns:a16="http://schemas.microsoft.com/office/drawing/2014/main" id="{3C1594A3-4DC1-62AA-A006-B9A8B3730899}"/>
              </a:ext>
            </a:extLst>
          </p:cNvPr>
          <p:cNvGrpSpPr/>
          <p:nvPr userDrawn="1"/>
        </p:nvGrpSpPr>
        <p:grpSpPr>
          <a:xfrm>
            <a:off x="515936" y="512763"/>
            <a:ext cx="2144749" cy="508682"/>
            <a:chOff x="419100" y="2082800"/>
            <a:chExt cx="7770288" cy="1842923"/>
          </a:xfrm>
          <a:solidFill>
            <a:schemeClr val="bg1"/>
          </a:solidFill>
        </p:grpSpPr>
        <p:sp>
          <p:nvSpPr>
            <p:cNvPr id="10" name="Freeform 9">
              <a:extLst>
                <a:ext uri="{FF2B5EF4-FFF2-40B4-BE49-F238E27FC236}">
                  <a16:creationId xmlns:a16="http://schemas.microsoft.com/office/drawing/2014/main" id="{A9A26693-DC12-E2C0-3445-E388E66D571B}"/>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5DCD578B-91E4-245A-672F-7EAF322558FA}"/>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C5871F6A-F814-6E6B-BBA8-EEF6752600C1}"/>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080652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elslide 5">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0D358D4-E33B-1EC4-3BC2-A9185D93C9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4A0F71F-AA82-490F-2299-6199D83A747C}"/>
              </a:ext>
            </a:extLst>
          </p:cNvPr>
          <p:cNvSpPr/>
          <p:nvPr userDrawn="1"/>
        </p:nvSpPr>
        <p:spPr>
          <a:xfrm>
            <a:off x="0" y="0"/>
            <a:ext cx="12192000"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Picture Placeholder 22">
            <a:extLst>
              <a:ext uri="{FF2B5EF4-FFF2-40B4-BE49-F238E27FC236}">
                <a16:creationId xmlns:a16="http://schemas.microsoft.com/office/drawing/2014/main" id="{6DCDE9D4-B475-F9D0-1FC0-F25E79A64096}"/>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8CF7FC78-DDAB-4243-9CCE-C903B9201449}" type="datetime4">
              <a:rPr lang="en-US" smtClean="0"/>
              <a:t>October 15, 2026</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32158DDD-DEB8-DA3A-7F9B-35F4B5907DE1}"/>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1"/>
                </a:solidFill>
              </a:defRPr>
            </a:lvl1pPr>
          </a:lstStyle>
          <a:p>
            <a:r>
              <a:rPr lang="en-GB"/>
              <a:t>Korte </a:t>
            </a:r>
            <a:r>
              <a:rPr lang="en-GB" err="1"/>
              <a:t>titel</a:t>
            </a:r>
            <a:endParaRPr lang="en-BE"/>
          </a:p>
        </p:txBody>
      </p:sp>
      <p:sp>
        <p:nvSpPr>
          <p:cNvPr id="12" name="Text Placeholder 3">
            <a:extLst>
              <a:ext uri="{FF2B5EF4-FFF2-40B4-BE49-F238E27FC236}">
                <a16:creationId xmlns:a16="http://schemas.microsoft.com/office/drawing/2014/main" id="{1E8CAF5F-8604-8363-831C-7FDD6CC1A950}"/>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3313917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E3A3DB3-3F3E-9E1D-4D82-D3A61E69661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5400000">
            <a:off x="4238293" y="2126818"/>
            <a:ext cx="6903349" cy="2609803"/>
          </a:xfrm>
          <a:prstGeom prst="rect">
            <a:avLst/>
          </a:prstGeom>
        </p:spPr>
      </p:pic>
      <p:pic>
        <p:nvPicPr>
          <p:cNvPr id="4" name="Graphic 3">
            <a:extLst>
              <a:ext uri="{FF2B5EF4-FFF2-40B4-BE49-F238E27FC236}">
                <a16:creationId xmlns:a16="http://schemas.microsoft.com/office/drawing/2014/main" id="{17836F46-0818-6D94-A02D-96FEDE21A4D9}"/>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5189" r="5189"/>
          <a:stretch/>
        </p:blipFill>
        <p:spPr>
          <a:xfrm rot="5400000">
            <a:off x="7316570" y="1982572"/>
            <a:ext cx="6858002" cy="2892857"/>
          </a:xfrm>
          <a:prstGeom prst="rect">
            <a:avLst/>
          </a:prstGeom>
        </p:spPr>
      </p:pic>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6D9F3360-0027-4857-9662-D3E751560510}" type="datetime4">
              <a:rPr lang="en-US" smtClean="0"/>
              <a:t>October 15, 2026</a:t>
            </a:fld>
            <a:endParaRPr lang="en-BE"/>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ext Placeholder 3">
            <a:extLst>
              <a:ext uri="{FF2B5EF4-FFF2-40B4-BE49-F238E27FC236}">
                <a16:creationId xmlns:a16="http://schemas.microsoft.com/office/drawing/2014/main" id="{44A46CF9-500D-0D14-EA47-0C0460B11064}"/>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10" name="Title 5">
            <a:extLst>
              <a:ext uri="{FF2B5EF4-FFF2-40B4-BE49-F238E27FC236}">
                <a16:creationId xmlns:a16="http://schemas.microsoft.com/office/drawing/2014/main" id="{AA89F6E9-0061-D186-2A2B-706806631E61}"/>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grpSp>
        <p:nvGrpSpPr>
          <p:cNvPr id="2" name="Graphic 10">
            <a:extLst>
              <a:ext uri="{FF2B5EF4-FFF2-40B4-BE49-F238E27FC236}">
                <a16:creationId xmlns:a16="http://schemas.microsoft.com/office/drawing/2014/main" id="{DE188515-991E-1E96-BBEA-B1081967BEC3}"/>
              </a:ext>
            </a:extLst>
          </p:cNvPr>
          <p:cNvGrpSpPr/>
          <p:nvPr userDrawn="1"/>
        </p:nvGrpSpPr>
        <p:grpSpPr>
          <a:xfrm>
            <a:off x="515936" y="512763"/>
            <a:ext cx="2144749" cy="508682"/>
            <a:chOff x="419100" y="2082800"/>
            <a:chExt cx="7770288" cy="1842923"/>
          </a:xfrm>
          <a:solidFill>
            <a:schemeClr val="bg1"/>
          </a:solidFill>
        </p:grpSpPr>
        <p:sp>
          <p:nvSpPr>
            <p:cNvPr id="6" name="Freeform 5">
              <a:extLst>
                <a:ext uri="{FF2B5EF4-FFF2-40B4-BE49-F238E27FC236}">
                  <a16:creationId xmlns:a16="http://schemas.microsoft.com/office/drawing/2014/main" id="{48738046-82EE-4563-3C5D-9F8377C47A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BB1C4AFE-6F80-C561-251A-FC5E7165034B}"/>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09920C01-2CDB-20F3-B636-FF067418E720}"/>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9990060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628C50E3-30E0-578B-06D1-F44116DB10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6421892" y="1787410"/>
            <a:ext cx="5204806" cy="3283200"/>
          </a:xfrm>
          <a:prstGeom prst="rect">
            <a:avLst/>
          </a:prstGeom>
        </p:spPr>
      </p:pic>
      <p:pic>
        <p:nvPicPr>
          <p:cNvPr id="6" name="Graphic 5">
            <a:extLst>
              <a:ext uri="{FF2B5EF4-FFF2-40B4-BE49-F238E27FC236}">
                <a16:creationId xmlns:a16="http://schemas.microsoft.com/office/drawing/2014/main" id="{7063A626-3A96-7011-342D-0DD4422CFE67}"/>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23526"/>
          <a:stretch/>
        </p:blipFill>
        <p:spPr>
          <a:xfrm rot="5400000">
            <a:off x="8340234" y="3693405"/>
            <a:ext cx="1431956" cy="4897237"/>
          </a:xfrm>
          <a:prstGeom prst="rect">
            <a:avLst/>
          </a:prstGeom>
        </p:spPr>
      </p:pic>
      <p:pic>
        <p:nvPicPr>
          <p:cNvPr id="10" name="Graphic 9">
            <a:extLst>
              <a:ext uri="{FF2B5EF4-FFF2-40B4-BE49-F238E27FC236}">
                <a16:creationId xmlns:a16="http://schemas.microsoft.com/office/drawing/2014/main" id="{B5D436B6-1FD6-9F4B-F52D-042A47AC1CBE}"/>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229E6737-1C28-472F-9E2A-5FCFBD3FC7B6}" type="datetime4">
              <a:rPr lang="en-US" smtClean="0"/>
              <a:t>October 15, 2026</a:t>
            </a:fld>
            <a:endParaRPr lang="en-BE"/>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7" name="Text Placeholder 3">
            <a:extLst>
              <a:ext uri="{FF2B5EF4-FFF2-40B4-BE49-F238E27FC236}">
                <a16:creationId xmlns:a16="http://schemas.microsoft.com/office/drawing/2014/main" id="{7B237C78-D1A1-E2DF-4F97-E73DA3A039FC}"/>
              </a:ext>
            </a:extLst>
          </p:cNvPr>
          <p:cNvSpPr>
            <a:spLocks noGrp="1"/>
          </p:cNvSpPr>
          <p:nvPr>
            <p:ph type="body" sz="quarter" idx="10" hasCustomPrompt="1"/>
          </p:nvPr>
        </p:nvSpPr>
        <p:spPr>
          <a:xfrm>
            <a:off x="515935" y="245745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9" name="Title 5">
            <a:extLst>
              <a:ext uri="{FF2B5EF4-FFF2-40B4-BE49-F238E27FC236}">
                <a16:creationId xmlns:a16="http://schemas.microsoft.com/office/drawing/2014/main" id="{E1A21EC6-3CE0-1BFB-9955-E64E981EC413}"/>
              </a:ext>
            </a:extLst>
          </p:cNvPr>
          <p:cNvSpPr>
            <a:spLocks noGrp="1"/>
          </p:cNvSpPr>
          <p:nvPr>
            <p:ph type="title" hasCustomPrompt="1"/>
          </p:nvPr>
        </p:nvSpPr>
        <p:spPr>
          <a:xfrm>
            <a:off x="515935" y="2982003"/>
            <a:ext cx="5580065"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grpSp>
        <p:nvGrpSpPr>
          <p:cNvPr id="11" name="Graphic 10">
            <a:extLst>
              <a:ext uri="{FF2B5EF4-FFF2-40B4-BE49-F238E27FC236}">
                <a16:creationId xmlns:a16="http://schemas.microsoft.com/office/drawing/2014/main" id="{3B76C253-628F-9553-A266-8DAA5077A6D2}"/>
              </a:ext>
            </a:extLst>
          </p:cNvPr>
          <p:cNvGrpSpPr/>
          <p:nvPr userDrawn="1"/>
        </p:nvGrpSpPr>
        <p:grpSpPr>
          <a:xfrm>
            <a:off x="515936" y="512763"/>
            <a:ext cx="2144749" cy="508682"/>
            <a:chOff x="419100" y="2082800"/>
            <a:chExt cx="7770288" cy="1842923"/>
          </a:xfrm>
          <a:solidFill>
            <a:schemeClr val="bg1"/>
          </a:solidFill>
        </p:grpSpPr>
        <p:sp>
          <p:nvSpPr>
            <p:cNvPr id="12" name="Freeform 11">
              <a:extLst>
                <a:ext uri="{FF2B5EF4-FFF2-40B4-BE49-F238E27FC236}">
                  <a16:creationId xmlns:a16="http://schemas.microsoft.com/office/drawing/2014/main" id="{E95BCF7D-B453-828F-9892-9AC16F22C592}"/>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6E8AA942-14AE-2ADC-8D2C-9EEDD7F38A96}"/>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BF277AE3-CC3C-423E-3373-35824337120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24040916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F318506-1681-83B9-A6FC-0F33D28647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0316B8EE-66A0-4D2A-AF45-1EE4BCF5CEB4}" type="datetime4">
              <a:rPr lang="en-US" smtClean="0"/>
              <a:t>October 15, 2026</a:t>
            </a:fld>
            <a:endParaRPr lang="en-BE"/>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0209557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9ADCDA6-D1C9-C76B-F94C-15A3EF19FF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327"/>
            <a:ext cx="12192000" cy="6765346"/>
          </a:xfrm>
          <a:prstGeom prst="rect">
            <a:avLst/>
          </a:prstGeom>
        </p:spPr>
      </p:pic>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C80AFBC7-764D-4682-96CF-0C8AF7946CF9}" type="datetime4">
              <a:rPr lang="en-US" smtClean="0"/>
              <a:t>October 15, 2026</a:t>
            </a:fld>
            <a:endParaRPr lang="en-BE"/>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2" name="Title 5">
            <a:extLst>
              <a:ext uri="{FF2B5EF4-FFF2-40B4-BE49-F238E27FC236}">
                <a16:creationId xmlns:a16="http://schemas.microsoft.com/office/drawing/2014/main" id="{3F845A7B-EDB6-5BBA-1A79-D81135E80F90}"/>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4" name="Text Placeholder 3">
            <a:extLst>
              <a:ext uri="{FF2B5EF4-FFF2-40B4-BE49-F238E27FC236}">
                <a16:creationId xmlns:a16="http://schemas.microsoft.com/office/drawing/2014/main" id="{A8AA938B-2B1B-5A56-0CE7-EA9689DD7FEF}"/>
              </a:ext>
            </a:extLst>
          </p:cNvPr>
          <p:cNvSpPr>
            <a:spLocks noGrp="1"/>
          </p:cNvSpPr>
          <p:nvPr>
            <p:ph type="body" sz="quarter" idx="23" hasCustomPrompt="1"/>
          </p:nvPr>
        </p:nvSpPr>
        <p:spPr>
          <a:xfrm>
            <a:off x="5345016" y="4677072"/>
            <a:ext cx="1501982" cy="347329"/>
          </a:xfrm>
          <a:prstGeom prst="roundRect">
            <a:avLst/>
          </a:prstGeom>
          <a:solidFill>
            <a:schemeClr val="tx2"/>
          </a:solidFill>
        </p:spPr>
        <p:txBody>
          <a:bodyPr wrap="none">
            <a:spAutoFit/>
          </a:bodyPr>
          <a:lstStyle>
            <a:lvl1pPr algn="ctr">
              <a:defRPr sz="1600">
                <a:solidFill>
                  <a:schemeClr val="bg1"/>
                </a:solidFill>
              </a:defRPr>
            </a:lvl1pPr>
          </a:lstStyle>
          <a:p>
            <a:pPr lvl="0"/>
            <a:r>
              <a:rPr lang="en-GB"/>
              <a:t>Lorem ipsum</a:t>
            </a:r>
            <a:endParaRPr lang="en-BE"/>
          </a:p>
        </p:txBody>
      </p:sp>
    </p:spTree>
    <p:extLst>
      <p:ext uri="{BB962C8B-B14F-4D97-AF65-F5344CB8AC3E}">
        <p14:creationId xmlns:p14="http://schemas.microsoft.com/office/powerpoint/2010/main" val="40747029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7F8D715B-DD2B-44D4-9ACB-211E977DB2A0}" type="datetime4">
              <a:rPr lang="en-US" smtClean="0"/>
              <a:t>October 15, 2026</a:t>
            </a:fld>
            <a:endParaRPr lang="en-BE"/>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9355887D-756F-F868-3DF0-03CF47DF58CD}"/>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7" name="Text Placeholder 5">
            <a:extLst>
              <a:ext uri="{FF2B5EF4-FFF2-40B4-BE49-F238E27FC236}">
                <a16:creationId xmlns:a16="http://schemas.microsoft.com/office/drawing/2014/main" id="{1868A457-A7E9-09CE-7AEF-67371853D26C}"/>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a:t>- </a:t>
            </a:r>
            <a:r>
              <a:rPr lang="nl-NL" noProof="0" err="1"/>
              <a:t>Lorem</a:t>
            </a:r>
            <a:r>
              <a:rPr lang="nl-NL" noProof="0"/>
              <a:t> </a:t>
            </a:r>
            <a:r>
              <a:rPr lang="nl-NL" noProof="0" err="1"/>
              <a:t>ipsum</a:t>
            </a:r>
            <a:endParaRPr lang="nl-NL" noProof="0"/>
          </a:p>
        </p:txBody>
      </p:sp>
    </p:spTree>
    <p:extLst>
      <p:ext uri="{BB962C8B-B14F-4D97-AF65-F5344CB8AC3E}">
        <p14:creationId xmlns:p14="http://schemas.microsoft.com/office/powerpoint/2010/main" val="37764559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163841E5-F71C-A65C-0467-85C1386F5CC9}"/>
              </a:ext>
            </a:extLst>
          </p:cNvPr>
          <p:cNvPicPr>
            <a:picLocks/>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b="11493"/>
          <a:stretch>
            <a:fillRect/>
          </a:stretch>
        </p:blipFill>
        <p:spPr>
          <a:xfrm rot="16200000">
            <a:off x="6033971" y="1222092"/>
            <a:ext cx="7902247" cy="4413812"/>
          </a:xfrm>
          <a:custGeom>
            <a:avLst/>
            <a:gdLst>
              <a:gd name="connsiteX0" fmla="*/ 7902247 w 7902247"/>
              <a:gd name="connsiteY0" fmla="*/ 0 h 4413812"/>
              <a:gd name="connsiteX1" fmla="*/ 7902247 w 7902247"/>
              <a:gd name="connsiteY1" fmla="*/ 324412 h 4413812"/>
              <a:gd name="connsiteX2" fmla="*/ 7380122 w 7902247"/>
              <a:gd name="connsiteY2" fmla="*/ 324412 h 4413812"/>
              <a:gd name="connsiteX3" fmla="*/ 7380122 w 7902247"/>
              <a:gd name="connsiteY3" fmla="*/ 4413812 h 4413812"/>
              <a:gd name="connsiteX4" fmla="*/ 522122 w 7902247"/>
              <a:gd name="connsiteY4" fmla="*/ 4413812 h 4413812"/>
              <a:gd name="connsiteX5" fmla="*/ 522122 w 7902247"/>
              <a:gd name="connsiteY5" fmla="*/ 324412 h 4413812"/>
              <a:gd name="connsiteX6" fmla="*/ 0 w 7902247"/>
              <a:gd name="connsiteY6" fmla="*/ 324412 h 4413812"/>
              <a:gd name="connsiteX7" fmla="*/ 0 w 7902247"/>
              <a:gd name="connsiteY7" fmla="*/ 0 h 4413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2247" h="4413812">
                <a:moveTo>
                  <a:pt x="7902247" y="0"/>
                </a:moveTo>
                <a:lnTo>
                  <a:pt x="7902247" y="324412"/>
                </a:lnTo>
                <a:lnTo>
                  <a:pt x="7380122" y="324412"/>
                </a:lnTo>
                <a:lnTo>
                  <a:pt x="7380122" y="4413812"/>
                </a:lnTo>
                <a:lnTo>
                  <a:pt x="522122" y="4413812"/>
                </a:lnTo>
                <a:lnTo>
                  <a:pt x="522122" y="324412"/>
                </a:lnTo>
                <a:lnTo>
                  <a:pt x="0" y="324412"/>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13932"/>
          </a:xfrm>
          <a:prstGeom prst="rect">
            <a:avLst/>
          </a:prstGeom>
        </p:spPr>
        <p:txBody>
          <a:bodyPr wrap="square" lIns="0" rIns="0">
            <a:spAutoFit/>
          </a:bodyPr>
          <a:lstStyle>
            <a:lvl1pPr algn="l">
              <a:defRPr sz="1600" b="0" i="1">
                <a:solidFill>
                  <a:schemeClr val="tx2"/>
                </a:solidFill>
              </a:defRPr>
            </a:lvl1pPr>
          </a:lstStyle>
          <a:p>
            <a:pPr lvl="0"/>
            <a:r>
              <a:rPr lang="nl-NL" noProof="0"/>
              <a:t>- </a:t>
            </a:r>
            <a:r>
              <a:rPr lang="nl-NL" noProof="0" err="1"/>
              <a:t>Lorem</a:t>
            </a:r>
            <a:r>
              <a:rPr lang="nl-NL" noProof="0"/>
              <a:t> </a:t>
            </a:r>
            <a:r>
              <a:rPr lang="nl-NL" noProof="0" err="1"/>
              <a:t>ipsum</a:t>
            </a:r>
            <a:endParaRPr lang="nl-NL" noProof="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B2BE8ABE-FDB1-4B95-A815-1C25EF26DC0C}" type="datetime4">
              <a:rPr lang="en-US" smtClean="0"/>
              <a:t>October 15, 2026</a:t>
            </a:fld>
            <a:endParaRPr lang="en-BE"/>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872892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E57CD68-75B6-F13A-63EF-63468522221E}"/>
              </a:ext>
            </a:extLst>
          </p:cNvPr>
          <p:cNvPicPr>
            <a:picLocks noChangeAspect="1"/>
          </p:cNvPicPr>
          <p:nvPr userDrawn="1"/>
        </p:nvPicPr>
        <p:blipFill>
          <a:blip>
            <a:extLst>
              <a:ext uri="{96DAC541-7B7A-43D3-8B79-37D633B846F1}">
                <asvg:svgBlip xmlns:asvg="http://schemas.microsoft.com/office/drawing/2016/SVG/main" r:embed="rId2"/>
              </a:ext>
            </a:extLst>
          </a:blip>
          <a:srcRect/>
          <a:stretch>
            <a:fillRect/>
          </a:stretch>
        </p:blipFill>
        <p:spPr>
          <a:xfrm rot="10800000">
            <a:off x="4457698" y="8628"/>
            <a:ext cx="8839202" cy="5563497"/>
          </a:xfrm>
          <a:custGeom>
            <a:avLst/>
            <a:gdLst>
              <a:gd name="connsiteX0" fmla="*/ 8839202 w 8839202"/>
              <a:gd name="connsiteY0" fmla="*/ 5563497 h 5563497"/>
              <a:gd name="connsiteX1" fmla="*/ 1104900 w 8839202"/>
              <a:gd name="connsiteY1" fmla="*/ 5563497 h 5563497"/>
              <a:gd name="connsiteX2" fmla="*/ 1104900 w 8839202"/>
              <a:gd name="connsiteY2" fmla="*/ 619125 h 5563497"/>
              <a:gd name="connsiteX3" fmla="*/ 0 w 8839202"/>
              <a:gd name="connsiteY3" fmla="*/ 619125 h 5563497"/>
              <a:gd name="connsiteX4" fmla="*/ 0 w 8839202"/>
              <a:gd name="connsiteY4" fmla="*/ 0 h 5563497"/>
              <a:gd name="connsiteX5" fmla="*/ 8839202 w 8839202"/>
              <a:gd name="connsiteY5" fmla="*/ 0 h 556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9202" h="5563497">
                <a:moveTo>
                  <a:pt x="8839202" y="5563497"/>
                </a:moveTo>
                <a:lnTo>
                  <a:pt x="1104900" y="5563497"/>
                </a:lnTo>
                <a:lnTo>
                  <a:pt x="1104900" y="619125"/>
                </a:lnTo>
                <a:lnTo>
                  <a:pt x="0" y="619125"/>
                </a:lnTo>
                <a:lnTo>
                  <a:pt x="0" y="0"/>
                </a:lnTo>
                <a:lnTo>
                  <a:pt x="8839202"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5" name="Title 20">
            <a:extLst>
              <a:ext uri="{FF2B5EF4-FFF2-40B4-BE49-F238E27FC236}">
                <a16:creationId xmlns:a16="http://schemas.microsoft.com/office/drawing/2014/main" id="{CD48848F-FCE7-50A3-7025-7A4C33441862}"/>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tx2"/>
                </a:solidFill>
              </a:defRPr>
            </a:lvl1pPr>
          </a:lstStyle>
          <a:p>
            <a:r>
              <a:rPr lang="en-GB"/>
              <a:t>Thank you!</a:t>
            </a:r>
            <a:endParaRPr lang="en-BE"/>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61CE0209-A8C7-478F-AE71-C0DE1A68769A}" type="datetime4">
              <a:rPr lang="en-US" smtClean="0"/>
              <a:t>October 15, 2026</a:t>
            </a:fld>
            <a:endParaRPr lang="en-BE"/>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93E5697C-BC98-F04E-B5D3-5D7868FE6A62}"/>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Contact</a:t>
            </a:r>
          </a:p>
        </p:txBody>
      </p:sp>
      <p:grpSp>
        <p:nvGrpSpPr>
          <p:cNvPr id="3" name="Graphic 10">
            <a:extLst>
              <a:ext uri="{FF2B5EF4-FFF2-40B4-BE49-F238E27FC236}">
                <a16:creationId xmlns:a16="http://schemas.microsoft.com/office/drawing/2014/main" id="{44A32813-423B-8134-322B-5A2B5FDB1B21}"/>
              </a:ext>
            </a:extLst>
          </p:cNvPr>
          <p:cNvGrpSpPr/>
          <p:nvPr userDrawn="1"/>
        </p:nvGrpSpPr>
        <p:grpSpPr>
          <a:xfrm>
            <a:off x="515936" y="512763"/>
            <a:ext cx="2144749" cy="508682"/>
            <a:chOff x="419100" y="2082800"/>
            <a:chExt cx="7770288" cy="1842923"/>
          </a:xfrm>
          <a:solidFill>
            <a:schemeClr val="bg1"/>
          </a:solidFill>
        </p:grpSpPr>
        <p:sp>
          <p:nvSpPr>
            <p:cNvPr id="6" name="Freeform 5">
              <a:extLst>
                <a:ext uri="{FF2B5EF4-FFF2-40B4-BE49-F238E27FC236}">
                  <a16:creationId xmlns:a16="http://schemas.microsoft.com/office/drawing/2014/main" id="{4546B831-1E36-13F1-8868-74DD4DB04824}"/>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7" name="Freeform 6">
              <a:extLst>
                <a:ext uri="{FF2B5EF4-FFF2-40B4-BE49-F238E27FC236}">
                  <a16:creationId xmlns:a16="http://schemas.microsoft.com/office/drawing/2014/main" id="{D96986BD-C4EC-0405-339A-FFF18706B355}"/>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0" name="Freeform 9">
              <a:extLst>
                <a:ext uri="{FF2B5EF4-FFF2-40B4-BE49-F238E27FC236}">
                  <a16:creationId xmlns:a16="http://schemas.microsoft.com/office/drawing/2014/main" id="{0EE5414C-4FAC-4204-FE6E-42D8391EA72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5969854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el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294B1EA-C359-E80E-E512-45251D3176A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38000" y="0"/>
            <a:ext cx="9054000" cy="6349229"/>
          </a:xfrm>
          <a:prstGeom prst="rect">
            <a:avLst/>
          </a:prstGeom>
        </p:spPr>
      </p:pic>
      <p:sp>
        <p:nvSpPr>
          <p:cNvPr id="4" name="Date Placeholder 3">
            <a:extLst>
              <a:ext uri="{FF2B5EF4-FFF2-40B4-BE49-F238E27FC236}">
                <a16:creationId xmlns:a16="http://schemas.microsoft.com/office/drawing/2014/main" id="{C293AEB6-A383-92D6-01E5-872534A72A03}"/>
              </a:ext>
            </a:extLst>
          </p:cNvPr>
          <p:cNvSpPr>
            <a:spLocks noGrp="1"/>
          </p:cNvSpPr>
          <p:nvPr>
            <p:ph type="dt" sz="half" idx="11"/>
          </p:nvPr>
        </p:nvSpPr>
        <p:spPr/>
        <p:txBody>
          <a:bodyPr/>
          <a:lstStyle/>
          <a:p>
            <a:fld id="{A235EE27-552D-4277-A769-DD08257557A6}" type="datetime4">
              <a:rPr lang="en-US" smtClean="0"/>
              <a:t>October 15, 2026</a:t>
            </a:fld>
            <a:endParaRPr lang="en-BE"/>
          </a:p>
        </p:txBody>
      </p:sp>
      <p:sp>
        <p:nvSpPr>
          <p:cNvPr id="6" name="Footer Placeholder 5">
            <a:extLst>
              <a:ext uri="{FF2B5EF4-FFF2-40B4-BE49-F238E27FC236}">
                <a16:creationId xmlns:a16="http://schemas.microsoft.com/office/drawing/2014/main" id="{8135C565-F191-4A65-6899-91BC417C5FAE}"/>
              </a:ext>
            </a:extLst>
          </p:cNvPr>
          <p:cNvSpPr>
            <a:spLocks noGrp="1"/>
          </p:cNvSpPr>
          <p:nvPr>
            <p:ph type="ftr" sz="quarter" idx="12"/>
          </p:nvPr>
        </p:nvSpPr>
        <p:spPr/>
        <p:txBody>
          <a:bodyPr/>
          <a:lstStyle/>
          <a:p>
            <a:r>
              <a:rPr lang="en-GB"/>
              <a:t>Voettekst</a:t>
            </a:r>
            <a:endParaRPr lang="en-BE"/>
          </a:p>
        </p:txBody>
      </p:sp>
      <p:sp>
        <p:nvSpPr>
          <p:cNvPr id="7" name="Slide Number Placeholder 6">
            <a:extLst>
              <a:ext uri="{FF2B5EF4-FFF2-40B4-BE49-F238E27FC236}">
                <a16:creationId xmlns:a16="http://schemas.microsoft.com/office/drawing/2014/main" id="{CDCD1A3F-7B5E-E44D-1F76-D31283A60F68}"/>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46B43D23-71AD-EACB-C04F-39C550A0C97E}"/>
              </a:ext>
            </a:extLst>
          </p:cNvPr>
          <p:cNvSpPr>
            <a:spLocks noGrp="1"/>
          </p:cNvSpPr>
          <p:nvPr>
            <p:ph type="title" hasCustomPrompt="1"/>
          </p:nvPr>
        </p:nvSpPr>
        <p:spPr>
          <a:xfrm>
            <a:off x="515938" y="2457450"/>
            <a:ext cx="11160123"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10" name="Text Placeholder 3">
            <a:extLst>
              <a:ext uri="{FF2B5EF4-FFF2-40B4-BE49-F238E27FC236}">
                <a16:creationId xmlns:a16="http://schemas.microsoft.com/office/drawing/2014/main" id="{745D4F25-4C23-E0DA-5C7A-D665FC991938}"/>
              </a:ext>
            </a:extLst>
          </p:cNvPr>
          <p:cNvSpPr>
            <a:spLocks noGrp="1"/>
          </p:cNvSpPr>
          <p:nvPr>
            <p:ph type="body" sz="quarter" idx="14" hasCustomPrompt="1"/>
          </p:nvPr>
        </p:nvSpPr>
        <p:spPr>
          <a:xfrm>
            <a:off x="515938" y="4045577"/>
            <a:ext cx="11160123"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2" name="Graphic 10">
            <a:extLst>
              <a:ext uri="{FF2B5EF4-FFF2-40B4-BE49-F238E27FC236}">
                <a16:creationId xmlns:a16="http://schemas.microsoft.com/office/drawing/2014/main" id="{301D1E9F-E6B2-B5D1-1827-D053386286BB}"/>
              </a:ext>
            </a:extLst>
          </p:cNvPr>
          <p:cNvGrpSpPr/>
          <p:nvPr userDrawn="1"/>
        </p:nvGrpSpPr>
        <p:grpSpPr>
          <a:xfrm>
            <a:off x="515936" y="512763"/>
            <a:ext cx="2144749" cy="508682"/>
            <a:chOff x="419100" y="2082800"/>
            <a:chExt cx="7770288" cy="1842923"/>
          </a:xfrm>
          <a:solidFill>
            <a:schemeClr val="bg2"/>
          </a:solidFill>
        </p:grpSpPr>
        <p:sp>
          <p:nvSpPr>
            <p:cNvPr id="9" name="Freeform 8">
              <a:extLst>
                <a:ext uri="{FF2B5EF4-FFF2-40B4-BE49-F238E27FC236}">
                  <a16:creationId xmlns:a16="http://schemas.microsoft.com/office/drawing/2014/main" id="{DE27AF2D-C6F7-243D-3C18-20E3BBEF16C4}"/>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65DCE53A-0262-D4D7-49A0-85D6C7AB042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6DB6E514-5C22-7BC4-24A0-2203868D65DF}"/>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5156961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02">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27152836-84DD-00F4-8447-71E37A384EA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805340" y="0"/>
            <a:ext cx="2895599" cy="6857999"/>
          </a:xfrm>
          <a:prstGeom prst="rect">
            <a:avLst/>
          </a:prstGeom>
        </p:spPr>
      </p:pic>
      <p:sp>
        <p:nvSpPr>
          <p:cNvPr id="7" name="Picture Placeholder 16">
            <a:extLst>
              <a:ext uri="{FF2B5EF4-FFF2-40B4-BE49-F238E27FC236}">
                <a16:creationId xmlns:a16="http://schemas.microsoft.com/office/drawing/2014/main" id="{C5046157-E67B-1EF1-7706-FE384D3A5868}"/>
              </a:ext>
            </a:extLst>
          </p:cNvPr>
          <p:cNvSpPr>
            <a:spLocks noGrp="1"/>
          </p:cNvSpPr>
          <p:nvPr>
            <p:ph type="pic" sz="quarter" idx="14"/>
          </p:nvPr>
        </p:nvSpPr>
        <p:spPr>
          <a:xfrm>
            <a:off x="6700939" y="0"/>
            <a:ext cx="4975124" cy="6858000"/>
          </a:xfrm>
          <a:custGeom>
            <a:avLst/>
            <a:gdLst>
              <a:gd name="connsiteX0" fmla="*/ 0 w 4975124"/>
              <a:gd name="connsiteY0" fmla="*/ 0 h 6858000"/>
              <a:gd name="connsiteX1" fmla="*/ 2973934 w 4975124"/>
              <a:gd name="connsiteY1" fmla="*/ 0 h 6858000"/>
              <a:gd name="connsiteX2" fmla="*/ 4975124 w 4975124"/>
              <a:gd name="connsiteY2" fmla="*/ 3429000 h 6858000"/>
              <a:gd name="connsiteX3" fmla="*/ 2973921 w 4975124"/>
              <a:gd name="connsiteY3" fmla="*/ 6858000 h 6858000"/>
              <a:gd name="connsiteX4" fmla="*/ 0 w 497512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5124" h="6858000">
                <a:moveTo>
                  <a:pt x="0" y="0"/>
                </a:moveTo>
                <a:lnTo>
                  <a:pt x="2973934" y="0"/>
                </a:lnTo>
                <a:cubicBezTo>
                  <a:pt x="4168712" y="675945"/>
                  <a:pt x="4975124" y="1958289"/>
                  <a:pt x="4975124" y="3429000"/>
                </a:cubicBezTo>
                <a:cubicBezTo>
                  <a:pt x="4975124" y="4899711"/>
                  <a:pt x="4168712" y="6182055"/>
                  <a:pt x="2973921" y="6858000"/>
                </a:cubicBezTo>
                <a:lnTo>
                  <a:pt x="0" y="6858000"/>
                </a:lnTo>
                <a:close/>
              </a:path>
            </a:pathLst>
          </a:custGeom>
          <a:solidFill>
            <a:schemeClr val="bg1">
              <a:lumMod val="95000"/>
            </a:schemeClr>
          </a:solid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4" name="Date Placeholder 3">
            <a:extLst>
              <a:ext uri="{FF2B5EF4-FFF2-40B4-BE49-F238E27FC236}">
                <a16:creationId xmlns:a16="http://schemas.microsoft.com/office/drawing/2014/main" id="{85E8E22C-FFF2-3701-8996-85A1626EFA73}"/>
              </a:ext>
            </a:extLst>
          </p:cNvPr>
          <p:cNvSpPr>
            <a:spLocks noGrp="1"/>
          </p:cNvSpPr>
          <p:nvPr>
            <p:ph type="dt" sz="half" idx="15"/>
          </p:nvPr>
        </p:nvSpPr>
        <p:spPr/>
        <p:txBody>
          <a:bodyPr/>
          <a:lstStyle/>
          <a:p>
            <a:fld id="{45DFB45B-92CF-4D6C-86E5-D181C6809EAA}" type="datetime4">
              <a:rPr lang="en-US" smtClean="0"/>
              <a:t>October 15, 2026</a:t>
            </a:fld>
            <a:endParaRPr lang="en-BE"/>
          </a:p>
        </p:txBody>
      </p:sp>
      <p:sp>
        <p:nvSpPr>
          <p:cNvPr id="6" name="Footer Placeholder 5">
            <a:extLst>
              <a:ext uri="{FF2B5EF4-FFF2-40B4-BE49-F238E27FC236}">
                <a16:creationId xmlns:a16="http://schemas.microsoft.com/office/drawing/2014/main" id="{164101B7-F82C-912D-3F30-FE5B5CFD8B21}"/>
              </a:ext>
            </a:extLst>
          </p:cNvPr>
          <p:cNvSpPr>
            <a:spLocks noGrp="1"/>
          </p:cNvSpPr>
          <p:nvPr>
            <p:ph type="ftr" sz="quarter" idx="16"/>
          </p:nvPr>
        </p:nvSpPr>
        <p:spPr/>
        <p:txBody>
          <a:bodyPr/>
          <a:lstStyle/>
          <a:p>
            <a:r>
              <a:rPr lang="en-GB"/>
              <a:t>Voettekst</a:t>
            </a:r>
            <a:endParaRPr lang="en-BE"/>
          </a:p>
        </p:txBody>
      </p:sp>
      <p:sp>
        <p:nvSpPr>
          <p:cNvPr id="8" name="Slide Number Placeholder 7">
            <a:extLst>
              <a:ext uri="{FF2B5EF4-FFF2-40B4-BE49-F238E27FC236}">
                <a16:creationId xmlns:a16="http://schemas.microsoft.com/office/drawing/2014/main" id="{54F396BB-FDC4-01A7-AC35-6F7FF0CBB633}"/>
              </a:ext>
            </a:extLst>
          </p:cNvPr>
          <p:cNvSpPr>
            <a:spLocks noGrp="1"/>
          </p:cNvSpPr>
          <p:nvPr>
            <p:ph type="sldNum" sz="quarter" idx="17"/>
          </p:nvPr>
        </p:nvSpPr>
        <p:spPr/>
        <p:txBody>
          <a:bodyPr/>
          <a:lstStyle/>
          <a:p>
            <a:fld id="{8B70248A-FD0F-534C-919E-E8EB9B0FC062}" type="slidenum">
              <a:rPr lang="en-BE" smtClean="0"/>
              <a:pPr/>
              <a:t>‹#›</a:t>
            </a:fld>
            <a:endParaRPr lang="en-BE"/>
          </a:p>
        </p:txBody>
      </p:sp>
      <p:sp>
        <p:nvSpPr>
          <p:cNvPr id="2" name="Title 8">
            <a:extLst>
              <a:ext uri="{FF2B5EF4-FFF2-40B4-BE49-F238E27FC236}">
                <a16:creationId xmlns:a16="http://schemas.microsoft.com/office/drawing/2014/main" id="{D6289FDF-F3D9-592E-F5AD-80250FA6F5B8}"/>
              </a:ext>
            </a:extLst>
          </p:cNvPr>
          <p:cNvSpPr>
            <a:spLocks noGrp="1"/>
          </p:cNvSpPr>
          <p:nvPr>
            <p:ph type="title" hasCustomPrompt="1"/>
          </p:nvPr>
        </p:nvSpPr>
        <p:spPr>
          <a:xfrm>
            <a:off x="515939" y="2278775"/>
            <a:ext cx="5580062" cy="1588127"/>
          </a:xfrm>
          <a:prstGeom prst="rect">
            <a:avLst/>
          </a:prstGeom>
        </p:spPr>
        <p:txBody>
          <a:bodyPr lIns="0" rIns="0" anchor="b">
            <a:normAutofit/>
          </a:bodyPr>
          <a:lstStyle>
            <a:lvl1pPr>
              <a:defRPr sz="5400" b="0">
                <a:solidFill>
                  <a:schemeClr val="bg1"/>
                </a:solidFill>
              </a:defRPr>
            </a:lvl1pPr>
          </a:lstStyle>
          <a:p>
            <a:r>
              <a:rPr lang="en-GB"/>
              <a:t>Korte of </a:t>
            </a:r>
            <a:r>
              <a:rPr lang="en-GB" err="1"/>
              <a:t>lange</a:t>
            </a:r>
            <a:r>
              <a:rPr lang="en-GB"/>
              <a:t> </a:t>
            </a:r>
            <a:r>
              <a:rPr lang="en-GB" err="1"/>
              <a:t>titel</a:t>
            </a:r>
            <a:endParaRPr lang="en-BE"/>
          </a:p>
        </p:txBody>
      </p:sp>
      <p:sp>
        <p:nvSpPr>
          <p:cNvPr id="9" name="Text Placeholder 3">
            <a:extLst>
              <a:ext uri="{FF2B5EF4-FFF2-40B4-BE49-F238E27FC236}">
                <a16:creationId xmlns:a16="http://schemas.microsoft.com/office/drawing/2014/main" id="{DE052624-841F-AD03-E419-83E8CA8943F4}"/>
              </a:ext>
            </a:extLst>
          </p:cNvPr>
          <p:cNvSpPr>
            <a:spLocks noGrp="1"/>
          </p:cNvSpPr>
          <p:nvPr>
            <p:ph type="body" sz="quarter" idx="18" hasCustomPrompt="1"/>
          </p:nvPr>
        </p:nvSpPr>
        <p:spPr>
          <a:xfrm>
            <a:off x="515939" y="3866902"/>
            <a:ext cx="5580062"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5" name="Graphic 10">
            <a:extLst>
              <a:ext uri="{FF2B5EF4-FFF2-40B4-BE49-F238E27FC236}">
                <a16:creationId xmlns:a16="http://schemas.microsoft.com/office/drawing/2014/main" id="{E8CF470B-72E0-D9D6-B1CB-241A3CD4D9BA}"/>
              </a:ext>
            </a:extLst>
          </p:cNvPr>
          <p:cNvGrpSpPr/>
          <p:nvPr userDrawn="1"/>
        </p:nvGrpSpPr>
        <p:grpSpPr>
          <a:xfrm>
            <a:off x="515936" y="512763"/>
            <a:ext cx="2144749" cy="508682"/>
            <a:chOff x="419100" y="2082800"/>
            <a:chExt cx="7770288" cy="1842923"/>
          </a:xfrm>
          <a:solidFill>
            <a:schemeClr val="bg2"/>
          </a:solidFill>
        </p:grpSpPr>
        <p:sp>
          <p:nvSpPr>
            <p:cNvPr id="10" name="Freeform 9">
              <a:extLst>
                <a:ext uri="{FF2B5EF4-FFF2-40B4-BE49-F238E27FC236}">
                  <a16:creationId xmlns:a16="http://schemas.microsoft.com/office/drawing/2014/main" id="{6AF8A1D8-D002-25D6-4C8C-666353B043AC}"/>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4888F446-A2BD-0AED-5CF2-D74AB8FBF9D1}"/>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14D202D3-BBE0-80BF-E93E-F7FF3DCCF8D5}"/>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3100430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el 0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D524948-C303-1146-122C-27A326D167F1}"/>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2"/>
              </a:ext>
            </a:extLst>
          </a:blip>
          <a:srcRect t="-1" b="105"/>
          <a:stretch/>
        </p:blipFill>
        <p:spPr>
          <a:xfrm>
            <a:off x="0" y="0"/>
            <a:ext cx="12179300" cy="6858000"/>
          </a:xfrm>
          <a:prstGeom prst="rect">
            <a:avLst/>
          </a:prstGeom>
        </p:spPr>
      </p:pic>
      <p:sp>
        <p:nvSpPr>
          <p:cNvPr id="8" name="Date Placeholder 7">
            <a:extLst>
              <a:ext uri="{FF2B5EF4-FFF2-40B4-BE49-F238E27FC236}">
                <a16:creationId xmlns:a16="http://schemas.microsoft.com/office/drawing/2014/main" id="{844843D0-76E4-9010-69F1-880E1461706B}"/>
              </a:ext>
            </a:extLst>
          </p:cNvPr>
          <p:cNvSpPr>
            <a:spLocks noGrp="1"/>
          </p:cNvSpPr>
          <p:nvPr>
            <p:ph type="dt" sz="half" idx="16"/>
          </p:nvPr>
        </p:nvSpPr>
        <p:spPr/>
        <p:txBody>
          <a:bodyPr/>
          <a:lstStyle/>
          <a:p>
            <a:fld id="{9257D039-91A4-4753-B9F5-8238926249CB}" type="datetime4">
              <a:rPr lang="en-US" smtClean="0"/>
              <a:t>October 15, 2026</a:t>
            </a:fld>
            <a:endParaRPr lang="en-BE"/>
          </a:p>
        </p:txBody>
      </p:sp>
      <p:sp>
        <p:nvSpPr>
          <p:cNvPr id="9" name="Footer Placeholder 8">
            <a:extLst>
              <a:ext uri="{FF2B5EF4-FFF2-40B4-BE49-F238E27FC236}">
                <a16:creationId xmlns:a16="http://schemas.microsoft.com/office/drawing/2014/main" id="{FB642950-FFB1-F46B-DDCF-2611D940D14A}"/>
              </a:ext>
            </a:extLst>
          </p:cNvPr>
          <p:cNvSpPr>
            <a:spLocks noGrp="1"/>
          </p:cNvSpPr>
          <p:nvPr>
            <p:ph type="ftr" sz="quarter" idx="17"/>
          </p:nvPr>
        </p:nvSpPr>
        <p:spPr/>
        <p:txBody>
          <a:bodyPr/>
          <a:lstStyle/>
          <a:p>
            <a:r>
              <a:rPr lang="en-GB"/>
              <a:t>Voettekst</a:t>
            </a:r>
            <a:endParaRPr lang="en-BE"/>
          </a:p>
        </p:txBody>
      </p:sp>
      <p:sp>
        <p:nvSpPr>
          <p:cNvPr id="10" name="Slide Number Placeholder 9">
            <a:extLst>
              <a:ext uri="{FF2B5EF4-FFF2-40B4-BE49-F238E27FC236}">
                <a16:creationId xmlns:a16="http://schemas.microsoft.com/office/drawing/2014/main" id="{B12507B5-06FF-0037-2375-2D5C7C9545C3}"/>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13" name="Picture Placeholder 13">
            <a:extLst>
              <a:ext uri="{FF2B5EF4-FFF2-40B4-BE49-F238E27FC236}">
                <a16:creationId xmlns:a16="http://schemas.microsoft.com/office/drawing/2014/main" id="{865DC67D-5DCD-A9DD-7F5C-743F9CFD724E}"/>
              </a:ext>
            </a:extLst>
          </p:cNvPr>
          <p:cNvSpPr>
            <a:spLocks noGrp="1"/>
          </p:cNvSpPr>
          <p:nvPr>
            <p:ph type="pic" sz="quarter" idx="15" hasCustomPrompt="1"/>
          </p:nvPr>
        </p:nvSpPr>
        <p:spPr>
          <a:xfrm>
            <a:off x="6096000" y="0"/>
            <a:ext cx="6096001" cy="4391823"/>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3" name="Title 8">
            <a:extLst>
              <a:ext uri="{FF2B5EF4-FFF2-40B4-BE49-F238E27FC236}">
                <a16:creationId xmlns:a16="http://schemas.microsoft.com/office/drawing/2014/main" id="{4180B66B-4DE9-6376-C6E3-E6ECA013A6C7}"/>
              </a:ext>
            </a:extLst>
          </p:cNvPr>
          <p:cNvSpPr>
            <a:spLocks noGrp="1"/>
          </p:cNvSpPr>
          <p:nvPr>
            <p:ph type="title" hasCustomPrompt="1"/>
          </p:nvPr>
        </p:nvSpPr>
        <p:spPr>
          <a:xfrm>
            <a:off x="515940" y="2949667"/>
            <a:ext cx="5580062"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4" name="Text Placeholder 3">
            <a:extLst>
              <a:ext uri="{FF2B5EF4-FFF2-40B4-BE49-F238E27FC236}">
                <a16:creationId xmlns:a16="http://schemas.microsoft.com/office/drawing/2014/main" id="{DCC2CCB7-F457-5875-5AF1-C183E6233D61}"/>
              </a:ext>
            </a:extLst>
          </p:cNvPr>
          <p:cNvSpPr>
            <a:spLocks noGrp="1"/>
          </p:cNvSpPr>
          <p:nvPr>
            <p:ph type="body" sz="quarter" idx="19" hasCustomPrompt="1"/>
          </p:nvPr>
        </p:nvSpPr>
        <p:spPr>
          <a:xfrm>
            <a:off x="515939" y="4537794"/>
            <a:ext cx="8640761"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6" name="Graphic 10">
            <a:extLst>
              <a:ext uri="{FF2B5EF4-FFF2-40B4-BE49-F238E27FC236}">
                <a16:creationId xmlns:a16="http://schemas.microsoft.com/office/drawing/2014/main" id="{A7393BF6-5FD7-26E9-3157-41097A4D53BA}"/>
              </a:ext>
            </a:extLst>
          </p:cNvPr>
          <p:cNvGrpSpPr/>
          <p:nvPr userDrawn="1"/>
        </p:nvGrpSpPr>
        <p:grpSpPr>
          <a:xfrm>
            <a:off x="515936" y="512763"/>
            <a:ext cx="2144749" cy="508682"/>
            <a:chOff x="419100" y="2082800"/>
            <a:chExt cx="7770288" cy="1842923"/>
          </a:xfrm>
          <a:solidFill>
            <a:schemeClr val="bg2"/>
          </a:solidFill>
        </p:grpSpPr>
        <p:sp>
          <p:nvSpPr>
            <p:cNvPr id="7" name="Freeform 6">
              <a:extLst>
                <a:ext uri="{FF2B5EF4-FFF2-40B4-BE49-F238E27FC236}">
                  <a16:creationId xmlns:a16="http://schemas.microsoft.com/office/drawing/2014/main" id="{654E33E5-A432-AA95-B687-BB3B41344A97}"/>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1" name="Freeform 10">
              <a:extLst>
                <a:ext uri="{FF2B5EF4-FFF2-40B4-BE49-F238E27FC236}">
                  <a16:creationId xmlns:a16="http://schemas.microsoft.com/office/drawing/2014/main" id="{C4EEA396-DCED-EAA4-6D63-E576E463432A}"/>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2" name="Freeform 11">
              <a:extLst>
                <a:ext uri="{FF2B5EF4-FFF2-40B4-BE49-F238E27FC236}">
                  <a16:creationId xmlns:a16="http://schemas.microsoft.com/office/drawing/2014/main" id="{4C7C38C9-8E3A-6350-A065-E8B91828B207}"/>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38432193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el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682CBFF4-CF28-D60B-0A8F-A1E291CBEFC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729600" y="610953"/>
            <a:ext cx="2149200" cy="5646421"/>
          </a:xfrm>
          <a:prstGeom prst="rect">
            <a:avLst/>
          </a:prstGeom>
        </p:spPr>
      </p:pic>
      <p:pic>
        <p:nvPicPr>
          <p:cNvPr id="11" name="Graphic 10">
            <a:extLst>
              <a:ext uri="{FF2B5EF4-FFF2-40B4-BE49-F238E27FC236}">
                <a16:creationId xmlns:a16="http://schemas.microsoft.com/office/drawing/2014/main" id="{C4E537CE-A628-D4E5-1156-933E0CD646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7427776" y="1591339"/>
            <a:ext cx="5842800" cy="3685648"/>
          </a:xfrm>
          <a:prstGeom prst="rect">
            <a:avLst/>
          </a:prstGeom>
        </p:spPr>
      </p:pic>
      <p:pic>
        <p:nvPicPr>
          <p:cNvPr id="17" name="Graphic 16">
            <a:extLst>
              <a:ext uri="{FF2B5EF4-FFF2-40B4-BE49-F238E27FC236}">
                <a16:creationId xmlns:a16="http://schemas.microsoft.com/office/drawing/2014/main" id="{B84C4F0B-2ABD-598D-CCC2-FE248D73CA9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4364928" y="2357732"/>
            <a:ext cx="5644738" cy="2149200"/>
          </a:xfrm>
          <a:prstGeom prst="rect">
            <a:avLst/>
          </a:prstGeom>
        </p:spPr>
      </p:pic>
      <p:sp>
        <p:nvSpPr>
          <p:cNvPr id="4" name="Picture Placeholder 19">
            <a:extLst>
              <a:ext uri="{FF2B5EF4-FFF2-40B4-BE49-F238E27FC236}">
                <a16:creationId xmlns:a16="http://schemas.microsoft.com/office/drawing/2014/main" id="{D02E6F61-F748-5159-AF09-4CFA7D0DC129}"/>
              </a:ext>
            </a:extLst>
          </p:cNvPr>
          <p:cNvSpPr>
            <a:spLocks noGrp="1"/>
          </p:cNvSpPr>
          <p:nvPr>
            <p:ph type="pic" sz="quarter" idx="13" hasCustomPrompt="1"/>
          </p:nvPr>
        </p:nvSpPr>
        <p:spPr>
          <a:xfrm>
            <a:off x="8500278" y="512763"/>
            <a:ext cx="3691722" cy="5842800"/>
          </a:xfrm>
          <a:custGeom>
            <a:avLst/>
            <a:gdLst>
              <a:gd name="connsiteX0" fmla="*/ 2921400 w 3691722"/>
              <a:gd name="connsiteY0" fmla="*/ 0 h 5842800"/>
              <a:gd name="connsiteX1" fmla="*/ 3691722 w 3691722"/>
              <a:gd name="connsiteY1" fmla="*/ 102859 h 5842800"/>
              <a:gd name="connsiteX2" fmla="*/ 3691722 w 3691722"/>
              <a:gd name="connsiteY2" fmla="*/ 5739941 h 5842800"/>
              <a:gd name="connsiteX3" fmla="*/ 2921400 w 3691722"/>
              <a:gd name="connsiteY3" fmla="*/ 5842800 h 5842800"/>
              <a:gd name="connsiteX4" fmla="*/ 0 w 3691722"/>
              <a:gd name="connsiteY4" fmla="*/ 2921400 h 5842800"/>
              <a:gd name="connsiteX5" fmla="*/ 2921400 w 3691722"/>
              <a:gd name="connsiteY5" fmla="*/ 0 h 58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1722" h="5842800">
                <a:moveTo>
                  <a:pt x="2921400" y="0"/>
                </a:moveTo>
                <a:cubicBezTo>
                  <a:pt x="3188061" y="0"/>
                  <a:pt x="3446286" y="35933"/>
                  <a:pt x="3691722" y="102859"/>
                </a:cubicBezTo>
                <a:lnTo>
                  <a:pt x="3691722" y="5739941"/>
                </a:lnTo>
                <a:cubicBezTo>
                  <a:pt x="3446286" y="5806867"/>
                  <a:pt x="3188061" y="5842800"/>
                  <a:pt x="2921400" y="5842800"/>
                </a:cubicBezTo>
                <a:cubicBezTo>
                  <a:pt x="1307949" y="5842800"/>
                  <a:pt x="0" y="4534839"/>
                  <a:pt x="0" y="2921400"/>
                </a:cubicBezTo>
                <a:cubicBezTo>
                  <a:pt x="0" y="1307962"/>
                  <a:pt x="1307949" y="0"/>
                  <a:pt x="2921400" y="0"/>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D82991B6-7382-652D-2186-F1AA7166BFA3}"/>
              </a:ext>
            </a:extLst>
          </p:cNvPr>
          <p:cNvSpPr>
            <a:spLocks noGrp="1"/>
          </p:cNvSpPr>
          <p:nvPr>
            <p:ph type="dt" sz="half" idx="14"/>
          </p:nvPr>
        </p:nvSpPr>
        <p:spPr/>
        <p:txBody>
          <a:bodyPr/>
          <a:lstStyle/>
          <a:p>
            <a:fld id="{1EE2F46D-8983-466C-AC7D-7A1ABE9F6550}" type="datetime4">
              <a:rPr lang="en-US" smtClean="0"/>
              <a:t>October 15, 2026</a:t>
            </a:fld>
            <a:endParaRPr lang="en-BE"/>
          </a:p>
        </p:txBody>
      </p:sp>
      <p:sp>
        <p:nvSpPr>
          <p:cNvPr id="13" name="Footer Placeholder 12">
            <a:extLst>
              <a:ext uri="{FF2B5EF4-FFF2-40B4-BE49-F238E27FC236}">
                <a16:creationId xmlns:a16="http://schemas.microsoft.com/office/drawing/2014/main" id="{B9C94B95-E1F5-FF60-C6FA-7B71C80ACA9D}"/>
              </a:ext>
            </a:extLst>
          </p:cNvPr>
          <p:cNvSpPr>
            <a:spLocks noGrp="1"/>
          </p:cNvSpPr>
          <p:nvPr>
            <p:ph type="ftr" sz="quarter" idx="15"/>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A687276-EBCF-B898-2F58-E5EBA9B03E60}"/>
              </a:ext>
            </a:extLst>
          </p:cNvPr>
          <p:cNvSpPr>
            <a:spLocks noGrp="1"/>
          </p:cNvSpPr>
          <p:nvPr>
            <p:ph type="sldNum" sz="quarter" idx="16"/>
          </p:nvPr>
        </p:nvSpPr>
        <p:spPr/>
        <p:txBody>
          <a:bodyPr/>
          <a:lstStyle/>
          <a:p>
            <a:fld id="{8B70248A-FD0F-534C-919E-E8EB9B0FC062}" type="slidenum">
              <a:rPr lang="en-BE" smtClean="0"/>
              <a:pPr/>
              <a:t>‹#›</a:t>
            </a:fld>
            <a:endParaRPr lang="en-BE"/>
          </a:p>
        </p:txBody>
      </p:sp>
      <p:sp>
        <p:nvSpPr>
          <p:cNvPr id="8" name="Title 8">
            <a:extLst>
              <a:ext uri="{FF2B5EF4-FFF2-40B4-BE49-F238E27FC236}">
                <a16:creationId xmlns:a16="http://schemas.microsoft.com/office/drawing/2014/main" id="{EB973BD9-B66C-92E6-BB6D-69DE9F95F5F6}"/>
              </a:ext>
            </a:extLst>
          </p:cNvPr>
          <p:cNvSpPr>
            <a:spLocks noGrp="1"/>
          </p:cNvSpPr>
          <p:nvPr>
            <p:ph type="title" hasCustomPrompt="1"/>
          </p:nvPr>
        </p:nvSpPr>
        <p:spPr>
          <a:xfrm>
            <a:off x="515938" y="2029393"/>
            <a:ext cx="7446325" cy="1588127"/>
          </a:xfrm>
          <a:prstGeom prst="rect">
            <a:avLst/>
          </a:prstGeom>
        </p:spPr>
        <p:txBody>
          <a:bodyPr lIns="0" rIns="0" anchor="b">
            <a:normAutofit/>
          </a:bodyPr>
          <a:lstStyle>
            <a:lvl1pPr>
              <a:defRPr sz="5400" b="0">
                <a:solidFill>
                  <a:schemeClr val="bg2"/>
                </a:solidFill>
              </a:defRPr>
            </a:lvl1pPr>
          </a:lstStyle>
          <a:p>
            <a:r>
              <a:rPr lang="en-GB"/>
              <a:t>Korte of </a:t>
            </a:r>
            <a:r>
              <a:rPr lang="en-GB" err="1"/>
              <a:t>lange</a:t>
            </a:r>
            <a:r>
              <a:rPr lang="en-GB"/>
              <a:t> </a:t>
            </a:r>
            <a:r>
              <a:rPr lang="en-GB" err="1"/>
              <a:t>titel</a:t>
            </a:r>
            <a:endParaRPr lang="en-BE"/>
          </a:p>
        </p:txBody>
      </p:sp>
      <p:sp>
        <p:nvSpPr>
          <p:cNvPr id="9" name="Text Placeholder 3">
            <a:extLst>
              <a:ext uri="{FF2B5EF4-FFF2-40B4-BE49-F238E27FC236}">
                <a16:creationId xmlns:a16="http://schemas.microsoft.com/office/drawing/2014/main" id="{7B288B86-DE1F-1C55-CE6D-30D55A9BCDC1}"/>
              </a:ext>
            </a:extLst>
          </p:cNvPr>
          <p:cNvSpPr>
            <a:spLocks noGrp="1"/>
          </p:cNvSpPr>
          <p:nvPr>
            <p:ph type="body" sz="quarter" idx="18" hasCustomPrompt="1"/>
          </p:nvPr>
        </p:nvSpPr>
        <p:spPr>
          <a:xfrm>
            <a:off x="515938" y="3617520"/>
            <a:ext cx="7446325" cy="586108"/>
          </a:xfrm>
          <a:prstGeom prst="rect">
            <a:avLst/>
          </a:prstGeom>
        </p:spPr>
        <p:txBody>
          <a:bodyPr wrap="square" lIns="0" tIns="108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grpSp>
        <p:nvGrpSpPr>
          <p:cNvPr id="2" name="Graphic 10">
            <a:extLst>
              <a:ext uri="{FF2B5EF4-FFF2-40B4-BE49-F238E27FC236}">
                <a16:creationId xmlns:a16="http://schemas.microsoft.com/office/drawing/2014/main" id="{B788746E-BC0B-0FC7-9721-89C8559A6ECA}"/>
              </a:ext>
            </a:extLst>
          </p:cNvPr>
          <p:cNvGrpSpPr/>
          <p:nvPr userDrawn="1"/>
        </p:nvGrpSpPr>
        <p:grpSpPr>
          <a:xfrm>
            <a:off x="515936" y="512763"/>
            <a:ext cx="2144749" cy="508682"/>
            <a:chOff x="419100" y="2082800"/>
            <a:chExt cx="7770288" cy="1842923"/>
          </a:xfrm>
          <a:solidFill>
            <a:schemeClr val="bg2"/>
          </a:solidFill>
        </p:grpSpPr>
        <p:sp>
          <p:nvSpPr>
            <p:cNvPr id="3" name="Freeform 2">
              <a:extLst>
                <a:ext uri="{FF2B5EF4-FFF2-40B4-BE49-F238E27FC236}">
                  <a16:creationId xmlns:a16="http://schemas.microsoft.com/office/drawing/2014/main" id="{675FDB64-3D0D-C816-CD72-B26E69E15BB9}"/>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5" name="Freeform 4">
              <a:extLst>
                <a:ext uri="{FF2B5EF4-FFF2-40B4-BE49-F238E27FC236}">
                  <a16:creationId xmlns:a16="http://schemas.microsoft.com/office/drawing/2014/main" id="{6C72694B-37FA-E963-DE94-AEBB46ED4951}"/>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6" name="Freeform 5">
              <a:extLst>
                <a:ext uri="{FF2B5EF4-FFF2-40B4-BE49-F238E27FC236}">
                  <a16:creationId xmlns:a16="http://schemas.microsoft.com/office/drawing/2014/main" id="{82588CF9-1E9E-BF1B-4BAF-99411DDC6E6D}"/>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6201699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el 05">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604F5AB-CC09-14AE-C120-FACE63EB4F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5D6265E-FD2F-14FF-E8B3-B57BB4FAE268}"/>
              </a:ext>
            </a:extLst>
          </p:cNvPr>
          <p:cNvSpPr/>
          <p:nvPr userDrawn="1"/>
        </p:nvSpPr>
        <p:spPr>
          <a:xfrm>
            <a:off x="0" y="0"/>
            <a:ext cx="12192000" cy="2547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Picture Placeholder 22">
            <a:extLst>
              <a:ext uri="{FF2B5EF4-FFF2-40B4-BE49-F238E27FC236}">
                <a16:creationId xmlns:a16="http://schemas.microsoft.com/office/drawing/2014/main" id="{82C58521-27CC-2140-D1FA-C88E80CAB59D}"/>
              </a:ext>
            </a:extLst>
          </p:cNvPr>
          <p:cNvSpPr>
            <a:spLocks noGrp="1"/>
          </p:cNvSpPr>
          <p:nvPr>
            <p:ph type="pic" sz="quarter" idx="12" hasCustomPrompt="1"/>
          </p:nvPr>
        </p:nvSpPr>
        <p:spPr>
          <a:xfrm>
            <a:off x="0" y="0"/>
            <a:ext cx="12192000" cy="6858000"/>
          </a:xfrm>
          <a:custGeom>
            <a:avLst/>
            <a:gdLst>
              <a:gd name="connsiteX0" fmla="*/ 2430429 w 12192000"/>
              <a:gd name="connsiteY0" fmla="*/ 938933 h 6858000"/>
              <a:gd name="connsiteX1" fmla="*/ 2430429 w 12192000"/>
              <a:gd name="connsiteY1" fmla="*/ 938951 h 6858000"/>
              <a:gd name="connsiteX2" fmla="*/ 2429656 w 12192000"/>
              <a:gd name="connsiteY2" fmla="*/ 939724 h 6858000"/>
              <a:gd name="connsiteX3" fmla="*/ 2429656 w 12192000"/>
              <a:gd name="connsiteY3" fmla="*/ 1014920 h 6858000"/>
              <a:gd name="connsiteX4" fmla="*/ 2430429 w 12192000"/>
              <a:gd name="connsiteY4" fmla="*/ 1015693 h 6858000"/>
              <a:gd name="connsiteX5" fmla="*/ 2482785 w 12192000"/>
              <a:gd name="connsiteY5" fmla="*/ 1015693 h 6858000"/>
              <a:gd name="connsiteX6" fmla="*/ 2483559 w 12192000"/>
              <a:gd name="connsiteY6" fmla="*/ 1014920 h 6858000"/>
              <a:gd name="connsiteX7" fmla="*/ 2483559 w 12192000"/>
              <a:gd name="connsiteY7" fmla="*/ 1003631 h 6858000"/>
              <a:gd name="connsiteX8" fmla="*/ 2482785 w 12192000"/>
              <a:gd name="connsiteY8" fmla="*/ 1002858 h 6858000"/>
              <a:gd name="connsiteX9" fmla="*/ 2443496 w 12192000"/>
              <a:gd name="connsiteY9" fmla="*/ 1002858 h 6858000"/>
              <a:gd name="connsiteX10" fmla="*/ 2443496 w 12192000"/>
              <a:gd name="connsiteY10" fmla="*/ 982257 h 6858000"/>
              <a:gd name="connsiteX11" fmla="*/ 2477638 w 12192000"/>
              <a:gd name="connsiteY11" fmla="*/ 982257 h 6858000"/>
              <a:gd name="connsiteX12" fmla="*/ 2478411 w 12192000"/>
              <a:gd name="connsiteY12" fmla="*/ 981484 h 6858000"/>
              <a:gd name="connsiteX13" fmla="*/ 2478411 w 12192000"/>
              <a:gd name="connsiteY13" fmla="*/ 970302 h 6858000"/>
              <a:gd name="connsiteX14" fmla="*/ 2477638 w 12192000"/>
              <a:gd name="connsiteY14" fmla="*/ 969529 h 6858000"/>
              <a:gd name="connsiteX15" fmla="*/ 2443496 w 12192000"/>
              <a:gd name="connsiteY15" fmla="*/ 969529 h 6858000"/>
              <a:gd name="connsiteX16" fmla="*/ 2443496 w 12192000"/>
              <a:gd name="connsiteY16" fmla="*/ 951768 h 6858000"/>
              <a:gd name="connsiteX17" fmla="*/ 2482785 w 12192000"/>
              <a:gd name="connsiteY17" fmla="*/ 951768 h 6858000"/>
              <a:gd name="connsiteX18" fmla="*/ 2483559 w 12192000"/>
              <a:gd name="connsiteY18" fmla="*/ 950995 h 6858000"/>
              <a:gd name="connsiteX19" fmla="*/ 2483559 w 12192000"/>
              <a:gd name="connsiteY19" fmla="*/ 939706 h 6858000"/>
              <a:gd name="connsiteX20" fmla="*/ 2482785 w 12192000"/>
              <a:gd name="connsiteY20" fmla="*/ 938933 h 6858000"/>
              <a:gd name="connsiteX21" fmla="*/ 2193489 w 12192000"/>
              <a:gd name="connsiteY21" fmla="*/ 938933 h 6858000"/>
              <a:gd name="connsiteX22" fmla="*/ 2193489 w 12192000"/>
              <a:gd name="connsiteY22" fmla="*/ 938951 h 6858000"/>
              <a:gd name="connsiteX23" fmla="*/ 2192715 w 12192000"/>
              <a:gd name="connsiteY23" fmla="*/ 939724 h 6858000"/>
              <a:gd name="connsiteX24" fmla="*/ 2192715 w 12192000"/>
              <a:gd name="connsiteY24" fmla="*/ 1014920 h 6858000"/>
              <a:gd name="connsiteX25" fmla="*/ 2193489 w 12192000"/>
              <a:gd name="connsiteY25" fmla="*/ 1015693 h 6858000"/>
              <a:gd name="connsiteX26" fmla="*/ 2245845 w 12192000"/>
              <a:gd name="connsiteY26" fmla="*/ 1015693 h 6858000"/>
              <a:gd name="connsiteX27" fmla="*/ 2246619 w 12192000"/>
              <a:gd name="connsiteY27" fmla="*/ 1014920 h 6858000"/>
              <a:gd name="connsiteX28" fmla="*/ 2246619 w 12192000"/>
              <a:gd name="connsiteY28" fmla="*/ 1003631 h 6858000"/>
              <a:gd name="connsiteX29" fmla="*/ 2245845 w 12192000"/>
              <a:gd name="connsiteY29" fmla="*/ 1002858 h 6858000"/>
              <a:gd name="connsiteX30" fmla="*/ 2206555 w 12192000"/>
              <a:gd name="connsiteY30" fmla="*/ 1002858 h 6858000"/>
              <a:gd name="connsiteX31" fmla="*/ 2206555 w 12192000"/>
              <a:gd name="connsiteY31" fmla="*/ 982257 h 6858000"/>
              <a:gd name="connsiteX32" fmla="*/ 2240697 w 12192000"/>
              <a:gd name="connsiteY32" fmla="*/ 982257 h 6858000"/>
              <a:gd name="connsiteX33" fmla="*/ 2241471 w 12192000"/>
              <a:gd name="connsiteY33" fmla="*/ 981484 h 6858000"/>
              <a:gd name="connsiteX34" fmla="*/ 2241471 w 12192000"/>
              <a:gd name="connsiteY34" fmla="*/ 970302 h 6858000"/>
              <a:gd name="connsiteX35" fmla="*/ 2240697 w 12192000"/>
              <a:gd name="connsiteY35" fmla="*/ 969529 h 6858000"/>
              <a:gd name="connsiteX36" fmla="*/ 2206555 w 12192000"/>
              <a:gd name="connsiteY36" fmla="*/ 969529 h 6858000"/>
              <a:gd name="connsiteX37" fmla="*/ 2206555 w 12192000"/>
              <a:gd name="connsiteY37" fmla="*/ 951768 h 6858000"/>
              <a:gd name="connsiteX38" fmla="*/ 2245845 w 12192000"/>
              <a:gd name="connsiteY38" fmla="*/ 951768 h 6858000"/>
              <a:gd name="connsiteX39" fmla="*/ 2246619 w 12192000"/>
              <a:gd name="connsiteY39" fmla="*/ 950995 h 6858000"/>
              <a:gd name="connsiteX40" fmla="*/ 2246619 w 12192000"/>
              <a:gd name="connsiteY40" fmla="*/ 939706 h 6858000"/>
              <a:gd name="connsiteX41" fmla="*/ 2245845 w 12192000"/>
              <a:gd name="connsiteY41" fmla="*/ 938933 h 6858000"/>
              <a:gd name="connsiteX42" fmla="*/ 2161219 w 12192000"/>
              <a:gd name="connsiteY42" fmla="*/ 938933 h 6858000"/>
              <a:gd name="connsiteX43" fmla="*/ 2160445 w 12192000"/>
              <a:gd name="connsiteY43" fmla="*/ 939706 h 6858000"/>
              <a:gd name="connsiteX44" fmla="*/ 2160445 w 12192000"/>
              <a:gd name="connsiteY44" fmla="*/ 1014902 h 6858000"/>
              <a:gd name="connsiteX45" fmla="*/ 2161219 w 12192000"/>
              <a:gd name="connsiteY45" fmla="*/ 1015675 h 6858000"/>
              <a:gd name="connsiteX46" fmla="*/ 2173512 w 12192000"/>
              <a:gd name="connsiteY46" fmla="*/ 1015675 h 6858000"/>
              <a:gd name="connsiteX47" fmla="*/ 2174285 w 12192000"/>
              <a:gd name="connsiteY47" fmla="*/ 1014902 h 6858000"/>
              <a:gd name="connsiteX48" fmla="*/ 2174285 w 12192000"/>
              <a:gd name="connsiteY48" fmla="*/ 939706 h 6858000"/>
              <a:gd name="connsiteX49" fmla="*/ 2173512 w 12192000"/>
              <a:gd name="connsiteY49" fmla="*/ 938933 h 6858000"/>
              <a:gd name="connsiteX50" fmla="*/ 2315532 w 12192000"/>
              <a:gd name="connsiteY50" fmla="*/ 938915 h 6858000"/>
              <a:gd name="connsiteX51" fmla="*/ 2314758 w 12192000"/>
              <a:gd name="connsiteY51" fmla="*/ 939688 h 6858000"/>
              <a:gd name="connsiteX52" fmla="*/ 2314758 w 12192000"/>
              <a:gd name="connsiteY52" fmla="*/ 992971 h 6858000"/>
              <a:gd name="connsiteX53" fmla="*/ 2276693 w 12192000"/>
              <a:gd name="connsiteY53" fmla="*/ 939257 h 6858000"/>
              <a:gd name="connsiteX54" fmla="*/ 2276063 w 12192000"/>
              <a:gd name="connsiteY54" fmla="*/ 938933 h 6858000"/>
              <a:gd name="connsiteX55" fmla="*/ 2263069 w 12192000"/>
              <a:gd name="connsiteY55" fmla="*/ 938933 h 6858000"/>
              <a:gd name="connsiteX56" fmla="*/ 2262295 w 12192000"/>
              <a:gd name="connsiteY56" fmla="*/ 939706 h 6858000"/>
              <a:gd name="connsiteX57" fmla="*/ 2262295 w 12192000"/>
              <a:gd name="connsiteY57" fmla="*/ 1014902 h 6858000"/>
              <a:gd name="connsiteX58" fmla="*/ 2263069 w 12192000"/>
              <a:gd name="connsiteY58" fmla="*/ 1015675 h 6858000"/>
              <a:gd name="connsiteX59" fmla="*/ 2275361 w 12192000"/>
              <a:gd name="connsiteY59" fmla="*/ 1015675 h 6858000"/>
              <a:gd name="connsiteX60" fmla="*/ 2276135 w 12192000"/>
              <a:gd name="connsiteY60" fmla="*/ 1014902 h 6858000"/>
              <a:gd name="connsiteX61" fmla="*/ 2276135 w 12192000"/>
              <a:gd name="connsiteY61" fmla="*/ 961512 h 6858000"/>
              <a:gd name="connsiteX62" fmla="*/ 2314200 w 12192000"/>
              <a:gd name="connsiteY62" fmla="*/ 1015334 h 6858000"/>
              <a:gd name="connsiteX63" fmla="*/ 2314830 w 12192000"/>
              <a:gd name="connsiteY63" fmla="*/ 1015657 h 6858000"/>
              <a:gd name="connsiteX64" fmla="*/ 2327824 w 12192000"/>
              <a:gd name="connsiteY64" fmla="*/ 1015657 h 6858000"/>
              <a:gd name="connsiteX65" fmla="*/ 2328598 w 12192000"/>
              <a:gd name="connsiteY65" fmla="*/ 1014884 h 6858000"/>
              <a:gd name="connsiteX66" fmla="*/ 2328598 w 12192000"/>
              <a:gd name="connsiteY66" fmla="*/ 939688 h 6858000"/>
              <a:gd name="connsiteX67" fmla="*/ 2327824 w 12192000"/>
              <a:gd name="connsiteY67" fmla="*/ 938915 h 6858000"/>
              <a:gd name="connsiteX68" fmla="*/ 2523604 w 12192000"/>
              <a:gd name="connsiteY68" fmla="*/ 937621 h 6858000"/>
              <a:gd name="connsiteX69" fmla="*/ 2495401 w 12192000"/>
              <a:gd name="connsiteY69" fmla="*/ 960631 h 6858000"/>
              <a:gd name="connsiteX70" fmla="*/ 2514281 w 12192000"/>
              <a:gd name="connsiteY70" fmla="*/ 980800 h 6858000"/>
              <a:gd name="connsiteX71" fmla="*/ 2527779 w 12192000"/>
              <a:gd name="connsiteY71" fmla="*/ 983982 h 6858000"/>
              <a:gd name="connsiteX72" fmla="*/ 2539298 w 12192000"/>
              <a:gd name="connsiteY72" fmla="*/ 993959 h 6858000"/>
              <a:gd name="connsiteX73" fmla="*/ 2524702 w 12192000"/>
              <a:gd name="connsiteY73" fmla="*/ 1004368 h 6858000"/>
              <a:gd name="connsiteX74" fmla="*/ 2502600 w 12192000"/>
              <a:gd name="connsiteY74" fmla="*/ 996386 h 6858000"/>
              <a:gd name="connsiteX75" fmla="*/ 2501539 w 12192000"/>
              <a:gd name="connsiteY75" fmla="*/ 996548 h 6858000"/>
              <a:gd name="connsiteX76" fmla="*/ 2494413 w 12192000"/>
              <a:gd name="connsiteY76" fmla="*/ 1006181 h 6858000"/>
              <a:gd name="connsiteX77" fmla="*/ 2494411 w 12192000"/>
              <a:gd name="connsiteY77" fmla="*/ 1006165 h 6858000"/>
              <a:gd name="connsiteX78" fmla="*/ 2494411 w 12192000"/>
              <a:gd name="connsiteY78" fmla="*/ 1006183 h 6858000"/>
              <a:gd name="connsiteX79" fmla="*/ 2494413 w 12192000"/>
              <a:gd name="connsiteY79" fmla="*/ 1006181 h 6858000"/>
              <a:gd name="connsiteX80" fmla="*/ 2494556 w 12192000"/>
              <a:gd name="connsiteY80" fmla="*/ 1007244 h 6858000"/>
              <a:gd name="connsiteX81" fmla="*/ 2524252 w 12192000"/>
              <a:gd name="connsiteY81" fmla="*/ 1016970 h 6858000"/>
              <a:gd name="connsiteX82" fmla="*/ 2553336 w 12192000"/>
              <a:gd name="connsiteY82" fmla="*/ 992971 h 6858000"/>
              <a:gd name="connsiteX83" fmla="*/ 2534564 w 12192000"/>
              <a:gd name="connsiteY83" fmla="*/ 972370 h 6858000"/>
              <a:gd name="connsiteX84" fmla="*/ 2521066 w 12192000"/>
              <a:gd name="connsiteY84" fmla="*/ 969188 h 6858000"/>
              <a:gd name="connsiteX85" fmla="*/ 2509331 w 12192000"/>
              <a:gd name="connsiteY85" fmla="*/ 959768 h 6858000"/>
              <a:gd name="connsiteX86" fmla="*/ 2523388 w 12192000"/>
              <a:gd name="connsiteY86" fmla="*/ 950115 h 6858000"/>
              <a:gd name="connsiteX87" fmla="*/ 2542141 w 12192000"/>
              <a:gd name="connsiteY87" fmla="*/ 957503 h 6858000"/>
              <a:gd name="connsiteX88" fmla="*/ 2543203 w 12192000"/>
              <a:gd name="connsiteY88" fmla="*/ 957467 h 6858000"/>
              <a:gd name="connsiteX89" fmla="*/ 2551176 w 12192000"/>
              <a:gd name="connsiteY89" fmla="*/ 948928 h 6858000"/>
              <a:gd name="connsiteX90" fmla="*/ 2551141 w 12192000"/>
              <a:gd name="connsiteY90" fmla="*/ 947832 h 6858000"/>
              <a:gd name="connsiteX91" fmla="*/ 2523604 w 12192000"/>
              <a:gd name="connsiteY91" fmla="*/ 937621 h 6858000"/>
              <a:gd name="connsiteX92" fmla="*/ 2382574 w 12192000"/>
              <a:gd name="connsiteY92" fmla="*/ 937621 h 6858000"/>
              <a:gd name="connsiteX93" fmla="*/ 2342852 w 12192000"/>
              <a:gd name="connsiteY93" fmla="*/ 977403 h 6858000"/>
              <a:gd name="connsiteX94" fmla="*/ 2342834 w 12192000"/>
              <a:gd name="connsiteY94" fmla="*/ 977421 h 6858000"/>
              <a:gd name="connsiteX95" fmla="*/ 2382447 w 12192000"/>
              <a:gd name="connsiteY95" fmla="*/ 1016987 h 6858000"/>
              <a:gd name="connsiteX96" fmla="*/ 2416517 w 12192000"/>
              <a:gd name="connsiteY96" fmla="*/ 998364 h 6858000"/>
              <a:gd name="connsiteX97" fmla="*/ 2416247 w 12192000"/>
              <a:gd name="connsiteY97" fmla="*/ 997303 h 6858000"/>
              <a:gd name="connsiteX98" fmla="*/ 2405629 w 12192000"/>
              <a:gd name="connsiteY98" fmla="*/ 991065 h 6858000"/>
              <a:gd name="connsiteX99" fmla="*/ 2404585 w 12192000"/>
              <a:gd name="connsiteY99" fmla="*/ 991353 h 6858000"/>
              <a:gd name="connsiteX100" fmla="*/ 2382574 w 12192000"/>
              <a:gd name="connsiteY100" fmla="*/ 1003936 h 6858000"/>
              <a:gd name="connsiteX101" fmla="*/ 2357233 w 12192000"/>
              <a:gd name="connsiteY101" fmla="*/ 977295 h 6858000"/>
              <a:gd name="connsiteX102" fmla="*/ 2382574 w 12192000"/>
              <a:gd name="connsiteY102" fmla="*/ 950654 h 6858000"/>
              <a:gd name="connsiteX103" fmla="*/ 2404477 w 12192000"/>
              <a:gd name="connsiteY103" fmla="*/ 963237 h 6858000"/>
              <a:gd name="connsiteX104" fmla="*/ 2405521 w 12192000"/>
              <a:gd name="connsiteY104" fmla="*/ 963525 h 6858000"/>
              <a:gd name="connsiteX105" fmla="*/ 2416157 w 12192000"/>
              <a:gd name="connsiteY105" fmla="*/ 957197 h 6858000"/>
              <a:gd name="connsiteX106" fmla="*/ 2416427 w 12192000"/>
              <a:gd name="connsiteY106" fmla="*/ 956137 h 6858000"/>
              <a:gd name="connsiteX107" fmla="*/ 2382574 w 12192000"/>
              <a:gd name="connsiteY107" fmla="*/ 937621 h 6858000"/>
              <a:gd name="connsiteX108" fmla="*/ 2113363 w 12192000"/>
              <a:gd name="connsiteY108" fmla="*/ 937621 h 6858000"/>
              <a:gd name="connsiteX109" fmla="*/ 2073642 w 12192000"/>
              <a:gd name="connsiteY109" fmla="*/ 977403 h 6858000"/>
              <a:gd name="connsiteX110" fmla="*/ 2073624 w 12192000"/>
              <a:gd name="connsiteY110" fmla="*/ 977421 h 6858000"/>
              <a:gd name="connsiteX111" fmla="*/ 2113237 w 12192000"/>
              <a:gd name="connsiteY111" fmla="*/ 1016987 h 6858000"/>
              <a:gd name="connsiteX112" fmla="*/ 2147307 w 12192000"/>
              <a:gd name="connsiteY112" fmla="*/ 998364 h 6858000"/>
              <a:gd name="connsiteX113" fmla="*/ 2147037 w 12192000"/>
              <a:gd name="connsiteY113" fmla="*/ 997303 h 6858000"/>
              <a:gd name="connsiteX114" fmla="*/ 2136418 w 12192000"/>
              <a:gd name="connsiteY114" fmla="*/ 991065 h 6858000"/>
              <a:gd name="connsiteX115" fmla="*/ 2135374 w 12192000"/>
              <a:gd name="connsiteY115" fmla="*/ 991353 h 6858000"/>
              <a:gd name="connsiteX116" fmla="*/ 2113363 w 12192000"/>
              <a:gd name="connsiteY116" fmla="*/ 1003936 h 6858000"/>
              <a:gd name="connsiteX117" fmla="*/ 2088005 w 12192000"/>
              <a:gd name="connsiteY117" fmla="*/ 977295 h 6858000"/>
              <a:gd name="connsiteX118" fmla="*/ 2113363 w 12192000"/>
              <a:gd name="connsiteY118" fmla="*/ 950654 h 6858000"/>
              <a:gd name="connsiteX119" fmla="*/ 2135266 w 12192000"/>
              <a:gd name="connsiteY119" fmla="*/ 963237 h 6858000"/>
              <a:gd name="connsiteX120" fmla="*/ 2136310 w 12192000"/>
              <a:gd name="connsiteY120" fmla="*/ 963525 h 6858000"/>
              <a:gd name="connsiteX121" fmla="*/ 2146947 w 12192000"/>
              <a:gd name="connsiteY121" fmla="*/ 957197 h 6858000"/>
              <a:gd name="connsiteX122" fmla="*/ 2147217 w 12192000"/>
              <a:gd name="connsiteY122" fmla="*/ 956137 h 6858000"/>
              <a:gd name="connsiteX123" fmla="*/ 2113363 w 12192000"/>
              <a:gd name="connsiteY123" fmla="*/ 937621 h 6858000"/>
              <a:gd name="connsiteX124" fmla="*/ 2034137 w 12192000"/>
              <a:gd name="connsiteY124" fmla="*/ 937621 h 6858000"/>
              <a:gd name="connsiteX125" fmla="*/ 2005935 w 12192000"/>
              <a:gd name="connsiteY125" fmla="*/ 960631 h 6858000"/>
              <a:gd name="connsiteX126" fmla="*/ 2024814 w 12192000"/>
              <a:gd name="connsiteY126" fmla="*/ 980800 h 6858000"/>
              <a:gd name="connsiteX127" fmla="*/ 2038312 w 12192000"/>
              <a:gd name="connsiteY127" fmla="*/ 983982 h 6858000"/>
              <a:gd name="connsiteX128" fmla="*/ 2049831 w 12192000"/>
              <a:gd name="connsiteY128" fmla="*/ 993959 h 6858000"/>
              <a:gd name="connsiteX129" fmla="*/ 2035235 w 12192000"/>
              <a:gd name="connsiteY129" fmla="*/ 1004368 h 6858000"/>
              <a:gd name="connsiteX130" fmla="*/ 2013134 w 12192000"/>
              <a:gd name="connsiteY130" fmla="*/ 996386 h 6858000"/>
              <a:gd name="connsiteX131" fmla="*/ 2012072 w 12192000"/>
              <a:gd name="connsiteY131" fmla="*/ 996548 h 6858000"/>
              <a:gd name="connsiteX132" fmla="*/ 2004947 w 12192000"/>
              <a:gd name="connsiteY132" fmla="*/ 1006181 h 6858000"/>
              <a:gd name="connsiteX133" fmla="*/ 2004945 w 12192000"/>
              <a:gd name="connsiteY133" fmla="*/ 1006165 h 6858000"/>
              <a:gd name="connsiteX134" fmla="*/ 2004945 w 12192000"/>
              <a:gd name="connsiteY134" fmla="*/ 1006183 h 6858000"/>
              <a:gd name="connsiteX135" fmla="*/ 2004947 w 12192000"/>
              <a:gd name="connsiteY135" fmla="*/ 1006181 h 6858000"/>
              <a:gd name="connsiteX136" fmla="*/ 2005089 w 12192000"/>
              <a:gd name="connsiteY136" fmla="*/ 1007244 h 6858000"/>
              <a:gd name="connsiteX137" fmla="*/ 2034785 w 12192000"/>
              <a:gd name="connsiteY137" fmla="*/ 1016970 h 6858000"/>
              <a:gd name="connsiteX138" fmla="*/ 2063869 w 12192000"/>
              <a:gd name="connsiteY138" fmla="*/ 992971 h 6858000"/>
              <a:gd name="connsiteX139" fmla="*/ 2045098 w 12192000"/>
              <a:gd name="connsiteY139" fmla="*/ 972370 h 6858000"/>
              <a:gd name="connsiteX140" fmla="*/ 2031599 w 12192000"/>
              <a:gd name="connsiteY140" fmla="*/ 969188 h 6858000"/>
              <a:gd name="connsiteX141" fmla="*/ 2019865 w 12192000"/>
              <a:gd name="connsiteY141" fmla="*/ 959768 h 6858000"/>
              <a:gd name="connsiteX142" fmla="*/ 2033921 w 12192000"/>
              <a:gd name="connsiteY142" fmla="*/ 950115 h 6858000"/>
              <a:gd name="connsiteX143" fmla="*/ 2052675 w 12192000"/>
              <a:gd name="connsiteY143" fmla="*/ 957503 h 6858000"/>
              <a:gd name="connsiteX144" fmla="*/ 2053737 w 12192000"/>
              <a:gd name="connsiteY144" fmla="*/ 957467 h 6858000"/>
              <a:gd name="connsiteX145" fmla="*/ 2061710 w 12192000"/>
              <a:gd name="connsiteY145" fmla="*/ 948928 h 6858000"/>
              <a:gd name="connsiteX146" fmla="*/ 2061674 w 12192000"/>
              <a:gd name="connsiteY146" fmla="*/ 947832 h 6858000"/>
              <a:gd name="connsiteX147" fmla="*/ 2034137 w 12192000"/>
              <a:gd name="connsiteY147" fmla="*/ 937621 h 6858000"/>
              <a:gd name="connsiteX148" fmla="*/ 910979 w 12192000"/>
              <a:gd name="connsiteY148" fmla="*/ 919656 h 6858000"/>
              <a:gd name="connsiteX149" fmla="*/ 1068878 w 12192000"/>
              <a:gd name="connsiteY149" fmla="*/ 1021359 h 6858000"/>
              <a:gd name="connsiteX150" fmla="*/ 1226778 w 12192000"/>
              <a:gd name="connsiteY150" fmla="*/ 919656 h 6858000"/>
              <a:gd name="connsiteX151" fmla="*/ 2224409 w 12192000"/>
              <a:gd name="connsiteY151" fmla="*/ 825465 h 6858000"/>
              <a:gd name="connsiteX152" fmla="*/ 2236378 w 12192000"/>
              <a:gd name="connsiteY152" fmla="*/ 856708 h 6858000"/>
              <a:gd name="connsiteX153" fmla="*/ 2236360 w 12192000"/>
              <a:gd name="connsiteY153" fmla="*/ 856708 h 6858000"/>
              <a:gd name="connsiteX154" fmla="*/ 2212441 w 12192000"/>
              <a:gd name="connsiteY154" fmla="*/ 856708 h 6858000"/>
              <a:gd name="connsiteX155" fmla="*/ 2358727 w 12192000"/>
              <a:gd name="connsiteY155" fmla="*/ 822643 h 6858000"/>
              <a:gd name="connsiteX156" fmla="*/ 2374420 w 12192000"/>
              <a:gd name="connsiteY156" fmla="*/ 822643 h 6858000"/>
              <a:gd name="connsiteX157" fmla="*/ 2388909 w 12192000"/>
              <a:gd name="connsiteY157" fmla="*/ 834148 h 6858000"/>
              <a:gd name="connsiteX158" fmla="*/ 2374420 w 12192000"/>
              <a:gd name="connsiteY158" fmla="*/ 845761 h 6858000"/>
              <a:gd name="connsiteX159" fmla="*/ 2374420 w 12192000"/>
              <a:gd name="connsiteY159" fmla="*/ 845779 h 6858000"/>
              <a:gd name="connsiteX160" fmla="*/ 2358727 w 12192000"/>
              <a:gd name="connsiteY160" fmla="*/ 845779 h 6858000"/>
              <a:gd name="connsiteX161" fmla="*/ 2286628 w 12192000"/>
              <a:gd name="connsiteY161" fmla="*/ 822643 h 6858000"/>
              <a:gd name="connsiteX162" fmla="*/ 2302322 w 12192000"/>
              <a:gd name="connsiteY162" fmla="*/ 822643 h 6858000"/>
              <a:gd name="connsiteX163" fmla="*/ 2316810 w 12192000"/>
              <a:gd name="connsiteY163" fmla="*/ 834148 h 6858000"/>
              <a:gd name="connsiteX164" fmla="*/ 2302322 w 12192000"/>
              <a:gd name="connsiteY164" fmla="*/ 845761 h 6858000"/>
              <a:gd name="connsiteX165" fmla="*/ 2302322 w 12192000"/>
              <a:gd name="connsiteY165" fmla="*/ 845779 h 6858000"/>
              <a:gd name="connsiteX166" fmla="*/ 2286628 w 12192000"/>
              <a:gd name="connsiteY166" fmla="*/ 845779 h 6858000"/>
              <a:gd name="connsiteX167" fmla="*/ 2596422 w 12192000"/>
              <a:gd name="connsiteY167" fmla="*/ 822625 h 6858000"/>
              <a:gd name="connsiteX168" fmla="*/ 2606735 w 12192000"/>
              <a:gd name="connsiteY168" fmla="*/ 822625 h 6858000"/>
              <a:gd name="connsiteX169" fmla="*/ 2632634 w 12192000"/>
              <a:gd name="connsiteY169" fmla="*/ 848062 h 6858000"/>
              <a:gd name="connsiteX170" fmla="*/ 2606735 w 12192000"/>
              <a:gd name="connsiteY170" fmla="*/ 873499 h 6858000"/>
              <a:gd name="connsiteX171" fmla="*/ 2606735 w 12192000"/>
              <a:gd name="connsiteY171" fmla="*/ 873481 h 6858000"/>
              <a:gd name="connsiteX172" fmla="*/ 2596422 w 12192000"/>
              <a:gd name="connsiteY172" fmla="*/ 873481 h 6858000"/>
              <a:gd name="connsiteX173" fmla="*/ 2044990 w 12192000"/>
              <a:gd name="connsiteY173" fmla="*/ 821402 h 6858000"/>
              <a:gd name="connsiteX174" fmla="*/ 2070223 w 12192000"/>
              <a:gd name="connsiteY174" fmla="*/ 848044 h 6858000"/>
              <a:gd name="connsiteX175" fmla="*/ 2044990 w 12192000"/>
              <a:gd name="connsiteY175" fmla="*/ 874685 h 6858000"/>
              <a:gd name="connsiteX176" fmla="*/ 2019631 w 12192000"/>
              <a:gd name="connsiteY176" fmla="*/ 848044 h 6858000"/>
              <a:gd name="connsiteX177" fmla="*/ 2044990 w 12192000"/>
              <a:gd name="connsiteY177" fmla="*/ 821402 h 6858000"/>
              <a:gd name="connsiteX178" fmla="*/ 2583374 w 12192000"/>
              <a:gd name="connsiteY178" fmla="*/ 809700 h 6858000"/>
              <a:gd name="connsiteX179" fmla="*/ 2582600 w 12192000"/>
              <a:gd name="connsiteY179" fmla="*/ 810473 h 6858000"/>
              <a:gd name="connsiteX180" fmla="*/ 2582600 w 12192000"/>
              <a:gd name="connsiteY180" fmla="*/ 885651 h 6858000"/>
              <a:gd name="connsiteX181" fmla="*/ 2583374 w 12192000"/>
              <a:gd name="connsiteY181" fmla="*/ 886424 h 6858000"/>
              <a:gd name="connsiteX182" fmla="*/ 2607419 w 12192000"/>
              <a:gd name="connsiteY182" fmla="*/ 886424 h 6858000"/>
              <a:gd name="connsiteX183" fmla="*/ 2646924 w 12192000"/>
              <a:gd name="connsiteY183" fmla="*/ 848062 h 6858000"/>
              <a:gd name="connsiteX184" fmla="*/ 2607419 w 12192000"/>
              <a:gd name="connsiteY184" fmla="*/ 809700 h 6858000"/>
              <a:gd name="connsiteX185" fmla="*/ 2513795 w 12192000"/>
              <a:gd name="connsiteY185" fmla="*/ 809700 h 6858000"/>
              <a:gd name="connsiteX186" fmla="*/ 2513795 w 12192000"/>
              <a:gd name="connsiteY186" fmla="*/ 809718 h 6858000"/>
              <a:gd name="connsiteX187" fmla="*/ 2513021 w 12192000"/>
              <a:gd name="connsiteY187" fmla="*/ 810491 h 6858000"/>
              <a:gd name="connsiteX188" fmla="*/ 2513021 w 12192000"/>
              <a:gd name="connsiteY188" fmla="*/ 885686 h 6858000"/>
              <a:gd name="connsiteX189" fmla="*/ 2513795 w 12192000"/>
              <a:gd name="connsiteY189" fmla="*/ 886460 h 6858000"/>
              <a:gd name="connsiteX190" fmla="*/ 2566150 w 12192000"/>
              <a:gd name="connsiteY190" fmla="*/ 886460 h 6858000"/>
              <a:gd name="connsiteX191" fmla="*/ 2566924 w 12192000"/>
              <a:gd name="connsiteY191" fmla="*/ 885686 h 6858000"/>
              <a:gd name="connsiteX192" fmla="*/ 2566924 w 12192000"/>
              <a:gd name="connsiteY192" fmla="*/ 874397 h 6858000"/>
              <a:gd name="connsiteX193" fmla="*/ 2566150 w 12192000"/>
              <a:gd name="connsiteY193" fmla="*/ 873624 h 6858000"/>
              <a:gd name="connsiteX194" fmla="*/ 2526861 w 12192000"/>
              <a:gd name="connsiteY194" fmla="*/ 873624 h 6858000"/>
              <a:gd name="connsiteX195" fmla="*/ 2526861 w 12192000"/>
              <a:gd name="connsiteY195" fmla="*/ 853023 h 6858000"/>
              <a:gd name="connsiteX196" fmla="*/ 2561003 w 12192000"/>
              <a:gd name="connsiteY196" fmla="*/ 853023 h 6858000"/>
              <a:gd name="connsiteX197" fmla="*/ 2561777 w 12192000"/>
              <a:gd name="connsiteY197" fmla="*/ 852250 h 6858000"/>
              <a:gd name="connsiteX198" fmla="*/ 2561777 w 12192000"/>
              <a:gd name="connsiteY198" fmla="*/ 841069 h 6858000"/>
              <a:gd name="connsiteX199" fmla="*/ 2561003 w 12192000"/>
              <a:gd name="connsiteY199" fmla="*/ 840296 h 6858000"/>
              <a:gd name="connsiteX200" fmla="*/ 2526861 w 12192000"/>
              <a:gd name="connsiteY200" fmla="*/ 840296 h 6858000"/>
              <a:gd name="connsiteX201" fmla="*/ 2526861 w 12192000"/>
              <a:gd name="connsiteY201" fmla="*/ 822535 h 6858000"/>
              <a:gd name="connsiteX202" fmla="*/ 2566150 w 12192000"/>
              <a:gd name="connsiteY202" fmla="*/ 822535 h 6858000"/>
              <a:gd name="connsiteX203" fmla="*/ 2566924 w 12192000"/>
              <a:gd name="connsiteY203" fmla="*/ 821762 h 6858000"/>
              <a:gd name="connsiteX204" fmla="*/ 2566924 w 12192000"/>
              <a:gd name="connsiteY204" fmla="*/ 810473 h 6858000"/>
              <a:gd name="connsiteX205" fmla="*/ 2566150 w 12192000"/>
              <a:gd name="connsiteY205" fmla="*/ 809700 h 6858000"/>
              <a:gd name="connsiteX206" fmla="*/ 2481525 w 12192000"/>
              <a:gd name="connsiteY206" fmla="*/ 809700 h 6858000"/>
              <a:gd name="connsiteX207" fmla="*/ 2480751 w 12192000"/>
              <a:gd name="connsiteY207" fmla="*/ 810473 h 6858000"/>
              <a:gd name="connsiteX208" fmla="*/ 2480751 w 12192000"/>
              <a:gd name="connsiteY208" fmla="*/ 885669 h 6858000"/>
              <a:gd name="connsiteX209" fmla="*/ 2481525 w 12192000"/>
              <a:gd name="connsiteY209" fmla="*/ 886442 h 6858000"/>
              <a:gd name="connsiteX210" fmla="*/ 2493817 w 12192000"/>
              <a:gd name="connsiteY210" fmla="*/ 886442 h 6858000"/>
              <a:gd name="connsiteX211" fmla="*/ 2494591 w 12192000"/>
              <a:gd name="connsiteY211" fmla="*/ 885669 h 6858000"/>
              <a:gd name="connsiteX212" fmla="*/ 2494591 w 12192000"/>
              <a:gd name="connsiteY212" fmla="*/ 810473 h 6858000"/>
              <a:gd name="connsiteX213" fmla="*/ 2493817 w 12192000"/>
              <a:gd name="connsiteY213" fmla="*/ 809700 h 6858000"/>
              <a:gd name="connsiteX214" fmla="*/ 2417759 w 12192000"/>
              <a:gd name="connsiteY214" fmla="*/ 809700 h 6858000"/>
              <a:gd name="connsiteX215" fmla="*/ 2416985 w 12192000"/>
              <a:gd name="connsiteY215" fmla="*/ 810473 h 6858000"/>
              <a:gd name="connsiteX216" fmla="*/ 2416985 w 12192000"/>
              <a:gd name="connsiteY216" fmla="*/ 886442 h 6858000"/>
              <a:gd name="connsiteX217" fmla="*/ 2466929 w 12192000"/>
              <a:gd name="connsiteY217" fmla="*/ 886442 h 6858000"/>
              <a:gd name="connsiteX218" fmla="*/ 2467703 w 12192000"/>
              <a:gd name="connsiteY218" fmla="*/ 885669 h 6858000"/>
              <a:gd name="connsiteX219" fmla="*/ 2467703 w 12192000"/>
              <a:gd name="connsiteY219" fmla="*/ 874271 h 6858000"/>
              <a:gd name="connsiteX220" fmla="*/ 2466929 w 12192000"/>
              <a:gd name="connsiteY220" fmla="*/ 873499 h 6858000"/>
              <a:gd name="connsiteX221" fmla="*/ 2430826 w 12192000"/>
              <a:gd name="connsiteY221" fmla="*/ 873499 h 6858000"/>
              <a:gd name="connsiteX222" fmla="*/ 2430826 w 12192000"/>
              <a:gd name="connsiteY222" fmla="*/ 810473 h 6858000"/>
              <a:gd name="connsiteX223" fmla="*/ 2430051 w 12192000"/>
              <a:gd name="connsiteY223" fmla="*/ 809700 h 6858000"/>
              <a:gd name="connsiteX224" fmla="*/ 2345678 w 12192000"/>
              <a:gd name="connsiteY224" fmla="*/ 809682 h 6858000"/>
              <a:gd name="connsiteX225" fmla="*/ 2344904 w 12192000"/>
              <a:gd name="connsiteY225" fmla="*/ 810455 h 6858000"/>
              <a:gd name="connsiteX226" fmla="*/ 2344904 w 12192000"/>
              <a:gd name="connsiteY226" fmla="*/ 885651 h 6858000"/>
              <a:gd name="connsiteX227" fmla="*/ 2345678 w 12192000"/>
              <a:gd name="connsiteY227" fmla="*/ 886424 h 6858000"/>
              <a:gd name="connsiteX228" fmla="*/ 2357970 w 12192000"/>
              <a:gd name="connsiteY228" fmla="*/ 886424 h 6858000"/>
              <a:gd name="connsiteX229" fmla="*/ 2358744 w 12192000"/>
              <a:gd name="connsiteY229" fmla="*/ 885651 h 6858000"/>
              <a:gd name="connsiteX230" fmla="*/ 2358744 w 12192000"/>
              <a:gd name="connsiteY230" fmla="*/ 858686 h 6858000"/>
              <a:gd name="connsiteX231" fmla="*/ 2375536 w 12192000"/>
              <a:gd name="connsiteY231" fmla="*/ 858686 h 6858000"/>
              <a:gd name="connsiteX232" fmla="*/ 2403073 w 12192000"/>
              <a:gd name="connsiteY232" fmla="*/ 834130 h 6858000"/>
              <a:gd name="connsiteX233" fmla="*/ 2375536 w 12192000"/>
              <a:gd name="connsiteY233" fmla="*/ 809682 h 6858000"/>
              <a:gd name="connsiteX234" fmla="*/ 2273579 w 12192000"/>
              <a:gd name="connsiteY234" fmla="*/ 809682 h 6858000"/>
              <a:gd name="connsiteX235" fmla="*/ 2272805 w 12192000"/>
              <a:gd name="connsiteY235" fmla="*/ 810455 h 6858000"/>
              <a:gd name="connsiteX236" fmla="*/ 2272805 w 12192000"/>
              <a:gd name="connsiteY236" fmla="*/ 885651 h 6858000"/>
              <a:gd name="connsiteX237" fmla="*/ 2273579 w 12192000"/>
              <a:gd name="connsiteY237" fmla="*/ 886424 h 6858000"/>
              <a:gd name="connsiteX238" fmla="*/ 2285871 w 12192000"/>
              <a:gd name="connsiteY238" fmla="*/ 886424 h 6858000"/>
              <a:gd name="connsiteX239" fmla="*/ 2286646 w 12192000"/>
              <a:gd name="connsiteY239" fmla="*/ 885651 h 6858000"/>
              <a:gd name="connsiteX240" fmla="*/ 2286646 w 12192000"/>
              <a:gd name="connsiteY240" fmla="*/ 858686 h 6858000"/>
              <a:gd name="connsiteX241" fmla="*/ 2303437 w 12192000"/>
              <a:gd name="connsiteY241" fmla="*/ 858686 h 6858000"/>
              <a:gd name="connsiteX242" fmla="*/ 2330974 w 12192000"/>
              <a:gd name="connsiteY242" fmla="*/ 834130 h 6858000"/>
              <a:gd name="connsiteX243" fmla="*/ 2303437 w 12192000"/>
              <a:gd name="connsiteY243" fmla="*/ 809682 h 6858000"/>
              <a:gd name="connsiteX244" fmla="*/ 2217012 w 12192000"/>
              <a:gd name="connsiteY244" fmla="*/ 809682 h 6858000"/>
              <a:gd name="connsiteX245" fmla="*/ 2216292 w 12192000"/>
              <a:gd name="connsiteY245" fmla="*/ 810167 h 6858000"/>
              <a:gd name="connsiteX246" fmla="*/ 2186938 w 12192000"/>
              <a:gd name="connsiteY246" fmla="*/ 885363 h 6858000"/>
              <a:gd name="connsiteX247" fmla="*/ 2187658 w 12192000"/>
              <a:gd name="connsiteY247" fmla="*/ 886406 h 6858000"/>
              <a:gd name="connsiteX248" fmla="*/ 2200598 w 12192000"/>
              <a:gd name="connsiteY248" fmla="*/ 886406 h 6858000"/>
              <a:gd name="connsiteX249" fmla="*/ 2201318 w 12192000"/>
              <a:gd name="connsiteY249" fmla="*/ 885920 h 6858000"/>
              <a:gd name="connsiteX250" fmla="*/ 2207941 w 12192000"/>
              <a:gd name="connsiteY250" fmla="*/ 868663 h 6858000"/>
              <a:gd name="connsiteX251" fmla="*/ 2240859 w 12192000"/>
              <a:gd name="connsiteY251" fmla="*/ 868663 h 6858000"/>
              <a:gd name="connsiteX252" fmla="*/ 2247482 w 12192000"/>
              <a:gd name="connsiteY252" fmla="*/ 885920 h 6858000"/>
              <a:gd name="connsiteX253" fmla="*/ 2248202 w 12192000"/>
              <a:gd name="connsiteY253" fmla="*/ 886406 h 6858000"/>
              <a:gd name="connsiteX254" fmla="*/ 2261269 w 12192000"/>
              <a:gd name="connsiteY254" fmla="*/ 886406 h 6858000"/>
              <a:gd name="connsiteX255" fmla="*/ 2261989 w 12192000"/>
              <a:gd name="connsiteY255" fmla="*/ 885363 h 6858000"/>
              <a:gd name="connsiteX256" fmla="*/ 2232616 w 12192000"/>
              <a:gd name="connsiteY256" fmla="*/ 810167 h 6858000"/>
              <a:gd name="connsiteX257" fmla="*/ 2231896 w 12192000"/>
              <a:gd name="connsiteY257" fmla="*/ 809682 h 6858000"/>
              <a:gd name="connsiteX258" fmla="*/ 2217030 w 12192000"/>
              <a:gd name="connsiteY258" fmla="*/ 809682 h 6858000"/>
              <a:gd name="connsiteX259" fmla="*/ 2099523 w 12192000"/>
              <a:gd name="connsiteY259" fmla="*/ 809682 h 6858000"/>
              <a:gd name="connsiteX260" fmla="*/ 2099523 w 12192000"/>
              <a:gd name="connsiteY260" fmla="*/ 809700 h 6858000"/>
              <a:gd name="connsiteX261" fmla="*/ 2098749 w 12192000"/>
              <a:gd name="connsiteY261" fmla="*/ 810473 h 6858000"/>
              <a:gd name="connsiteX262" fmla="*/ 2098749 w 12192000"/>
              <a:gd name="connsiteY262" fmla="*/ 885669 h 6858000"/>
              <a:gd name="connsiteX263" fmla="*/ 2099523 w 12192000"/>
              <a:gd name="connsiteY263" fmla="*/ 886442 h 6858000"/>
              <a:gd name="connsiteX264" fmla="*/ 2111816 w 12192000"/>
              <a:gd name="connsiteY264" fmla="*/ 886442 h 6858000"/>
              <a:gd name="connsiteX265" fmla="*/ 2112589 w 12192000"/>
              <a:gd name="connsiteY265" fmla="*/ 885669 h 6858000"/>
              <a:gd name="connsiteX266" fmla="*/ 2112589 w 12192000"/>
              <a:gd name="connsiteY266" fmla="*/ 855522 h 6858000"/>
              <a:gd name="connsiteX267" fmla="*/ 2148585 w 12192000"/>
              <a:gd name="connsiteY267" fmla="*/ 855522 h 6858000"/>
              <a:gd name="connsiteX268" fmla="*/ 2149359 w 12192000"/>
              <a:gd name="connsiteY268" fmla="*/ 854749 h 6858000"/>
              <a:gd name="connsiteX269" fmla="*/ 2149359 w 12192000"/>
              <a:gd name="connsiteY269" fmla="*/ 843460 h 6858000"/>
              <a:gd name="connsiteX270" fmla="*/ 2148585 w 12192000"/>
              <a:gd name="connsiteY270" fmla="*/ 842687 h 6858000"/>
              <a:gd name="connsiteX271" fmla="*/ 2112589 w 12192000"/>
              <a:gd name="connsiteY271" fmla="*/ 842687 h 6858000"/>
              <a:gd name="connsiteX272" fmla="*/ 2112589 w 12192000"/>
              <a:gd name="connsiteY272" fmla="*/ 822517 h 6858000"/>
              <a:gd name="connsiteX273" fmla="*/ 2151878 w 12192000"/>
              <a:gd name="connsiteY273" fmla="*/ 822517 h 6858000"/>
              <a:gd name="connsiteX274" fmla="*/ 2152652 w 12192000"/>
              <a:gd name="connsiteY274" fmla="*/ 821744 h 6858000"/>
              <a:gd name="connsiteX275" fmla="*/ 2152652 w 12192000"/>
              <a:gd name="connsiteY275" fmla="*/ 810455 h 6858000"/>
              <a:gd name="connsiteX276" fmla="*/ 2151878 w 12192000"/>
              <a:gd name="connsiteY276" fmla="*/ 809682 h 6858000"/>
              <a:gd name="connsiteX277" fmla="*/ 2044990 w 12192000"/>
              <a:gd name="connsiteY277" fmla="*/ 808369 h 6858000"/>
              <a:gd name="connsiteX278" fmla="*/ 2005377 w 12192000"/>
              <a:gd name="connsiteY278" fmla="*/ 848044 h 6858000"/>
              <a:gd name="connsiteX279" fmla="*/ 2044990 w 12192000"/>
              <a:gd name="connsiteY279" fmla="*/ 887718 h 6858000"/>
              <a:gd name="connsiteX280" fmla="*/ 2084495 w 12192000"/>
              <a:gd name="connsiteY280" fmla="*/ 848044 h 6858000"/>
              <a:gd name="connsiteX281" fmla="*/ 2044990 w 12192000"/>
              <a:gd name="connsiteY281" fmla="*/ 808369 h 6858000"/>
              <a:gd name="connsiteX282" fmla="*/ 1334123 w 12192000"/>
              <a:gd name="connsiteY282" fmla="*/ 742743 h 6858000"/>
              <a:gd name="connsiteX283" fmla="*/ 1419360 w 12192000"/>
              <a:gd name="connsiteY283" fmla="*/ 742743 h 6858000"/>
              <a:gd name="connsiteX284" fmla="*/ 1469558 w 12192000"/>
              <a:gd name="connsiteY284" fmla="*/ 792941 h 6858000"/>
              <a:gd name="connsiteX285" fmla="*/ 1419360 w 12192000"/>
              <a:gd name="connsiteY285" fmla="*/ 843138 h 6858000"/>
              <a:gd name="connsiteX286" fmla="*/ 1334123 w 12192000"/>
              <a:gd name="connsiteY286" fmla="*/ 843138 h 6858000"/>
              <a:gd name="connsiteX287" fmla="*/ 2368067 w 12192000"/>
              <a:gd name="connsiteY287" fmla="*/ 693373 h 6858000"/>
              <a:gd name="connsiteX288" fmla="*/ 2384859 w 12192000"/>
              <a:gd name="connsiteY288" fmla="*/ 693373 h 6858000"/>
              <a:gd name="connsiteX289" fmla="*/ 2398915 w 12192000"/>
              <a:gd name="connsiteY289" fmla="*/ 704663 h 6858000"/>
              <a:gd name="connsiteX290" fmla="*/ 2384859 w 12192000"/>
              <a:gd name="connsiteY290" fmla="*/ 715952 h 6858000"/>
              <a:gd name="connsiteX291" fmla="*/ 2368067 w 12192000"/>
              <a:gd name="connsiteY291" fmla="*/ 715952 h 6858000"/>
              <a:gd name="connsiteX292" fmla="*/ 2592103 w 12192000"/>
              <a:gd name="connsiteY292" fmla="*/ 680430 h 6858000"/>
              <a:gd name="connsiteX293" fmla="*/ 2591455 w 12192000"/>
              <a:gd name="connsiteY293" fmla="*/ 681599 h 6858000"/>
              <a:gd name="connsiteX294" fmla="*/ 2619064 w 12192000"/>
              <a:gd name="connsiteY294" fmla="*/ 727026 h 6858000"/>
              <a:gd name="connsiteX295" fmla="*/ 2619010 w 12192000"/>
              <a:gd name="connsiteY295" fmla="*/ 727044 h 6858000"/>
              <a:gd name="connsiteX296" fmla="*/ 2619010 w 12192000"/>
              <a:gd name="connsiteY296" fmla="*/ 756417 h 6858000"/>
              <a:gd name="connsiteX297" fmla="*/ 2619784 w 12192000"/>
              <a:gd name="connsiteY297" fmla="*/ 757190 h 6858000"/>
              <a:gd name="connsiteX298" fmla="*/ 2632184 w 12192000"/>
              <a:gd name="connsiteY298" fmla="*/ 757190 h 6858000"/>
              <a:gd name="connsiteX299" fmla="*/ 2632958 w 12192000"/>
              <a:gd name="connsiteY299" fmla="*/ 756417 h 6858000"/>
              <a:gd name="connsiteX300" fmla="*/ 2632958 w 12192000"/>
              <a:gd name="connsiteY300" fmla="*/ 727044 h 6858000"/>
              <a:gd name="connsiteX301" fmla="*/ 2660566 w 12192000"/>
              <a:gd name="connsiteY301" fmla="*/ 681617 h 6858000"/>
              <a:gd name="connsiteX302" fmla="*/ 2659919 w 12192000"/>
              <a:gd name="connsiteY302" fmla="*/ 680448 h 6858000"/>
              <a:gd name="connsiteX303" fmla="*/ 2646132 w 12192000"/>
              <a:gd name="connsiteY303" fmla="*/ 680448 h 6858000"/>
              <a:gd name="connsiteX304" fmla="*/ 2645484 w 12192000"/>
              <a:gd name="connsiteY304" fmla="*/ 680826 h 6858000"/>
              <a:gd name="connsiteX305" fmla="*/ 2626065 w 12192000"/>
              <a:gd name="connsiteY305" fmla="*/ 713220 h 6858000"/>
              <a:gd name="connsiteX306" fmla="*/ 2606537 w 12192000"/>
              <a:gd name="connsiteY306" fmla="*/ 680808 h 6858000"/>
              <a:gd name="connsiteX307" fmla="*/ 2605889 w 12192000"/>
              <a:gd name="connsiteY307" fmla="*/ 680430 h 6858000"/>
              <a:gd name="connsiteX308" fmla="*/ 2522596 w 12192000"/>
              <a:gd name="connsiteY308" fmla="*/ 680430 h 6858000"/>
              <a:gd name="connsiteX309" fmla="*/ 2521822 w 12192000"/>
              <a:gd name="connsiteY309" fmla="*/ 681203 h 6858000"/>
              <a:gd name="connsiteX310" fmla="*/ 2521822 w 12192000"/>
              <a:gd name="connsiteY310" fmla="*/ 692601 h 6858000"/>
              <a:gd name="connsiteX311" fmla="*/ 2522596 w 12192000"/>
              <a:gd name="connsiteY311" fmla="*/ 693373 h 6858000"/>
              <a:gd name="connsiteX312" fmla="*/ 2546191 w 12192000"/>
              <a:gd name="connsiteY312" fmla="*/ 693373 h 6858000"/>
              <a:gd name="connsiteX313" fmla="*/ 2546191 w 12192000"/>
              <a:gd name="connsiteY313" fmla="*/ 756399 h 6858000"/>
              <a:gd name="connsiteX314" fmla="*/ 2546965 w 12192000"/>
              <a:gd name="connsiteY314" fmla="*/ 757172 h 6858000"/>
              <a:gd name="connsiteX315" fmla="*/ 2559365 w 12192000"/>
              <a:gd name="connsiteY315" fmla="*/ 757172 h 6858000"/>
              <a:gd name="connsiteX316" fmla="*/ 2560139 w 12192000"/>
              <a:gd name="connsiteY316" fmla="*/ 756399 h 6858000"/>
              <a:gd name="connsiteX317" fmla="*/ 2560139 w 12192000"/>
              <a:gd name="connsiteY317" fmla="*/ 693373 h 6858000"/>
              <a:gd name="connsiteX318" fmla="*/ 2583734 w 12192000"/>
              <a:gd name="connsiteY318" fmla="*/ 693373 h 6858000"/>
              <a:gd name="connsiteX319" fmla="*/ 2584508 w 12192000"/>
              <a:gd name="connsiteY319" fmla="*/ 692601 h 6858000"/>
              <a:gd name="connsiteX320" fmla="*/ 2584508 w 12192000"/>
              <a:gd name="connsiteY320" fmla="*/ 681203 h 6858000"/>
              <a:gd name="connsiteX321" fmla="*/ 2583734 w 12192000"/>
              <a:gd name="connsiteY321" fmla="*/ 680430 h 6858000"/>
              <a:gd name="connsiteX322" fmla="*/ 2497129 w 12192000"/>
              <a:gd name="connsiteY322" fmla="*/ 680430 h 6858000"/>
              <a:gd name="connsiteX323" fmla="*/ 2496355 w 12192000"/>
              <a:gd name="connsiteY323" fmla="*/ 681203 h 6858000"/>
              <a:gd name="connsiteX324" fmla="*/ 2496355 w 12192000"/>
              <a:gd name="connsiteY324" fmla="*/ 756399 h 6858000"/>
              <a:gd name="connsiteX325" fmla="*/ 2497129 w 12192000"/>
              <a:gd name="connsiteY325" fmla="*/ 757172 h 6858000"/>
              <a:gd name="connsiteX326" fmla="*/ 2509422 w 12192000"/>
              <a:gd name="connsiteY326" fmla="*/ 757172 h 6858000"/>
              <a:gd name="connsiteX327" fmla="*/ 2510196 w 12192000"/>
              <a:gd name="connsiteY327" fmla="*/ 756399 h 6858000"/>
              <a:gd name="connsiteX328" fmla="*/ 2510196 w 12192000"/>
              <a:gd name="connsiteY328" fmla="*/ 681203 h 6858000"/>
              <a:gd name="connsiteX329" fmla="*/ 2509422 w 12192000"/>
              <a:gd name="connsiteY329" fmla="*/ 680430 h 6858000"/>
              <a:gd name="connsiteX330" fmla="*/ 2355019 w 12192000"/>
              <a:gd name="connsiteY330" fmla="*/ 680430 h 6858000"/>
              <a:gd name="connsiteX331" fmla="*/ 2354245 w 12192000"/>
              <a:gd name="connsiteY331" fmla="*/ 681203 h 6858000"/>
              <a:gd name="connsiteX332" fmla="*/ 2354227 w 12192000"/>
              <a:gd name="connsiteY332" fmla="*/ 681221 h 6858000"/>
              <a:gd name="connsiteX333" fmla="*/ 2354227 w 12192000"/>
              <a:gd name="connsiteY333" fmla="*/ 756417 h 6858000"/>
              <a:gd name="connsiteX334" fmla="*/ 2355001 w 12192000"/>
              <a:gd name="connsiteY334" fmla="*/ 757190 h 6858000"/>
              <a:gd name="connsiteX335" fmla="*/ 2367293 w 12192000"/>
              <a:gd name="connsiteY335" fmla="*/ 757190 h 6858000"/>
              <a:gd name="connsiteX336" fmla="*/ 2368067 w 12192000"/>
              <a:gd name="connsiteY336" fmla="*/ 756417 h 6858000"/>
              <a:gd name="connsiteX337" fmla="*/ 2368067 w 12192000"/>
              <a:gd name="connsiteY337" fmla="*/ 728787 h 6858000"/>
              <a:gd name="connsiteX338" fmla="*/ 2378830 w 12192000"/>
              <a:gd name="connsiteY338" fmla="*/ 728787 h 6858000"/>
              <a:gd name="connsiteX339" fmla="*/ 2399563 w 12192000"/>
              <a:gd name="connsiteY339" fmla="*/ 756867 h 6858000"/>
              <a:gd name="connsiteX340" fmla="*/ 2400176 w 12192000"/>
              <a:gd name="connsiteY340" fmla="*/ 757172 h 6858000"/>
              <a:gd name="connsiteX341" fmla="*/ 2415041 w 12192000"/>
              <a:gd name="connsiteY341" fmla="*/ 757172 h 6858000"/>
              <a:gd name="connsiteX342" fmla="*/ 2415653 w 12192000"/>
              <a:gd name="connsiteY342" fmla="*/ 755950 h 6858000"/>
              <a:gd name="connsiteX343" fmla="*/ 2394416 w 12192000"/>
              <a:gd name="connsiteY343" fmla="*/ 727906 h 6858000"/>
              <a:gd name="connsiteX344" fmla="*/ 2413187 w 12192000"/>
              <a:gd name="connsiteY344" fmla="*/ 704663 h 6858000"/>
              <a:gd name="connsiteX345" fmla="*/ 2386191 w 12192000"/>
              <a:gd name="connsiteY345" fmla="*/ 680430 h 6858000"/>
              <a:gd name="connsiteX346" fmla="*/ 2285439 w 12192000"/>
              <a:gd name="connsiteY346" fmla="*/ 680430 h 6858000"/>
              <a:gd name="connsiteX347" fmla="*/ 2285439 w 12192000"/>
              <a:gd name="connsiteY347" fmla="*/ 680448 h 6858000"/>
              <a:gd name="connsiteX348" fmla="*/ 2284666 w 12192000"/>
              <a:gd name="connsiteY348" fmla="*/ 681221 h 6858000"/>
              <a:gd name="connsiteX349" fmla="*/ 2284666 w 12192000"/>
              <a:gd name="connsiteY349" fmla="*/ 756417 h 6858000"/>
              <a:gd name="connsiteX350" fmla="*/ 2285439 w 12192000"/>
              <a:gd name="connsiteY350" fmla="*/ 757190 h 6858000"/>
              <a:gd name="connsiteX351" fmla="*/ 2337795 w 12192000"/>
              <a:gd name="connsiteY351" fmla="*/ 757190 h 6858000"/>
              <a:gd name="connsiteX352" fmla="*/ 2338569 w 12192000"/>
              <a:gd name="connsiteY352" fmla="*/ 756417 h 6858000"/>
              <a:gd name="connsiteX353" fmla="*/ 2338569 w 12192000"/>
              <a:gd name="connsiteY353" fmla="*/ 745128 h 6858000"/>
              <a:gd name="connsiteX354" fmla="*/ 2337795 w 12192000"/>
              <a:gd name="connsiteY354" fmla="*/ 744355 h 6858000"/>
              <a:gd name="connsiteX355" fmla="*/ 2298506 w 12192000"/>
              <a:gd name="connsiteY355" fmla="*/ 744355 h 6858000"/>
              <a:gd name="connsiteX356" fmla="*/ 2298506 w 12192000"/>
              <a:gd name="connsiteY356" fmla="*/ 723754 h 6858000"/>
              <a:gd name="connsiteX357" fmla="*/ 2332648 w 12192000"/>
              <a:gd name="connsiteY357" fmla="*/ 723754 h 6858000"/>
              <a:gd name="connsiteX358" fmla="*/ 2333421 w 12192000"/>
              <a:gd name="connsiteY358" fmla="*/ 722981 h 6858000"/>
              <a:gd name="connsiteX359" fmla="*/ 2333421 w 12192000"/>
              <a:gd name="connsiteY359" fmla="*/ 711799 h 6858000"/>
              <a:gd name="connsiteX360" fmla="*/ 2332648 w 12192000"/>
              <a:gd name="connsiteY360" fmla="*/ 711027 h 6858000"/>
              <a:gd name="connsiteX361" fmla="*/ 2298506 w 12192000"/>
              <a:gd name="connsiteY361" fmla="*/ 711027 h 6858000"/>
              <a:gd name="connsiteX362" fmla="*/ 2298506 w 12192000"/>
              <a:gd name="connsiteY362" fmla="*/ 693266 h 6858000"/>
              <a:gd name="connsiteX363" fmla="*/ 2337795 w 12192000"/>
              <a:gd name="connsiteY363" fmla="*/ 693266 h 6858000"/>
              <a:gd name="connsiteX364" fmla="*/ 2338569 w 12192000"/>
              <a:gd name="connsiteY364" fmla="*/ 692493 h 6858000"/>
              <a:gd name="connsiteX365" fmla="*/ 2338569 w 12192000"/>
              <a:gd name="connsiteY365" fmla="*/ 681203 h 6858000"/>
              <a:gd name="connsiteX366" fmla="*/ 2337795 w 12192000"/>
              <a:gd name="connsiteY366" fmla="*/ 680430 h 6858000"/>
              <a:gd name="connsiteX367" fmla="*/ 2201300 w 12192000"/>
              <a:gd name="connsiteY367" fmla="*/ 680430 h 6858000"/>
              <a:gd name="connsiteX368" fmla="*/ 2200580 w 12192000"/>
              <a:gd name="connsiteY368" fmla="*/ 681473 h 6858000"/>
              <a:gd name="connsiteX369" fmla="*/ 2229197 w 12192000"/>
              <a:gd name="connsiteY369" fmla="*/ 756669 h 6858000"/>
              <a:gd name="connsiteX370" fmla="*/ 2229917 w 12192000"/>
              <a:gd name="connsiteY370" fmla="*/ 757154 h 6858000"/>
              <a:gd name="connsiteX371" fmla="*/ 2244549 w 12192000"/>
              <a:gd name="connsiteY371" fmla="*/ 757154 h 6858000"/>
              <a:gd name="connsiteX372" fmla="*/ 2245269 w 12192000"/>
              <a:gd name="connsiteY372" fmla="*/ 756669 h 6858000"/>
              <a:gd name="connsiteX373" fmla="*/ 2273885 w 12192000"/>
              <a:gd name="connsiteY373" fmla="*/ 681473 h 6858000"/>
              <a:gd name="connsiteX374" fmla="*/ 2273165 w 12192000"/>
              <a:gd name="connsiteY374" fmla="*/ 680430 h 6858000"/>
              <a:gd name="connsiteX375" fmla="*/ 2260099 w 12192000"/>
              <a:gd name="connsiteY375" fmla="*/ 680430 h 6858000"/>
              <a:gd name="connsiteX376" fmla="*/ 2259379 w 12192000"/>
              <a:gd name="connsiteY376" fmla="*/ 680934 h 6858000"/>
              <a:gd name="connsiteX377" fmla="*/ 2237170 w 12192000"/>
              <a:gd name="connsiteY377" fmla="*/ 740724 h 6858000"/>
              <a:gd name="connsiteX378" fmla="*/ 2215069 w 12192000"/>
              <a:gd name="connsiteY378" fmla="*/ 680934 h 6858000"/>
              <a:gd name="connsiteX379" fmla="*/ 2214349 w 12192000"/>
              <a:gd name="connsiteY379" fmla="*/ 680430 h 6858000"/>
              <a:gd name="connsiteX380" fmla="*/ 2176679 w 12192000"/>
              <a:gd name="connsiteY380" fmla="*/ 680430 h 6858000"/>
              <a:gd name="connsiteX381" fmla="*/ 2175905 w 12192000"/>
              <a:gd name="connsiteY381" fmla="*/ 681203 h 6858000"/>
              <a:gd name="connsiteX382" fmla="*/ 2175905 w 12192000"/>
              <a:gd name="connsiteY382" fmla="*/ 756399 h 6858000"/>
              <a:gd name="connsiteX383" fmla="*/ 2176679 w 12192000"/>
              <a:gd name="connsiteY383" fmla="*/ 757172 h 6858000"/>
              <a:gd name="connsiteX384" fmla="*/ 2188972 w 12192000"/>
              <a:gd name="connsiteY384" fmla="*/ 757172 h 6858000"/>
              <a:gd name="connsiteX385" fmla="*/ 2189746 w 12192000"/>
              <a:gd name="connsiteY385" fmla="*/ 756399 h 6858000"/>
              <a:gd name="connsiteX386" fmla="*/ 2189746 w 12192000"/>
              <a:gd name="connsiteY386" fmla="*/ 681203 h 6858000"/>
              <a:gd name="connsiteX387" fmla="*/ 2188972 w 12192000"/>
              <a:gd name="connsiteY387" fmla="*/ 680430 h 6858000"/>
              <a:gd name="connsiteX388" fmla="*/ 2010218 w 12192000"/>
              <a:gd name="connsiteY388" fmla="*/ 680430 h 6858000"/>
              <a:gd name="connsiteX389" fmla="*/ 2009444 w 12192000"/>
              <a:gd name="connsiteY389" fmla="*/ 681203 h 6858000"/>
              <a:gd name="connsiteX390" fmla="*/ 2009444 w 12192000"/>
              <a:gd name="connsiteY390" fmla="*/ 726468 h 6858000"/>
              <a:gd name="connsiteX391" fmla="*/ 2041606 w 12192000"/>
              <a:gd name="connsiteY391" fmla="*/ 758485 h 6858000"/>
              <a:gd name="connsiteX392" fmla="*/ 2073768 w 12192000"/>
              <a:gd name="connsiteY392" fmla="*/ 726468 h 6858000"/>
              <a:gd name="connsiteX393" fmla="*/ 2073768 w 12192000"/>
              <a:gd name="connsiteY393" fmla="*/ 681203 h 6858000"/>
              <a:gd name="connsiteX394" fmla="*/ 2072994 w 12192000"/>
              <a:gd name="connsiteY394" fmla="*/ 680430 h 6858000"/>
              <a:gd name="connsiteX395" fmla="*/ 2060594 w 12192000"/>
              <a:gd name="connsiteY395" fmla="*/ 680430 h 6858000"/>
              <a:gd name="connsiteX396" fmla="*/ 2059820 w 12192000"/>
              <a:gd name="connsiteY396" fmla="*/ 681203 h 6858000"/>
              <a:gd name="connsiteX397" fmla="*/ 2059820 w 12192000"/>
              <a:gd name="connsiteY397" fmla="*/ 725048 h 6858000"/>
              <a:gd name="connsiteX398" fmla="*/ 2041606 w 12192000"/>
              <a:gd name="connsiteY398" fmla="*/ 745434 h 6858000"/>
              <a:gd name="connsiteX399" fmla="*/ 2023285 w 12192000"/>
              <a:gd name="connsiteY399" fmla="*/ 725048 h 6858000"/>
              <a:gd name="connsiteX400" fmla="*/ 2023285 w 12192000"/>
              <a:gd name="connsiteY400" fmla="*/ 681203 h 6858000"/>
              <a:gd name="connsiteX401" fmla="*/ 2022511 w 12192000"/>
              <a:gd name="connsiteY401" fmla="*/ 680430 h 6858000"/>
              <a:gd name="connsiteX402" fmla="*/ 2144427 w 12192000"/>
              <a:gd name="connsiteY402" fmla="*/ 680412 h 6858000"/>
              <a:gd name="connsiteX403" fmla="*/ 2143654 w 12192000"/>
              <a:gd name="connsiteY403" fmla="*/ 681186 h 6858000"/>
              <a:gd name="connsiteX404" fmla="*/ 2143654 w 12192000"/>
              <a:gd name="connsiteY404" fmla="*/ 734468 h 6858000"/>
              <a:gd name="connsiteX405" fmla="*/ 2105588 w 12192000"/>
              <a:gd name="connsiteY405" fmla="*/ 680754 h 6858000"/>
              <a:gd name="connsiteX406" fmla="*/ 2104958 w 12192000"/>
              <a:gd name="connsiteY406" fmla="*/ 680430 h 6858000"/>
              <a:gd name="connsiteX407" fmla="*/ 2091964 w 12192000"/>
              <a:gd name="connsiteY407" fmla="*/ 680430 h 6858000"/>
              <a:gd name="connsiteX408" fmla="*/ 2091190 w 12192000"/>
              <a:gd name="connsiteY408" fmla="*/ 681203 h 6858000"/>
              <a:gd name="connsiteX409" fmla="*/ 2091190 w 12192000"/>
              <a:gd name="connsiteY409" fmla="*/ 756399 h 6858000"/>
              <a:gd name="connsiteX410" fmla="*/ 2091964 w 12192000"/>
              <a:gd name="connsiteY410" fmla="*/ 757172 h 6858000"/>
              <a:gd name="connsiteX411" fmla="*/ 2104256 w 12192000"/>
              <a:gd name="connsiteY411" fmla="*/ 757172 h 6858000"/>
              <a:gd name="connsiteX412" fmla="*/ 2105030 w 12192000"/>
              <a:gd name="connsiteY412" fmla="*/ 756399 h 6858000"/>
              <a:gd name="connsiteX413" fmla="*/ 2105030 w 12192000"/>
              <a:gd name="connsiteY413" fmla="*/ 703009 h 6858000"/>
              <a:gd name="connsiteX414" fmla="*/ 2143095 w 12192000"/>
              <a:gd name="connsiteY414" fmla="*/ 756831 h 6858000"/>
              <a:gd name="connsiteX415" fmla="*/ 2143725 w 12192000"/>
              <a:gd name="connsiteY415" fmla="*/ 757154 h 6858000"/>
              <a:gd name="connsiteX416" fmla="*/ 2156720 w 12192000"/>
              <a:gd name="connsiteY416" fmla="*/ 757154 h 6858000"/>
              <a:gd name="connsiteX417" fmla="*/ 2157494 w 12192000"/>
              <a:gd name="connsiteY417" fmla="*/ 756381 h 6858000"/>
              <a:gd name="connsiteX418" fmla="*/ 2157494 w 12192000"/>
              <a:gd name="connsiteY418" fmla="*/ 681186 h 6858000"/>
              <a:gd name="connsiteX419" fmla="*/ 2156720 w 12192000"/>
              <a:gd name="connsiteY419" fmla="*/ 680412 h 6858000"/>
              <a:gd name="connsiteX420" fmla="*/ 2453898 w 12192000"/>
              <a:gd name="connsiteY420" fmla="*/ 679118 h 6858000"/>
              <a:gd name="connsiteX421" fmla="*/ 2425696 w 12192000"/>
              <a:gd name="connsiteY421" fmla="*/ 702128 h 6858000"/>
              <a:gd name="connsiteX422" fmla="*/ 2444575 w 12192000"/>
              <a:gd name="connsiteY422" fmla="*/ 722298 h 6858000"/>
              <a:gd name="connsiteX423" fmla="*/ 2458074 w 12192000"/>
              <a:gd name="connsiteY423" fmla="*/ 725480 h 6858000"/>
              <a:gd name="connsiteX424" fmla="*/ 2469592 w 12192000"/>
              <a:gd name="connsiteY424" fmla="*/ 735457 h 6858000"/>
              <a:gd name="connsiteX425" fmla="*/ 2454996 w 12192000"/>
              <a:gd name="connsiteY425" fmla="*/ 745865 h 6858000"/>
              <a:gd name="connsiteX426" fmla="*/ 2432895 w 12192000"/>
              <a:gd name="connsiteY426" fmla="*/ 737883 h 6858000"/>
              <a:gd name="connsiteX427" fmla="*/ 2431833 w 12192000"/>
              <a:gd name="connsiteY427" fmla="*/ 738045 h 6858000"/>
              <a:gd name="connsiteX428" fmla="*/ 2424708 w 12192000"/>
              <a:gd name="connsiteY428" fmla="*/ 747678 h 6858000"/>
              <a:gd name="connsiteX429" fmla="*/ 2424706 w 12192000"/>
              <a:gd name="connsiteY429" fmla="*/ 747663 h 6858000"/>
              <a:gd name="connsiteX430" fmla="*/ 2424706 w 12192000"/>
              <a:gd name="connsiteY430" fmla="*/ 747681 h 6858000"/>
              <a:gd name="connsiteX431" fmla="*/ 2424708 w 12192000"/>
              <a:gd name="connsiteY431" fmla="*/ 747678 h 6858000"/>
              <a:gd name="connsiteX432" fmla="*/ 2424850 w 12192000"/>
              <a:gd name="connsiteY432" fmla="*/ 748741 h 6858000"/>
              <a:gd name="connsiteX433" fmla="*/ 2454547 w 12192000"/>
              <a:gd name="connsiteY433" fmla="*/ 758466 h 6858000"/>
              <a:gd name="connsiteX434" fmla="*/ 2483631 w 12192000"/>
              <a:gd name="connsiteY434" fmla="*/ 734468 h 6858000"/>
              <a:gd name="connsiteX435" fmla="*/ 2464859 w 12192000"/>
              <a:gd name="connsiteY435" fmla="*/ 713867 h 6858000"/>
              <a:gd name="connsiteX436" fmla="*/ 2451361 w 12192000"/>
              <a:gd name="connsiteY436" fmla="*/ 710685 h 6858000"/>
              <a:gd name="connsiteX437" fmla="*/ 2439626 w 12192000"/>
              <a:gd name="connsiteY437" fmla="*/ 701265 h 6858000"/>
              <a:gd name="connsiteX438" fmla="*/ 2453682 w 12192000"/>
              <a:gd name="connsiteY438" fmla="*/ 691612 h 6858000"/>
              <a:gd name="connsiteX439" fmla="*/ 2472436 w 12192000"/>
              <a:gd name="connsiteY439" fmla="*/ 699000 h 6858000"/>
              <a:gd name="connsiteX440" fmla="*/ 2473498 w 12192000"/>
              <a:gd name="connsiteY440" fmla="*/ 698964 h 6858000"/>
              <a:gd name="connsiteX441" fmla="*/ 2481471 w 12192000"/>
              <a:gd name="connsiteY441" fmla="*/ 690425 h 6858000"/>
              <a:gd name="connsiteX442" fmla="*/ 2481435 w 12192000"/>
              <a:gd name="connsiteY442" fmla="*/ 689329 h 6858000"/>
              <a:gd name="connsiteX443" fmla="*/ 2453898 w 12192000"/>
              <a:gd name="connsiteY443" fmla="*/ 679118 h 6858000"/>
              <a:gd name="connsiteX444" fmla="*/ 1894168 w 12192000"/>
              <a:gd name="connsiteY444" fmla="*/ 679118 h 6858000"/>
              <a:gd name="connsiteX445" fmla="*/ 1893394 w 12192000"/>
              <a:gd name="connsiteY445" fmla="*/ 679891 h 6858000"/>
              <a:gd name="connsiteX446" fmla="*/ 1893394 w 12192000"/>
              <a:gd name="connsiteY446" fmla="*/ 1016178 h 6858000"/>
              <a:gd name="connsiteX447" fmla="*/ 1894168 w 12192000"/>
              <a:gd name="connsiteY447" fmla="*/ 1016951 h 6858000"/>
              <a:gd name="connsiteX448" fmla="*/ 1902825 w 12192000"/>
              <a:gd name="connsiteY448" fmla="*/ 1016951 h 6858000"/>
              <a:gd name="connsiteX449" fmla="*/ 1903599 w 12192000"/>
              <a:gd name="connsiteY449" fmla="*/ 1016178 h 6858000"/>
              <a:gd name="connsiteX450" fmla="*/ 1903599 w 12192000"/>
              <a:gd name="connsiteY450" fmla="*/ 679891 h 6858000"/>
              <a:gd name="connsiteX451" fmla="*/ 1902825 w 12192000"/>
              <a:gd name="connsiteY451" fmla="*/ 679118 h 6858000"/>
              <a:gd name="connsiteX452" fmla="*/ 1639127 w 12192000"/>
              <a:gd name="connsiteY452" fmla="*/ 679099 h 6858000"/>
              <a:gd name="connsiteX453" fmla="*/ 1555658 w 12192000"/>
              <a:gd name="connsiteY453" fmla="*/ 762569 h 6858000"/>
              <a:gd name="connsiteX454" fmla="*/ 1555658 w 12192000"/>
              <a:gd name="connsiteY454" fmla="*/ 933425 h 6858000"/>
              <a:gd name="connsiteX455" fmla="*/ 1639127 w 12192000"/>
              <a:gd name="connsiteY455" fmla="*/ 1016894 h 6858000"/>
              <a:gd name="connsiteX456" fmla="*/ 1786901 w 12192000"/>
              <a:gd name="connsiteY456" fmla="*/ 1016894 h 6858000"/>
              <a:gd name="connsiteX457" fmla="*/ 1790281 w 12192000"/>
              <a:gd name="connsiteY457" fmla="*/ 1013516 h 6858000"/>
              <a:gd name="connsiteX458" fmla="*/ 1790281 w 12192000"/>
              <a:gd name="connsiteY458" fmla="*/ 956629 h 6858000"/>
              <a:gd name="connsiteX459" fmla="*/ 1786901 w 12192000"/>
              <a:gd name="connsiteY459" fmla="*/ 953251 h 6858000"/>
              <a:gd name="connsiteX460" fmla="*/ 1639127 w 12192000"/>
              <a:gd name="connsiteY460" fmla="*/ 953251 h 6858000"/>
              <a:gd name="connsiteX461" fmla="*/ 1623216 w 12192000"/>
              <a:gd name="connsiteY461" fmla="*/ 937340 h 6858000"/>
              <a:gd name="connsiteX462" fmla="*/ 1623216 w 12192000"/>
              <a:gd name="connsiteY462" fmla="*/ 878840 h 6858000"/>
              <a:gd name="connsiteX463" fmla="*/ 1770990 w 12192000"/>
              <a:gd name="connsiteY463" fmla="*/ 878840 h 6858000"/>
              <a:gd name="connsiteX464" fmla="*/ 1774369 w 12192000"/>
              <a:gd name="connsiteY464" fmla="*/ 875462 h 6858000"/>
              <a:gd name="connsiteX465" fmla="*/ 1774369 w 12192000"/>
              <a:gd name="connsiteY465" fmla="*/ 818574 h 6858000"/>
              <a:gd name="connsiteX466" fmla="*/ 1770990 w 12192000"/>
              <a:gd name="connsiteY466" fmla="*/ 815197 h 6858000"/>
              <a:gd name="connsiteX467" fmla="*/ 1623216 w 12192000"/>
              <a:gd name="connsiteY467" fmla="*/ 815197 h 6858000"/>
              <a:gd name="connsiteX468" fmla="*/ 1623216 w 12192000"/>
              <a:gd name="connsiteY468" fmla="*/ 758654 h 6858000"/>
              <a:gd name="connsiteX469" fmla="*/ 1639127 w 12192000"/>
              <a:gd name="connsiteY469" fmla="*/ 742743 h 6858000"/>
              <a:gd name="connsiteX470" fmla="*/ 1786901 w 12192000"/>
              <a:gd name="connsiteY470" fmla="*/ 742743 h 6858000"/>
              <a:gd name="connsiteX471" fmla="*/ 1790281 w 12192000"/>
              <a:gd name="connsiteY471" fmla="*/ 739366 h 6858000"/>
              <a:gd name="connsiteX472" fmla="*/ 1790281 w 12192000"/>
              <a:gd name="connsiteY472" fmla="*/ 682477 h 6858000"/>
              <a:gd name="connsiteX473" fmla="*/ 1786901 w 12192000"/>
              <a:gd name="connsiteY473" fmla="*/ 679099 h 6858000"/>
              <a:gd name="connsiteX474" fmla="*/ 1269942 w 12192000"/>
              <a:gd name="connsiteY474" fmla="*/ 679099 h 6858000"/>
              <a:gd name="connsiteX475" fmla="*/ 1266565 w 12192000"/>
              <a:gd name="connsiteY475" fmla="*/ 682478 h 6858000"/>
              <a:gd name="connsiteX476" fmla="*/ 1266565 w 12192000"/>
              <a:gd name="connsiteY476" fmla="*/ 1013516 h 6858000"/>
              <a:gd name="connsiteX477" fmla="*/ 1269942 w 12192000"/>
              <a:gd name="connsiteY477" fmla="*/ 1016894 h 6858000"/>
              <a:gd name="connsiteX478" fmla="*/ 1330745 w 12192000"/>
              <a:gd name="connsiteY478" fmla="*/ 1016894 h 6858000"/>
              <a:gd name="connsiteX479" fmla="*/ 1334123 w 12192000"/>
              <a:gd name="connsiteY479" fmla="*/ 1013516 h 6858000"/>
              <a:gd name="connsiteX480" fmla="*/ 1334123 w 12192000"/>
              <a:gd name="connsiteY480" fmla="*/ 906781 h 6858000"/>
              <a:gd name="connsiteX481" fmla="*/ 1400228 w 12192000"/>
              <a:gd name="connsiteY481" fmla="*/ 907083 h 6858000"/>
              <a:gd name="connsiteX482" fmla="*/ 1467002 w 12192000"/>
              <a:gd name="connsiteY482" fmla="*/ 1014503 h 6858000"/>
              <a:gd name="connsiteX483" fmla="*/ 1471307 w 12192000"/>
              <a:gd name="connsiteY483" fmla="*/ 1016894 h 6858000"/>
              <a:gd name="connsiteX484" fmla="*/ 1535992 w 12192000"/>
              <a:gd name="connsiteY484" fmla="*/ 1016894 h 6858000"/>
              <a:gd name="connsiteX485" fmla="*/ 1538861 w 12192000"/>
              <a:gd name="connsiteY485" fmla="*/ 1011733 h 6858000"/>
              <a:gd name="connsiteX486" fmla="*/ 1467097 w 12192000"/>
              <a:gd name="connsiteY486" fmla="*/ 896288 h 6858000"/>
              <a:gd name="connsiteX487" fmla="*/ 1533190 w 12192000"/>
              <a:gd name="connsiteY487" fmla="*/ 791395 h 6858000"/>
              <a:gd name="connsiteX488" fmla="*/ 1417002 w 12192000"/>
              <a:gd name="connsiteY488" fmla="*/ 679099 h 6858000"/>
              <a:gd name="connsiteX489" fmla="*/ 519316 w 12192000"/>
              <a:gd name="connsiteY489" fmla="*/ 679099 h 6858000"/>
              <a:gd name="connsiteX490" fmla="*/ 515938 w 12192000"/>
              <a:gd name="connsiteY490" fmla="*/ 682478 h 6858000"/>
              <a:gd name="connsiteX491" fmla="*/ 515938 w 12192000"/>
              <a:gd name="connsiteY491" fmla="*/ 1013516 h 6858000"/>
              <a:gd name="connsiteX492" fmla="*/ 519316 w 12192000"/>
              <a:gd name="connsiteY492" fmla="*/ 1016894 h 6858000"/>
              <a:gd name="connsiteX493" fmla="*/ 580119 w 12192000"/>
              <a:gd name="connsiteY493" fmla="*/ 1016894 h 6858000"/>
              <a:gd name="connsiteX494" fmla="*/ 583496 w 12192000"/>
              <a:gd name="connsiteY494" fmla="*/ 1013516 h 6858000"/>
              <a:gd name="connsiteX495" fmla="*/ 583496 w 12192000"/>
              <a:gd name="connsiteY495" fmla="*/ 784845 h 6858000"/>
              <a:gd name="connsiteX496" fmla="*/ 674227 w 12192000"/>
              <a:gd name="connsiteY496" fmla="*/ 960597 h 6858000"/>
              <a:gd name="connsiteX497" fmla="*/ 712413 w 12192000"/>
              <a:gd name="connsiteY497" fmla="*/ 960597 h 6858000"/>
              <a:gd name="connsiteX498" fmla="*/ 803634 w 12192000"/>
              <a:gd name="connsiteY498" fmla="*/ 784845 h 6858000"/>
              <a:gd name="connsiteX499" fmla="*/ 803634 w 12192000"/>
              <a:gd name="connsiteY499" fmla="*/ 1013516 h 6858000"/>
              <a:gd name="connsiteX500" fmla="*/ 807012 w 12192000"/>
              <a:gd name="connsiteY500" fmla="*/ 1016894 h 6858000"/>
              <a:gd name="connsiteX501" fmla="*/ 867814 w 12192000"/>
              <a:gd name="connsiteY501" fmla="*/ 1016894 h 6858000"/>
              <a:gd name="connsiteX502" fmla="*/ 871192 w 12192000"/>
              <a:gd name="connsiteY502" fmla="*/ 1013516 h 6858000"/>
              <a:gd name="connsiteX503" fmla="*/ 871192 w 12192000"/>
              <a:gd name="connsiteY503" fmla="*/ 682478 h 6858000"/>
              <a:gd name="connsiteX504" fmla="*/ 867814 w 12192000"/>
              <a:gd name="connsiteY504" fmla="*/ 679099 h 6858000"/>
              <a:gd name="connsiteX505" fmla="*/ 791052 w 12192000"/>
              <a:gd name="connsiteY505" fmla="*/ 679099 h 6858000"/>
              <a:gd name="connsiteX506" fmla="*/ 786551 w 12192000"/>
              <a:gd name="connsiteY506" fmla="*/ 681839 h 6858000"/>
              <a:gd name="connsiteX507" fmla="*/ 693810 w 12192000"/>
              <a:gd name="connsiteY507" fmla="*/ 861154 h 6858000"/>
              <a:gd name="connsiteX508" fmla="*/ 601556 w 12192000"/>
              <a:gd name="connsiteY508" fmla="*/ 681848 h 6858000"/>
              <a:gd name="connsiteX509" fmla="*/ 597051 w 12192000"/>
              <a:gd name="connsiteY509" fmla="*/ 679099 h 6858000"/>
              <a:gd name="connsiteX510" fmla="*/ 1068878 w 12192000"/>
              <a:gd name="connsiteY510" fmla="*/ 674636 h 6858000"/>
              <a:gd name="connsiteX511" fmla="*/ 895517 w 12192000"/>
              <a:gd name="connsiteY511" fmla="*/ 847997 h 6858000"/>
              <a:gd name="connsiteX512" fmla="*/ 897163 w 12192000"/>
              <a:gd name="connsiteY512" fmla="*/ 871884 h 6858000"/>
              <a:gd name="connsiteX513" fmla="*/ 961920 w 12192000"/>
              <a:gd name="connsiteY513" fmla="*/ 871884 h 6858000"/>
              <a:gd name="connsiteX514" fmla="*/ 959280 w 12192000"/>
              <a:gd name="connsiteY514" fmla="*/ 847997 h 6858000"/>
              <a:gd name="connsiteX515" fmla="*/ 1068878 w 12192000"/>
              <a:gd name="connsiteY515" fmla="*/ 738397 h 6858000"/>
              <a:gd name="connsiteX516" fmla="*/ 1178479 w 12192000"/>
              <a:gd name="connsiteY516" fmla="*/ 847997 h 6858000"/>
              <a:gd name="connsiteX517" fmla="*/ 1175836 w 12192000"/>
              <a:gd name="connsiteY517" fmla="*/ 871884 h 6858000"/>
              <a:gd name="connsiteX518" fmla="*/ 1240594 w 12192000"/>
              <a:gd name="connsiteY518" fmla="*/ 871884 h 6858000"/>
              <a:gd name="connsiteX519" fmla="*/ 1242240 w 12192000"/>
              <a:gd name="connsiteY519" fmla="*/ 847997 h 6858000"/>
              <a:gd name="connsiteX520" fmla="*/ 1068878 w 12192000"/>
              <a:gd name="connsiteY520" fmla="*/ 674636 h 6858000"/>
              <a:gd name="connsiteX521" fmla="*/ 1075294 w 12192000"/>
              <a:gd name="connsiteY521" fmla="*/ 544446 h 6858000"/>
              <a:gd name="connsiteX522" fmla="*/ 1090876 w 12192000"/>
              <a:gd name="connsiteY522" fmla="*/ 588594 h 6858000"/>
              <a:gd name="connsiteX523" fmla="*/ 1059711 w 12192000"/>
              <a:gd name="connsiteY523" fmla="*/ 588594 h 6858000"/>
              <a:gd name="connsiteX524" fmla="*/ 799860 w 12192000"/>
              <a:gd name="connsiteY524" fmla="*/ 538560 h 6858000"/>
              <a:gd name="connsiteX525" fmla="*/ 835525 w 12192000"/>
              <a:gd name="connsiteY525" fmla="*/ 574571 h 6858000"/>
              <a:gd name="connsiteX526" fmla="*/ 799860 w 12192000"/>
              <a:gd name="connsiteY526" fmla="*/ 610583 h 6858000"/>
              <a:gd name="connsiteX527" fmla="*/ 764194 w 12192000"/>
              <a:gd name="connsiteY527" fmla="*/ 574571 h 6858000"/>
              <a:gd name="connsiteX528" fmla="*/ 799860 w 12192000"/>
              <a:gd name="connsiteY528" fmla="*/ 538560 h 6858000"/>
              <a:gd name="connsiteX529" fmla="*/ 1061464 w 12192000"/>
              <a:gd name="connsiteY529" fmla="*/ 514840 h 6858000"/>
              <a:gd name="connsiteX530" fmla="*/ 1059097 w 12192000"/>
              <a:gd name="connsiteY530" fmla="*/ 516480 h 6858000"/>
              <a:gd name="connsiteX531" fmla="*/ 1015512 w 12192000"/>
              <a:gd name="connsiteY531" fmla="*/ 632593 h 6858000"/>
              <a:gd name="connsiteX532" fmla="*/ 1016695 w 12192000"/>
              <a:gd name="connsiteY532" fmla="*/ 634302 h 6858000"/>
              <a:gd name="connsiteX533" fmla="*/ 1041825 w 12192000"/>
              <a:gd name="connsiteY533" fmla="*/ 634302 h 6858000"/>
              <a:gd name="connsiteX534" fmla="*/ 1044208 w 12192000"/>
              <a:gd name="connsiteY534" fmla="*/ 632620 h 6858000"/>
              <a:gd name="connsiteX535" fmla="*/ 1051055 w 12192000"/>
              <a:gd name="connsiteY535" fmla="*/ 613353 h 6858000"/>
              <a:gd name="connsiteX536" fmla="*/ 1099532 w 12192000"/>
              <a:gd name="connsiteY536" fmla="*/ 613353 h 6858000"/>
              <a:gd name="connsiteX537" fmla="*/ 1106379 w 12192000"/>
              <a:gd name="connsiteY537" fmla="*/ 632620 h 6858000"/>
              <a:gd name="connsiteX538" fmla="*/ 1108762 w 12192000"/>
              <a:gd name="connsiteY538" fmla="*/ 634302 h 6858000"/>
              <a:gd name="connsiteX539" fmla="*/ 1134583 w 12192000"/>
              <a:gd name="connsiteY539" fmla="*/ 634302 h 6858000"/>
              <a:gd name="connsiteX540" fmla="*/ 1135766 w 12192000"/>
              <a:gd name="connsiteY540" fmla="*/ 632592 h 6858000"/>
              <a:gd name="connsiteX541" fmla="*/ 1092012 w 12192000"/>
              <a:gd name="connsiteY541" fmla="*/ 516477 h 6858000"/>
              <a:gd name="connsiteX542" fmla="*/ 1089646 w 12192000"/>
              <a:gd name="connsiteY542" fmla="*/ 514840 h 6858000"/>
              <a:gd name="connsiteX543" fmla="*/ 877639 w 12192000"/>
              <a:gd name="connsiteY543" fmla="*/ 514840 h 6858000"/>
              <a:gd name="connsiteX544" fmla="*/ 876376 w 12192000"/>
              <a:gd name="connsiteY544" fmla="*/ 516104 h 6858000"/>
              <a:gd name="connsiteX545" fmla="*/ 876376 w 12192000"/>
              <a:gd name="connsiteY545" fmla="*/ 633038 h 6858000"/>
              <a:gd name="connsiteX546" fmla="*/ 877639 w 12192000"/>
              <a:gd name="connsiteY546" fmla="*/ 634302 h 6858000"/>
              <a:gd name="connsiteX547" fmla="*/ 901946 w 12192000"/>
              <a:gd name="connsiteY547" fmla="*/ 634302 h 6858000"/>
              <a:gd name="connsiteX548" fmla="*/ 903210 w 12192000"/>
              <a:gd name="connsiteY548" fmla="*/ 633038 h 6858000"/>
              <a:gd name="connsiteX549" fmla="*/ 903210 w 12192000"/>
              <a:gd name="connsiteY549" fmla="*/ 557604 h 6858000"/>
              <a:gd name="connsiteX550" fmla="*/ 933335 w 12192000"/>
              <a:gd name="connsiteY550" fmla="*/ 614218 h 6858000"/>
              <a:gd name="connsiteX551" fmla="*/ 948571 w 12192000"/>
              <a:gd name="connsiteY551" fmla="*/ 614218 h 6858000"/>
              <a:gd name="connsiteX552" fmla="*/ 978696 w 12192000"/>
              <a:gd name="connsiteY552" fmla="*/ 557604 h 6858000"/>
              <a:gd name="connsiteX553" fmla="*/ 978696 w 12192000"/>
              <a:gd name="connsiteY553" fmla="*/ 633038 h 6858000"/>
              <a:gd name="connsiteX554" fmla="*/ 979960 w 12192000"/>
              <a:gd name="connsiteY554" fmla="*/ 634302 h 6858000"/>
              <a:gd name="connsiteX555" fmla="*/ 1004267 w 12192000"/>
              <a:gd name="connsiteY555" fmla="*/ 634302 h 6858000"/>
              <a:gd name="connsiteX556" fmla="*/ 1005532 w 12192000"/>
              <a:gd name="connsiteY556" fmla="*/ 633038 h 6858000"/>
              <a:gd name="connsiteX557" fmla="*/ 1005532 w 12192000"/>
              <a:gd name="connsiteY557" fmla="*/ 516104 h 6858000"/>
              <a:gd name="connsiteX558" fmla="*/ 1004267 w 12192000"/>
              <a:gd name="connsiteY558" fmla="*/ 514840 h 6858000"/>
              <a:gd name="connsiteX559" fmla="*/ 974321 w 12192000"/>
              <a:gd name="connsiteY559" fmla="*/ 514840 h 6858000"/>
              <a:gd name="connsiteX560" fmla="*/ 972094 w 12192000"/>
              <a:gd name="connsiteY560" fmla="*/ 516173 h 6858000"/>
              <a:gd name="connsiteX561" fmla="*/ 941126 w 12192000"/>
              <a:gd name="connsiteY561" fmla="*/ 573878 h 6858000"/>
              <a:gd name="connsiteX562" fmla="*/ 910330 w 12192000"/>
              <a:gd name="connsiteY562" fmla="*/ 516178 h 6858000"/>
              <a:gd name="connsiteX563" fmla="*/ 908101 w 12192000"/>
              <a:gd name="connsiteY563" fmla="*/ 514840 h 6858000"/>
              <a:gd name="connsiteX564" fmla="*/ 622806 w 12192000"/>
              <a:gd name="connsiteY564" fmla="*/ 514840 h 6858000"/>
              <a:gd name="connsiteX565" fmla="*/ 621542 w 12192000"/>
              <a:gd name="connsiteY565" fmla="*/ 516104 h 6858000"/>
              <a:gd name="connsiteX566" fmla="*/ 621542 w 12192000"/>
              <a:gd name="connsiteY566" fmla="*/ 633038 h 6858000"/>
              <a:gd name="connsiteX567" fmla="*/ 622806 w 12192000"/>
              <a:gd name="connsiteY567" fmla="*/ 634302 h 6858000"/>
              <a:gd name="connsiteX568" fmla="*/ 647113 w 12192000"/>
              <a:gd name="connsiteY568" fmla="*/ 634302 h 6858000"/>
              <a:gd name="connsiteX569" fmla="*/ 648377 w 12192000"/>
              <a:gd name="connsiteY569" fmla="*/ 633038 h 6858000"/>
              <a:gd name="connsiteX570" fmla="*/ 648377 w 12192000"/>
              <a:gd name="connsiteY570" fmla="*/ 586863 h 6858000"/>
              <a:gd name="connsiteX571" fmla="*/ 696335 w 12192000"/>
              <a:gd name="connsiteY571" fmla="*/ 586863 h 6858000"/>
              <a:gd name="connsiteX572" fmla="*/ 696335 w 12192000"/>
              <a:gd name="connsiteY572" fmla="*/ 633038 h 6858000"/>
              <a:gd name="connsiteX573" fmla="*/ 697598 w 12192000"/>
              <a:gd name="connsiteY573" fmla="*/ 634302 h 6858000"/>
              <a:gd name="connsiteX574" fmla="*/ 721905 w 12192000"/>
              <a:gd name="connsiteY574" fmla="*/ 634302 h 6858000"/>
              <a:gd name="connsiteX575" fmla="*/ 723171 w 12192000"/>
              <a:gd name="connsiteY575" fmla="*/ 633038 h 6858000"/>
              <a:gd name="connsiteX576" fmla="*/ 723171 w 12192000"/>
              <a:gd name="connsiteY576" fmla="*/ 516104 h 6858000"/>
              <a:gd name="connsiteX577" fmla="*/ 721905 w 12192000"/>
              <a:gd name="connsiteY577" fmla="*/ 514840 h 6858000"/>
              <a:gd name="connsiteX578" fmla="*/ 697598 w 12192000"/>
              <a:gd name="connsiteY578" fmla="*/ 514840 h 6858000"/>
              <a:gd name="connsiteX579" fmla="*/ 696335 w 12192000"/>
              <a:gd name="connsiteY579" fmla="*/ 516104 h 6858000"/>
              <a:gd name="connsiteX580" fmla="*/ 696335 w 12192000"/>
              <a:gd name="connsiteY580" fmla="*/ 561586 h 6858000"/>
              <a:gd name="connsiteX581" fmla="*/ 648377 w 12192000"/>
              <a:gd name="connsiteY581" fmla="*/ 561586 h 6858000"/>
              <a:gd name="connsiteX582" fmla="*/ 648377 w 12192000"/>
              <a:gd name="connsiteY582" fmla="*/ 516104 h 6858000"/>
              <a:gd name="connsiteX583" fmla="*/ 647113 w 12192000"/>
              <a:gd name="connsiteY583" fmla="*/ 514840 h 6858000"/>
              <a:gd name="connsiteX584" fmla="*/ 517202 w 12192000"/>
              <a:gd name="connsiteY584" fmla="*/ 514840 h 6858000"/>
              <a:gd name="connsiteX585" fmla="*/ 515938 w 12192000"/>
              <a:gd name="connsiteY585" fmla="*/ 516104 h 6858000"/>
              <a:gd name="connsiteX586" fmla="*/ 515938 w 12192000"/>
              <a:gd name="connsiteY586" fmla="*/ 538854 h 6858000"/>
              <a:gd name="connsiteX587" fmla="*/ 517202 w 12192000"/>
              <a:gd name="connsiteY587" fmla="*/ 540118 h 6858000"/>
              <a:gd name="connsiteX588" fmla="*/ 549180 w 12192000"/>
              <a:gd name="connsiteY588" fmla="*/ 540118 h 6858000"/>
              <a:gd name="connsiteX589" fmla="*/ 549180 w 12192000"/>
              <a:gd name="connsiteY589" fmla="*/ 633038 h 6858000"/>
              <a:gd name="connsiteX590" fmla="*/ 550444 w 12192000"/>
              <a:gd name="connsiteY590" fmla="*/ 634302 h 6858000"/>
              <a:gd name="connsiteX591" fmla="*/ 574751 w 12192000"/>
              <a:gd name="connsiteY591" fmla="*/ 634302 h 6858000"/>
              <a:gd name="connsiteX592" fmla="*/ 576015 w 12192000"/>
              <a:gd name="connsiteY592" fmla="*/ 633038 h 6858000"/>
              <a:gd name="connsiteX593" fmla="*/ 576015 w 12192000"/>
              <a:gd name="connsiteY593" fmla="*/ 540118 h 6858000"/>
              <a:gd name="connsiteX594" fmla="*/ 607992 w 12192000"/>
              <a:gd name="connsiteY594" fmla="*/ 540118 h 6858000"/>
              <a:gd name="connsiteX595" fmla="*/ 609257 w 12192000"/>
              <a:gd name="connsiteY595" fmla="*/ 538854 h 6858000"/>
              <a:gd name="connsiteX596" fmla="*/ 609257 w 12192000"/>
              <a:gd name="connsiteY596" fmla="*/ 516104 h 6858000"/>
              <a:gd name="connsiteX597" fmla="*/ 607993 w 12192000"/>
              <a:gd name="connsiteY597" fmla="*/ 514840 h 6858000"/>
              <a:gd name="connsiteX598" fmla="*/ 1185521 w 12192000"/>
              <a:gd name="connsiteY598" fmla="*/ 512763 h 6858000"/>
              <a:gd name="connsiteX599" fmla="*/ 1139467 w 12192000"/>
              <a:gd name="connsiteY599" fmla="*/ 548428 h 6858000"/>
              <a:gd name="connsiteX600" fmla="*/ 1181193 w 12192000"/>
              <a:gd name="connsiteY600" fmla="*/ 586517 h 6858000"/>
              <a:gd name="connsiteX601" fmla="*/ 1205257 w 12192000"/>
              <a:gd name="connsiteY601" fmla="*/ 600714 h 6858000"/>
              <a:gd name="connsiteX602" fmla="*/ 1185347 w 12192000"/>
              <a:gd name="connsiteY602" fmla="*/ 612487 h 6858000"/>
              <a:gd name="connsiteX603" fmla="*/ 1149696 w 12192000"/>
              <a:gd name="connsiteY603" fmla="*/ 598202 h 6858000"/>
              <a:gd name="connsiteX604" fmla="*/ 1147843 w 12192000"/>
              <a:gd name="connsiteY604" fmla="*/ 598432 h 6858000"/>
              <a:gd name="connsiteX605" fmla="*/ 1135429 w 12192000"/>
              <a:gd name="connsiteY605" fmla="*/ 616740 h 6858000"/>
              <a:gd name="connsiteX606" fmla="*/ 1135636 w 12192000"/>
              <a:gd name="connsiteY606" fmla="*/ 618428 h 6858000"/>
              <a:gd name="connsiteX607" fmla="*/ 1185521 w 12192000"/>
              <a:gd name="connsiteY607" fmla="*/ 636379 h 6858000"/>
              <a:gd name="connsiteX608" fmla="*/ 1232785 w 12192000"/>
              <a:gd name="connsiteY608" fmla="*/ 599502 h 6858000"/>
              <a:gd name="connsiteX609" fmla="*/ 1188810 w 12192000"/>
              <a:gd name="connsiteY609" fmla="*/ 561066 h 6858000"/>
              <a:gd name="connsiteX610" fmla="*/ 1166996 w 12192000"/>
              <a:gd name="connsiteY610" fmla="*/ 547389 h 6858000"/>
              <a:gd name="connsiteX611" fmla="*/ 1185347 w 12192000"/>
              <a:gd name="connsiteY611" fmla="*/ 536655 h 6858000"/>
              <a:gd name="connsiteX612" fmla="*/ 1214192 w 12192000"/>
              <a:gd name="connsiteY612" fmla="*/ 546909 h 6858000"/>
              <a:gd name="connsiteX613" fmla="*/ 1216082 w 12192000"/>
              <a:gd name="connsiteY613" fmla="*/ 546626 h 6858000"/>
              <a:gd name="connsiteX614" fmla="*/ 1227215 w 12192000"/>
              <a:gd name="connsiteY614" fmla="*/ 528382 h 6858000"/>
              <a:gd name="connsiteX615" fmla="*/ 1227003 w 12192000"/>
              <a:gd name="connsiteY615" fmla="*/ 526766 h 6858000"/>
              <a:gd name="connsiteX616" fmla="*/ 1185521 w 12192000"/>
              <a:gd name="connsiteY616" fmla="*/ 512763 h 6858000"/>
              <a:gd name="connsiteX617" fmla="*/ 799860 w 12192000"/>
              <a:gd name="connsiteY617" fmla="*/ 512763 h 6858000"/>
              <a:gd name="connsiteX618" fmla="*/ 736666 w 12192000"/>
              <a:gd name="connsiteY618" fmla="*/ 574571 h 6858000"/>
              <a:gd name="connsiteX619" fmla="*/ 799860 w 12192000"/>
              <a:gd name="connsiteY619" fmla="*/ 636379 h 6858000"/>
              <a:gd name="connsiteX620" fmla="*/ 863053 w 12192000"/>
              <a:gd name="connsiteY620" fmla="*/ 574571 h 6858000"/>
              <a:gd name="connsiteX621" fmla="*/ 799860 w 12192000"/>
              <a:gd name="connsiteY621" fmla="*/ 512763 h 6858000"/>
              <a:gd name="connsiteX622" fmla="*/ 0 w 12192000"/>
              <a:gd name="connsiteY622" fmla="*/ 0 h 6858000"/>
              <a:gd name="connsiteX623" fmla="*/ 12192000 w 12192000"/>
              <a:gd name="connsiteY623" fmla="*/ 0 h 6858000"/>
              <a:gd name="connsiteX624" fmla="*/ 12192000 w 12192000"/>
              <a:gd name="connsiteY624" fmla="*/ 6858000 h 6858000"/>
              <a:gd name="connsiteX625" fmla="*/ 0 w 12192000"/>
              <a:gd name="connsiteY625" fmla="*/ 6858000 h 6858000"/>
              <a:gd name="connsiteX626" fmla="*/ 0 w 12192000"/>
              <a:gd name="connsiteY626" fmla="*/ 6358170 h 6858000"/>
              <a:gd name="connsiteX627" fmla="*/ 5354778 w 12192000"/>
              <a:gd name="connsiteY627" fmla="*/ 6358170 h 6858000"/>
              <a:gd name="connsiteX628" fmla="*/ 5455957 w 12192000"/>
              <a:gd name="connsiteY628" fmla="*/ 5599507 h 6858000"/>
              <a:gd name="connsiteX629" fmla="*/ 2577373 w 12192000"/>
              <a:gd name="connsiteY629" fmla="*/ 2722417 h 6858000"/>
              <a:gd name="connsiteX630" fmla="*/ 45356 w 12192000"/>
              <a:gd name="connsiteY630" fmla="*/ 4227981 h 6858000"/>
              <a:gd name="connsiteX631" fmla="*/ 0 w 12192000"/>
              <a:gd name="connsiteY631" fmla="*/ 43220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Lst>
            <a:rect l="l" t="t" r="r" b="b"/>
            <a:pathLst>
              <a:path w="12192000" h="6858000">
                <a:moveTo>
                  <a:pt x="2430429" y="938933"/>
                </a:moveTo>
                <a:lnTo>
                  <a:pt x="2430429" y="938951"/>
                </a:lnTo>
                <a:cubicBezTo>
                  <a:pt x="2429997" y="938951"/>
                  <a:pt x="2429656" y="939311"/>
                  <a:pt x="2429656" y="939724"/>
                </a:cubicBezTo>
                <a:lnTo>
                  <a:pt x="2429656" y="1014920"/>
                </a:lnTo>
                <a:cubicBezTo>
                  <a:pt x="2429656" y="1015351"/>
                  <a:pt x="2430015" y="1015693"/>
                  <a:pt x="2430429" y="1015693"/>
                </a:cubicBezTo>
                <a:lnTo>
                  <a:pt x="2482785" y="1015693"/>
                </a:lnTo>
                <a:cubicBezTo>
                  <a:pt x="2483216" y="1015693"/>
                  <a:pt x="2483559" y="1015334"/>
                  <a:pt x="2483559" y="1014920"/>
                </a:cubicBezTo>
                <a:lnTo>
                  <a:pt x="2483559" y="1003631"/>
                </a:lnTo>
                <a:cubicBezTo>
                  <a:pt x="2483559" y="1003199"/>
                  <a:pt x="2483199" y="1002858"/>
                  <a:pt x="2482785" y="1002858"/>
                </a:cubicBezTo>
                <a:lnTo>
                  <a:pt x="2443496" y="1002858"/>
                </a:lnTo>
                <a:lnTo>
                  <a:pt x="2443496" y="982257"/>
                </a:lnTo>
                <a:lnTo>
                  <a:pt x="2477638" y="982257"/>
                </a:lnTo>
                <a:cubicBezTo>
                  <a:pt x="2478069" y="982257"/>
                  <a:pt x="2478411" y="981897"/>
                  <a:pt x="2478411" y="981484"/>
                </a:cubicBezTo>
                <a:lnTo>
                  <a:pt x="2478411" y="970302"/>
                </a:lnTo>
                <a:cubicBezTo>
                  <a:pt x="2478411" y="969871"/>
                  <a:pt x="2478052" y="969529"/>
                  <a:pt x="2477638" y="969529"/>
                </a:cubicBezTo>
                <a:lnTo>
                  <a:pt x="2443496" y="969529"/>
                </a:lnTo>
                <a:lnTo>
                  <a:pt x="2443496" y="951768"/>
                </a:lnTo>
                <a:lnTo>
                  <a:pt x="2482785" y="951768"/>
                </a:lnTo>
                <a:cubicBezTo>
                  <a:pt x="2483216" y="951768"/>
                  <a:pt x="2483559" y="951409"/>
                  <a:pt x="2483559" y="950995"/>
                </a:cubicBezTo>
                <a:lnTo>
                  <a:pt x="2483559" y="939706"/>
                </a:lnTo>
                <a:cubicBezTo>
                  <a:pt x="2483559" y="939275"/>
                  <a:pt x="2483199" y="938933"/>
                  <a:pt x="2482785" y="938933"/>
                </a:cubicBezTo>
                <a:close/>
                <a:moveTo>
                  <a:pt x="2193489" y="938933"/>
                </a:moveTo>
                <a:lnTo>
                  <a:pt x="2193489" y="938951"/>
                </a:lnTo>
                <a:cubicBezTo>
                  <a:pt x="2193057" y="938951"/>
                  <a:pt x="2192715" y="939311"/>
                  <a:pt x="2192715" y="939724"/>
                </a:cubicBezTo>
                <a:lnTo>
                  <a:pt x="2192715" y="1014920"/>
                </a:lnTo>
                <a:cubicBezTo>
                  <a:pt x="2192715" y="1015351"/>
                  <a:pt x="2193075" y="1015693"/>
                  <a:pt x="2193489" y="1015693"/>
                </a:cubicBezTo>
                <a:lnTo>
                  <a:pt x="2245845" y="1015693"/>
                </a:lnTo>
                <a:cubicBezTo>
                  <a:pt x="2246277" y="1015693"/>
                  <a:pt x="2246619" y="1015334"/>
                  <a:pt x="2246619" y="1014920"/>
                </a:cubicBezTo>
                <a:lnTo>
                  <a:pt x="2246619" y="1003631"/>
                </a:lnTo>
                <a:cubicBezTo>
                  <a:pt x="2246619" y="1003199"/>
                  <a:pt x="2246258" y="1002858"/>
                  <a:pt x="2245845" y="1002858"/>
                </a:cubicBezTo>
                <a:lnTo>
                  <a:pt x="2206555" y="1002858"/>
                </a:lnTo>
                <a:lnTo>
                  <a:pt x="2206555" y="982257"/>
                </a:lnTo>
                <a:lnTo>
                  <a:pt x="2240697" y="982257"/>
                </a:lnTo>
                <a:cubicBezTo>
                  <a:pt x="2241129" y="982257"/>
                  <a:pt x="2241471" y="981897"/>
                  <a:pt x="2241471" y="981484"/>
                </a:cubicBezTo>
                <a:lnTo>
                  <a:pt x="2241471" y="970302"/>
                </a:lnTo>
                <a:cubicBezTo>
                  <a:pt x="2241471" y="969871"/>
                  <a:pt x="2241111" y="969529"/>
                  <a:pt x="2240697" y="969529"/>
                </a:cubicBezTo>
                <a:lnTo>
                  <a:pt x="2206555" y="969529"/>
                </a:lnTo>
                <a:lnTo>
                  <a:pt x="2206555" y="951768"/>
                </a:lnTo>
                <a:lnTo>
                  <a:pt x="2245845" y="951768"/>
                </a:lnTo>
                <a:cubicBezTo>
                  <a:pt x="2246277" y="951768"/>
                  <a:pt x="2246619" y="951409"/>
                  <a:pt x="2246619" y="950995"/>
                </a:cubicBezTo>
                <a:lnTo>
                  <a:pt x="2246619" y="939706"/>
                </a:lnTo>
                <a:cubicBezTo>
                  <a:pt x="2246619" y="939275"/>
                  <a:pt x="2246258" y="938933"/>
                  <a:pt x="2245845" y="938933"/>
                </a:cubicBezTo>
                <a:close/>
                <a:moveTo>
                  <a:pt x="2161219" y="938933"/>
                </a:moveTo>
                <a:cubicBezTo>
                  <a:pt x="2160787" y="938933"/>
                  <a:pt x="2160445" y="939293"/>
                  <a:pt x="2160445" y="939706"/>
                </a:cubicBezTo>
                <a:lnTo>
                  <a:pt x="2160445" y="1014902"/>
                </a:lnTo>
                <a:cubicBezTo>
                  <a:pt x="2160445" y="1015334"/>
                  <a:pt x="2160805" y="1015675"/>
                  <a:pt x="2161219" y="1015675"/>
                </a:cubicBezTo>
                <a:lnTo>
                  <a:pt x="2173512" y="1015675"/>
                </a:lnTo>
                <a:cubicBezTo>
                  <a:pt x="2173944" y="1015675"/>
                  <a:pt x="2174285" y="1015316"/>
                  <a:pt x="2174285" y="1014902"/>
                </a:cubicBezTo>
                <a:lnTo>
                  <a:pt x="2174285" y="939706"/>
                </a:lnTo>
                <a:cubicBezTo>
                  <a:pt x="2174285" y="939275"/>
                  <a:pt x="2173926" y="938933"/>
                  <a:pt x="2173512" y="938933"/>
                </a:cubicBezTo>
                <a:close/>
                <a:moveTo>
                  <a:pt x="2315532" y="938915"/>
                </a:moveTo>
                <a:cubicBezTo>
                  <a:pt x="2315100" y="938915"/>
                  <a:pt x="2314758" y="939275"/>
                  <a:pt x="2314758" y="939688"/>
                </a:cubicBezTo>
                <a:lnTo>
                  <a:pt x="2314758" y="992971"/>
                </a:lnTo>
                <a:lnTo>
                  <a:pt x="2276693" y="939257"/>
                </a:lnTo>
                <a:cubicBezTo>
                  <a:pt x="2276549" y="939059"/>
                  <a:pt x="2276314" y="938933"/>
                  <a:pt x="2276063" y="938933"/>
                </a:cubicBezTo>
                <a:lnTo>
                  <a:pt x="2263069" y="938933"/>
                </a:lnTo>
                <a:cubicBezTo>
                  <a:pt x="2262637" y="938933"/>
                  <a:pt x="2262295" y="939293"/>
                  <a:pt x="2262295" y="939706"/>
                </a:cubicBezTo>
                <a:lnTo>
                  <a:pt x="2262295" y="1014902"/>
                </a:lnTo>
                <a:cubicBezTo>
                  <a:pt x="2262295" y="1015334"/>
                  <a:pt x="2262655" y="1015675"/>
                  <a:pt x="2263069" y="1015675"/>
                </a:cubicBezTo>
                <a:lnTo>
                  <a:pt x="2275361" y="1015675"/>
                </a:lnTo>
                <a:cubicBezTo>
                  <a:pt x="2275793" y="1015675"/>
                  <a:pt x="2276135" y="1015316"/>
                  <a:pt x="2276135" y="1014902"/>
                </a:cubicBezTo>
                <a:lnTo>
                  <a:pt x="2276135" y="961512"/>
                </a:lnTo>
                <a:lnTo>
                  <a:pt x="2314200" y="1015334"/>
                </a:lnTo>
                <a:cubicBezTo>
                  <a:pt x="2314344" y="1015531"/>
                  <a:pt x="2314578" y="1015657"/>
                  <a:pt x="2314830" y="1015657"/>
                </a:cubicBezTo>
                <a:lnTo>
                  <a:pt x="2327824" y="1015657"/>
                </a:lnTo>
                <a:cubicBezTo>
                  <a:pt x="2328256" y="1015657"/>
                  <a:pt x="2328598" y="1015297"/>
                  <a:pt x="2328598" y="1014884"/>
                </a:cubicBezTo>
                <a:lnTo>
                  <a:pt x="2328598" y="939688"/>
                </a:lnTo>
                <a:cubicBezTo>
                  <a:pt x="2328598" y="939257"/>
                  <a:pt x="2328238" y="938915"/>
                  <a:pt x="2327824" y="938915"/>
                </a:cubicBezTo>
                <a:close/>
                <a:moveTo>
                  <a:pt x="2523604" y="937621"/>
                </a:moveTo>
                <a:cubicBezTo>
                  <a:pt x="2506488" y="937621"/>
                  <a:pt x="2495401" y="947256"/>
                  <a:pt x="2495401" y="960631"/>
                </a:cubicBezTo>
                <a:cubicBezTo>
                  <a:pt x="2495401" y="970824"/>
                  <a:pt x="2502096" y="977834"/>
                  <a:pt x="2514281" y="980800"/>
                </a:cubicBezTo>
                <a:lnTo>
                  <a:pt x="2527779" y="983982"/>
                </a:lnTo>
                <a:cubicBezTo>
                  <a:pt x="2536112" y="985960"/>
                  <a:pt x="2539298" y="989249"/>
                  <a:pt x="2539298" y="993959"/>
                </a:cubicBezTo>
                <a:cubicBezTo>
                  <a:pt x="2539298" y="999982"/>
                  <a:pt x="2534025" y="1004368"/>
                  <a:pt x="2524702" y="1004368"/>
                </a:cubicBezTo>
                <a:cubicBezTo>
                  <a:pt x="2517646" y="1004368"/>
                  <a:pt x="2510178" y="1001887"/>
                  <a:pt x="2502600" y="996386"/>
                </a:cubicBezTo>
                <a:cubicBezTo>
                  <a:pt x="2502258" y="996152"/>
                  <a:pt x="2501791" y="996207"/>
                  <a:pt x="2501539" y="996548"/>
                </a:cubicBezTo>
                <a:lnTo>
                  <a:pt x="2494413" y="1006181"/>
                </a:lnTo>
                <a:lnTo>
                  <a:pt x="2494411" y="1006165"/>
                </a:lnTo>
                <a:lnTo>
                  <a:pt x="2494411" y="1006183"/>
                </a:lnTo>
                <a:lnTo>
                  <a:pt x="2494413" y="1006181"/>
                </a:lnTo>
                <a:lnTo>
                  <a:pt x="2494556" y="1007244"/>
                </a:lnTo>
                <a:cubicBezTo>
                  <a:pt x="2502600" y="1013518"/>
                  <a:pt x="2513219" y="1016970"/>
                  <a:pt x="2524252" y="1016970"/>
                </a:cubicBezTo>
                <a:cubicBezTo>
                  <a:pt x="2542465" y="1016970"/>
                  <a:pt x="2553336" y="1007334"/>
                  <a:pt x="2553336" y="992971"/>
                </a:cubicBezTo>
                <a:cubicBezTo>
                  <a:pt x="2553336" y="982239"/>
                  <a:pt x="2547073" y="975444"/>
                  <a:pt x="2534564" y="972370"/>
                </a:cubicBezTo>
                <a:lnTo>
                  <a:pt x="2521066" y="969188"/>
                </a:lnTo>
                <a:cubicBezTo>
                  <a:pt x="2512301" y="967120"/>
                  <a:pt x="2509331" y="964154"/>
                  <a:pt x="2509331" y="959768"/>
                </a:cubicBezTo>
                <a:cubicBezTo>
                  <a:pt x="2509331" y="954285"/>
                  <a:pt x="2514281" y="950115"/>
                  <a:pt x="2523388" y="950115"/>
                </a:cubicBezTo>
                <a:cubicBezTo>
                  <a:pt x="2529975" y="950115"/>
                  <a:pt x="2536364" y="952380"/>
                  <a:pt x="2542141" y="957503"/>
                </a:cubicBezTo>
                <a:cubicBezTo>
                  <a:pt x="2542447" y="957772"/>
                  <a:pt x="2542915" y="957772"/>
                  <a:pt x="2543203" y="957467"/>
                </a:cubicBezTo>
                <a:lnTo>
                  <a:pt x="2551176" y="948928"/>
                </a:lnTo>
                <a:cubicBezTo>
                  <a:pt x="2551464" y="948622"/>
                  <a:pt x="2551446" y="948119"/>
                  <a:pt x="2551141" y="947832"/>
                </a:cubicBezTo>
                <a:cubicBezTo>
                  <a:pt x="2543941" y="941162"/>
                  <a:pt x="2533971" y="937621"/>
                  <a:pt x="2523604" y="937621"/>
                </a:cubicBezTo>
                <a:close/>
                <a:moveTo>
                  <a:pt x="2382574" y="937621"/>
                </a:moveTo>
                <a:cubicBezTo>
                  <a:pt x="2360310" y="937621"/>
                  <a:pt x="2342852" y="954159"/>
                  <a:pt x="2342852" y="977403"/>
                </a:cubicBezTo>
                <a:lnTo>
                  <a:pt x="2342834" y="977421"/>
                </a:lnTo>
                <a:cubicBezTo>
                  <a:pt x="2342834" y="1000539"/>
                  <a:pt x="2359843" y="1016987"/>
                  <a:pt x="2382447" y="1016987"/>
                </a:cubicBezTo>
                <a:cubicBezTo>
                  <a:pt x="2396882" y="1016987"/>
                  <a:pt x="2409426" y="1010120"/>
                  <a:pt x="2416517" y="998364"/>
                </a:cubicBezTo>
                <a:cubicBezTo>
                  <a:pt x="2416751" y="998004"/>
                  <a:pt x="2416625" y="997519"/>
                  <a:pt x="2416247" y="997303"/>
                </a:cubicBezTo>
                <a:lnTo>
                  <a:pt x="2405629" y="991065"/>
                </a:lnTo>
                <a:cubicBezTo>
                  <a:pt x="2405250" y="990850"/>
                  <a:pt x="2404801" y="990975"/>
                  <a:pt x="2404585" y="991353"/>
                </a:cubicBezTo>
                <a:cubicBezTo>
                  <a:pt x="2400103" y="999280"/>
                  <a:pt x="2391968" y="1003936"/>
                  <a:pt x="2382574" y="1003936"/>
                </a:cubicBezTo>
                <a:cubicBezTo>
                  <a:pt x="2368211" y="1003936"/>
                  <a:pt x="2357233" y="993420"/>
                  <a:pt x="2357233" y="977295"/>
                </a:cubicBezTo>
                <a:cubicBezTo>
                  <a:pt x="2357233" y="961170"/>
                  <a:pt x="2368193" y="950654"/>
                  <a:pt x="2382574" y="950654"/>
                </a:cubicBezTo>
                <a:cubicBezTo>
                  <a:pt x="2391770" y="950654"/>
                  <a:pt x="2399797" y="955022"/>
                  <a:pt x="2404477" y="963237"/>
                </a:cubicBezTo>
                <a:cubicBezTo>
                  <a:pt x="2404693" y="963615"/>
                  <a:pt x="2405161" y="963741"/>
                  <a:pt x="2405521" y="963525"/>
                </a:cubicBezTo>
                <a:lnTo>
                  <a:pt x="2416157" y="957197"/>
                </a:lnTo>
                <a:cubicBezTo>
                  <a:pt x="2416517" y="956982"/>
                  <a:pt x="2416643" y="956496"/>
                  <a:pt x="2416427" y="956137"/>
                </a:cubicBezTo>
                <a:cubicBezTo>
                  <a:pt x="2409210" y="944164"/>
                  <a:pt x="2396468" y="937621"/>
                  <a:pt x="2382574" y="937621"/>
                </a:cubicBezTo>
                <a:close/>
                <a:moveTo>
                  <a:pt x="2113363" y="937621"/>
                </a:moveTo>
                <a:cubicBezTo>
                  <a:pt x="2091100" y="937621"/>
                  <a:pt x="2073642" y="954159"/>
                  <a:pt x="2073642" y="977403"/>
                </a:cubicBezTo>
                <a:lnTo>
                  <a:pt x="2073624" y="977421"/>
                </a:lnTo>
                <a:cubicBezTo>
                  <a:pt x="2073624" y="1000539"/>
                  <a:pt x="2090632" y="1016987"/>
                  <a:pt x="2113237" y="1016987"/>
                </a:cubicBezTo>
                <a:cubicBezTo>
                  <a:pt x="2127671" y="1016987"/>
                  <a:pt x="2140216" y="1010120"/>
                  <a:pt x="2147307" y="998364"/>
                </a:cubicBezTo>
                <a:cubicBezTo>
                  <a:pt x="2147541" y="998004"/>
                  <a:pt x="2147415" y="997519"/>
                  <a:pt x="2147037" y="997303"/>
                </a:cubicBezTo>
                <a:lnTo>
                  <a:pt x="2136418" y="991065"/>
                </a:lnTo>
                <a:cubicBezTo>
                  <a:pt x="2136040" y="990850"/>
                  <a:pt x="2135591" y="990975"/>
                  <a:pt x="2135374" y="991353"/>
                </a:cubicBezTo>
                <a:cubicBezTo>
                  <a:pt x="2130893" y="999280"/>
                  <a:pt x="2122758" y="1003936"/>
                  <a:pt x="2113363" y="1003936"/>
                </a:cubicBezTo>
                <a:cubicBezTo>
                  <a:pt x="2098983" y="1003936"/>
                  <a:pt x="2088005" y="993420"/>
                  <a:pt x="2088005" y="977295"/>
                </a:cubicBezTo>
                <a:cubicBezTo>
                  <a:pt x="2088005" y="961170"/>
                  <a:pt x="2098983" y="950654"/>
                  <a:pt x="2113363" y="950654"/>
                </a:cubicBezTo>
                <a:cubicBezTo>
                  <a:pt x="2122560" y="950654"/>
                  <a:pt x="2130587" y="955022"/>
                  <a:pt x="2135266" y="963237"/>
                </a:cubicBezTo>
                <a:cubicBezTo>
                  <a:pt x="2135483" y="963615"/>
                  <a:pt x="2135950" y="963741"/>
                  <a:pt x="2136310" y="963525"/>
                </a:cubicBezTo>
                <a:lnTo>
                  <a:pt x="2146947" y="957197"/>
                </a:lnTo>
                <a:cubicBezTo>
                  <a:pt x="2147307" y="956982"/>
                  <a:pt x="2147433" y="956496"/>
                  <a:pt x="2147217" y="956137"/>
                </a:cubicBezTo>
                <a:cubicBezTo>
                  <a:pt x="2140000" y="944164"/>
                  <a:pt x="2127258" y="937621"/>
                  <a:pt x="2113363" y="937621"/>
                </a:cubicBezTo>
                <a:close/>
                <a:moveTo>
                  <a:pt x="2034137" y="937621"/>
                </a:moveTo>
                <a:cubicBezTo>
                  <a:pt x="2017021" y="937621"/>
                  <a:pt x="2005935" y="947256"/>
                  <a:pt x="2005935" y="960631"/>
                </a:cubicBezTo>
                <a:cubicBezTo>
                  <a:pt x="2005935" y="970824"/>
                  <a:pt x="2012630" y="977834"/>
                  <a:pt x="2024814" y="980800"/>
                </a:cubicBezTo>
                <a:lnTo>
                  <a:pt x="2038312" y="983982"/>
                </a:lnTo>
                <a:cubicBezTo>
                  <a:pt x="2046645" y="985960"/>
                  <a:pt x="2049831" y="989249"/>
                  <a:pt x="2049831" y="993959"/>
                </a:cubicBezTo>
                <a:cubicBezTo>
                  <a:pt x="2049831" y="999982"/>
                  <a:pt x="2044558" y="1004368"/>
                  <a:pt x="2035235" y="1004368"/>
                </a:cubicBezTo>
                <a:cubicBezTo>
                  <a:pt x="2028180" y="1004368"/>
                  <a:pt x="2020711" y="1001887"/>
                  <a:pt x="2013134" y="996386"/>
                </a:cubicBezTo>
                <a:cubicBezTo>
                  <a:pt x="2012792" y="996152"/>
                  <a:pt x="2012324" y="996207"/>
                  <a:pt x="2012072" y="996548"/>
                </a:cubicBezTo>
                <a:lnTo>
                  <a:pt x="2004947" y="1006181"/>
                </a:lnTo>
                <a:lnTo>
                  <a:pt x="2004945" y="1006165"/>
                </a:lnTo>
                <a:lnTo>
                  <a:pt x="2004945" y="1006183"/>
                </a:lnTo>
                <a:lnTo>
                  <a:pt x="2004947" y="1006181"/>
                </a:lnTo>
                <a:lnTo>
                  <a:pt x="2005089" y="1007244"/>
                </a:lnTo>
                <a:cubicBezTo>
                  <a:pt x="2013134" y="1013518"/>
                  <a:pt x="2023752" y="1016970"/>
                  <a:pt x="2034785" y="1016970"/>
                </a:cubicBezTo>
                <a:cubicBezTo>
                  <a:pt x="2052999" y="1016970"/>
                  <a:pt x="2063869" y="1007334"/>
                  <a:pt x="2063869" y="992971"/>
                </a:cubicBezTo>
                <a:cubicBezTo>
                  <a:pt x="2063869" y="982239"/>
                  <a:pt x="2057606" y="975444"/>
                  <a:pt x="2045098" y="972370"/>
                </a:cubicBezTo>
                <a:lnTo>
                  <a:pt x="2031599" y="969188"/>
                </a:lnTo>
                <a:cubicBezTo>
                  <a:pt x="2022835" y="967120"/>
                  <a:pt x="2019865" y="964154"/>
                  <a:pt x="2019865" y="959768"/>
                </a:cubicBezTo>
                <a:cubicBezTo>
                  <a:pt x="2019865" y="954285"/>
                  <a:pt x="2024814" y="950115"/>
                  <a:pt x="2033921" y="950115"/>
                </a:cubicBezTo>
                <a:cubicBezTo>
                  <a:pt x="2040509" y="950115"/>
                  <a:pt x="2046897" y="952380"/>
                  <a:pt x="2052675" y="957503"/>
                </a:cubicBezTo>
                <a:cubicBezTo>
                  <a:pt x="2052981" y="957772"/>
                  <a:pt x="2053449" y="957772"/>
                  <a:pt x="2053737" y="957467"/>
                </a:cubicBezTo>
                <a:lnTo>
                  <a:pt x="2061710" y="948928"/>
                </a:lnTo>
                <a:cubicBezTo>
                  <a:pt x="2061998" y="948622"/>
                  <a:pt x="2061980" y="948119"/>
                  <a:pt x="2061674" y="947832"/>
                </a:cubicBezTo>
                <a:cubicBezTo>
                  <a:pt x="2054474" y="941162"/>
                  <a:pt x="2044504" y="937621"/>
                  <a:pt x="2034137" y="937621"/>
                </a:cubicBezTo>
                <a:close/>
                <a:moveTo>
                  <a:pt x="910979" y="919656"/>
                </a:moveTo>
                <a:cubicBezTo>
                  <a:pt x="938246" y="979645"/>
                  <a:pt x="998689" y="1021359"/>
                  <a:pt x="1068878" y="1021359"/>
                </a:cubicBezTo>
                <a:cubicBezTo>
                  <a:pt x="1139067" y="1021359"/>
                  <a:pt x="1199511" y="979645"/>
                  <a:pt x="1226778" y="919656"/>
                </a:cubicBezTo>
                <a:close/>
                <a:moveTo>
                  <a:pt x="2224409" y="825465"/>
                </a:moveTo>
                <a:lnTo>
                  <a:pt x="2236378" y="856708"/>
                </a:lnTo>
                <a:lnTo>
                  <a:pt x="2236360" y="856708"/>
                </a:lnTo>
                <a:lnTo>
                  <a:pt x="2212441" y="856708"/>
                </a:lnTo>
                <a:close/>
                <a:moveTo>
                  <a:pt x="2358727" y="822643"/>
                </a:moveTo>
                <a:lnTo>
                  <a:pt x="2374420" y="822643"/>
                </a:lnTo>
                <a:cubicBezTo>
                  <a:pt x="2384301" y="822643"/>
                  <a:pt x="2388909" y="826598"/>
                  <a:pt x="2388909" y="834148"/>
                </a:cubicBezTo>
                <a:cubicBezTo>
                  <a:pt x="2388909" y="841698"/>
                  <a:pt x="2384301" y="845761"/>
                  <a:pt x="2374420" y="845761"/>
                </a:cubicBezTo>
                <a:lnTo>
                  <a:pt x="2374420" y="845779"/>
                </a:lnTo>
                <a:lnTo>
                  <a:pt x="2358727" y="845779"/>
                </a:lnTo>
                <a:close/>
                <a:moveTo>
                  <a:pt x="2286628" y="822643"/>
                </a:moveTo>
                <a:lnTo>
                  <a:pt x="2302322" y="822643"/>
                </a:lnTo>
                <a:cubicBezTo>
                  <a:pt x="2312202" y="822643"/>
                  <a:pt x="2316810" y="826598"/>
                  <a:pt x="2316810" y="834148"/>
                </a:cubicBezTo>
                <a:cubicBezTo>
                  <a:pt x="2316810" y="841698"/>
                  <a:pt x="2312202" y="845761"/>
                  <a:pt x="2302322" y="845761"/>
                </a:cubicBezTo>
                <a:lnTo>
                  <a:pt x="2302322" y="845779"/>
                </a:lnTo>
                <a:lnTo>
                  <a:pt x="2286628" y="845779"/>
                </a:lnTo>
                <a:close/>
                <a:moveTo>
                  <a:pt x="2596422" y="822625"/>
                </a:moveTo>
                <a:lnTo>
                  <a:pt x="2606735" y="822625"/>
                </a:lnTo>
                <a:cubicBezTo>
                  <a:pt x="2622645" y="822625"/>
                  <a:pt x="2632634" y="831505"/>
                  <a:pt x="2632634" y="848062"/>
                </a:cubicBezTo>
                <a:cubicBezTo>
                  <a:pt x="2632634" y="864618"/>
                  <a:pt x="2622645" y="873499"/>
                  <a:pt x="2606735" y="873499"/>
                </a:cubicBezTo>
                <a:lnTo>
                  <a:pt x="2606735" y="873481"/>
                </a:lnTo>
                <a:lnTo>
                  <a:pt x="2596422" y="873481"/>
                </a:lnTo>
                <a:close/>
                <a:moveTo>
                  <a:pt x="2044990" y="821402"/>
                </a:moveTo>
                <a:cubicBezTo>
                  <a:pt x="2059244" y="821402"/>
                  <a:pt x="2070223" y="831919"/>
                  <a:pt x="2070223" y="848044"/>
                </a:cubicBezTo>
                <a:cubicBezTo>
                  <a:pt x="2070223" y="864169"/>
                  <a:pt x="2059262" y="874685"/>
                  <a:pt x="2044990" y="874685"/>
                </a:cubicBezTo>
                <a:cubicBezTo>
                  <a:pt x="2030610" y="874685"/>
                  <a:pt x="2019631" y="864169"/>
                  <a:pt x="2019631" y="848044"/>
                </a:cubicBezTo>
                <a:cubicBezTo>
                  <a:pt x="2019631" y="831919"/>
                  <a:pt x="2030735" y="821402"/>
                  <a:pt x="2044990" y="821402"/>
                </a:cubicBezTo>
                <a:close/>
                <a:moveTo>
                  <a:pt x="2583374" y="809700"/>
                </a:moveTo>
                <a:cubicBezTo>
                  <a:pt x="2582942" y="809700"/>
                  <a:pt x="2582600" y="810059"/>
                  <a:pt x="2582600" y="810473"/>
                </a:cubicBezTo>
                <a:lnTo>
                  <a:pt x="2582600" y="885651"/>
                </a:lnTo>
                <a:cubicBezTo>
                  <a:pt x="2582600" y="886082"/>
                  <a:pt x="2582960" y="886424"/>
                  <a:pt x="2583374" y="886424"/>
                </a:cubicBezTo>
                <a:lnTo>
                  <a:pt x="2607419" y="886424"/>
                </a:lnTo>
                <a:cubicBezTo>
                  <a:pt x="2630456" y="886424"/>
                  <a:pt x="2646924" y="871845"/>
                  <a:pt x="2646924" y="848062"/>
                </a:cubicBezTo>
                <a:cubicBezTo>
                  <a:pt x="2646924" y="824279"/>
                  <a:pt x="2630475" y="809700"/>
                  <a:pt x="2607419" y="809700"/>
                </a:cubicBezTo>
                <a:close/>
                <a:moveTo>
                  <a:pt x="2513795" y="809700"/>
                </a:moveTo>
                <a:lnTo>
                  <a:pt x="2513795" y="809718"/>
                </a:lnTo>
                <a:cubicBezTo>
                  <a:pt x="2513363" y="809718"/>
                  <a:pt x="2513021" y="810077"/>
                  <a:pt x="2513021" y="810491"/>
                </a:cubicBezTo>
                <a:lnTo>
                  <a:pt x="2513021" y="885686"/>
                </a:lnTo>
                <a:cubicBezTo>
                  <a:pt x="2513021" y="886118"/>
                  <a:pt x="2513381" y="886460"/>
                  <a:pt x="2513795" y="886460"/>
                </a:cubicBezTo>
                <a:lnTo>
                  <a:pt x="2566150" y="886460"/>
                </a:lnTo>
                <a:cubicBezTo>
                  <a:pt x="2566582" y="886460"/>
                  <a:pt x="2566924" y="886100"/>
                  <a:pt x="2566924" y="885686"/>
                </a:cubicBezTo>
                <a:lnTo>
                  <a:pt x="2566924" y="874397"/>
                </a:lnTo>
                <a:cubicBezTo>
                  <a:pt x="2566924" y="873966"/>
                  <a:pt x="2566564" y="873624"/>
                  <a:pt x="2566150" y="873624"/>
                </a:cubicBezTo>
                <a:lnTo>
                  <a:pt x="2526861" y="873624"/>
                </a:lnTo>
                <a:lnTo>
                  <a:pt x="2526861" y="853023"/>
                </a:lnTo>
                <a:lnTo>
                  <a:pt x="2561003" y="853023"/>
                </a:lnTo>
                <a:cubicBezTo>
                  <a:pt x="2561435" y="853023"/>
                  <a:pt x="2561777" y="852664"/>
                  <a:pt x="2561777" y="852250"/>
                </a:cubicBezTo>
                <a:lnTo>
                  <a:pt x="2561777" y="841069"/>
                </a:lnTo>
                <a:cubicBezTo>
                  <a:pt x="2561777" y="840637"/>
                  <a:pt x="2561417" y="840296"/>
                  <a:pt x="2561003" y="840296"/>
                </a:cubicBezTo>
                <a:lnTo>
                  <a:pt x="2526861" y="840296"/>
                </a:lnTo>
                <a:lnTo>
                  <a:pt x="2526861" y="822535"/>
                </a:lnTo>
                <a:lnTo>
                  <a:pt x="2566150" y="822535"/>
                </a:lnTo>
                <a:cubicBezTo>
                  <a:pt x="2566582" y="822535"/>
                  <a:pt x="2566924" y="822176"/>
                  <a:pt x="2566924" y="821762"/>
                </a:cubicBezTo>
                <a:lnTo>
                  <a:pt x="2566924" y="810473"/>
                </a:lnTo>
                <a:cubicBezTo>
                  <a:pt x="2566924" y="810041"/>
                  <a:pt x="2566564" y="809700"/>
                  <a:pt x="2566150" y="809700"/>
                </a:cubicBezTo>
                <a:close/>
                <a:moveTo>
                  <a:pt x="2481525" y="809700"/>
                </a:moveTo>
                <a:cubicBezTo>
                  <a:pt x="2481093" y="809700"/>
                  <a:pt x="2480751" y="810059"/>
                  <a:pt x="2480751" y="810473"/>
                </a:cubicBezTo>
                <a:lnTo>
                  <a:pt x="2480751" y="885669"/>
                </a:lnTo>
                <a:cubicBezTo>
                  <a:pt x="2480751" y="886100"/>
                  <a:pt x="2481111" y="886442"/>
                  <a:pt x="2481525" y="886442"/>
                </a:cubicBezTo>
                <a:lnTo>
                  <a:pt x="2493817" y="886442"/>
                </a:lnTo>
                <a:cubicBezTo>
                  <a:pt x="2494249" y="886442"/>
                  <a:pt x="2494591" y="886082"/>
                  <a:pt x="2494591" y="885669"/>
                </a:cubicBezTo>
                <a:lnTo>
                  <a:pt x="2494591" y="810473"/>
                </a:lnTo>
                <a:cubicBezTo>
                  <a:pt x="2494591" y="810041"/>
                  <a:pt x="2494231" y="809700"/>
                  <a:pt x="2493817" y="809700"/>
                </a:cubicBezTo>
                <a:close/>
                <a:moveTo>
                  <a:pt x="2417759" y="809700"/>
                </a:moveTo>
                <a:cubicBezTo>
                  <a:pt x="2417327" y="809700"/>
                  <a:pt x="2416985" y="810059"/>
                  <a:pt x="2416985" y="810473"/>
                </a:cubicBezTo>
                <a:lnTo>
                  <a:pt x="2416985" y="886442"/>
                </a:lnTo>
                <a:lnTo>
                  <a:pt x="2466929" y="886442"/>
                </a:lnTo>
                <a:cubicBezTo>
                  <a:pt x="2467361" y="886442"/>
                  <a:pt x="2467703" y="886082"/>
                  <a:pt x="2467703" y="885669"/>
                </a:cubicBezTo>
                <a:lnTo>
                  <a:pt x="2467703" y="874271"/>
                </a:lnTo>
                <a:cubicBezTo>
                  <a:pt x="2467703" y="873840"/>
                  <a:pt x="2467343" y="873499"/>
                  <a:pt x="2466929" y="873499"/>
                </a:cubicBezTo>
                <a:lnTo>
                  <a:pt x="2430826" y="873499"/>
                </a:lnTo>
                <a:lnTo>
                  <a:pt x="2430826" y="810473"/>
                </a:lnTo>
                <a:cubicBezTo>
                  <a:pt x="2430826" y="810041"/>
                  <a:pt x="2430466" y="809700"/>
                  <a:pt x="2430051" y="809700"/>
                </a:cubicBezTo>
                <a:close/>
                <a:moveTo>
                  <a:pt x="2345678" y="809682"/>
                </a:moveTo>
                <a:cubicBezTo>
                  <a:pt x="2345246" y="809682"/>
                  <a:pt x="2344904" y="810041"/>
                  <a:pt x="2344904" y="810455"/>
                </a:cubicBezTo>
                <a:lnTo>
                  <a:pt x="2344904" y="885651"/>
                </a:lnTo>
                <a:cubicBezTo>
                  <a:pt x="2344904" y="886082"/>
                  <a:pt x="2345264" y="886424"/>
                  <a:pt x="2345678" y="886424"/>
                </a:cubicBezTo>
                <a:lnTo>
                  <a:pt x="2357970" y="886424"/>
                </a:lnTo>
                <a:cubicBezTo>
                  <a:pt x="2358403" y="886424"/>
                  <a:pt x="2358744" y="886064"/>
                  <a:pt x="2358744" y="885651"/>
                </a:cubicBezTo>
                <a:lnTo>
                  <a:pt x="2358744" y="858686"/>
                </a:lnTo>
                <a:lnTo>
                  <a:pt x="2375536" y="858686"/>
                </a:lnTo>
                <a:cubicBezTo>
                  <a:pt x="2392652" y="858686"/>
                  <a:pt x="2403073" y="849374"/>
                  <a:pt x="2403073" y="834130"/>
                </a:cubicBezTo>
                <a:cubicBezTo>
                  <a:pt x="2403073" y="818886"/>
                  <a:pt x="2392652" y="809682"/>
                  <a:pt x="2375536" y="809682"/>
                </a:cubicBezTo>
                <a:close/>
                <a:moveTo>
                  <a:pt x="2273579" y="809682"/>
                </a:moveTo>
                <a:cubicBezTo>
                  <a:pt x="2273147" y="809682"/>
                  <a:pt x="2272805" y="810041"/>
                  <a:pt x="2272805" y="810455"/>
                </a:cubicBezTo>
                <a:lnTo>
                  <a:pt x="2272805" y="885651"/>
                </a:lnTo>
                <a:cubicBezTo>
                  <a:pt x="2272805" y="886082"/>
                  <a:pt x="2273165" y="886424"/>
                  <a:pt x="2273579" y="886424"/>
                </a:cubicBezTo>
                <a:lnTo>
                  <a:pt x="2285871" y="886424"/>
                </a:lnTo>
                <a:cubicBezTo>
                  <a:pt x="2286304" y="886424"/>
                  <a:pt x="2286646" y="886064"/>
                  <a:pt x="2286646" y="885651"/>
                </a:cubicBezTo>
                <a:lnTo>
                  <a:pt x="2286646" y="858686"/>
                </a:lnTo>
                <a:lnTo>
                  <a:pt x="2303437" y="858686"/>
                </a:lnTo>
                <a:cubicBezTo>
                  <a:pt x="2320553" y="858686"/>
                  <a:pt x="2330974" y="849374"/>
                  <a:pt x="2330974" y="834130"/>
                </a:cubicBezTo>
                <a:cubicBezTo>
                  <a:pt x="2330974" y="818886"/>
                  <a:pt x="2320553" y="809682"/>
                  <a:pt x="2303437" y="809682"/>
                </a:cubicBezTo>
                <a:close/>
                <a:moveTo>
                  <a:pt x="2217012" y="809682"/>
                </a:moveTo>
                <a:cubicBezTo>
                  <a:pt x="2216688" y="809682"/>
                  <a:pt x="2216400" y="809879"/>
                  <a:pt x="2216292" y="810167"/>
                </a:cubicBezTo>
                <a:lnTo>
                  <a:pt x="2186938" y="885363"/>
                </a:lnTo>
                <a:cubicBezTo>
                  <a:pt x="2186758" y="885866"/>
                  <a:pt x="2187118" y="886406"/>
                  <a:pt x="2187658" y="886406"/>
                </a:cubicBezTo>
                <a:lnTo>
                  <a:pt x="2200598" y="886406"/>
                </a:lnTo>
                <a:cubicBezTo>
                  <a:pt x="2200922" y="886406"/>
                  <a:pt x="2201210" y="886208"/>
                  <a:pt x="2201318" y="885920"/>
                </a:cubicBezTo>
                <a:lnTo>
                  <a:pt x="2207941" y="868663"/>
                </a:lnTo>
                <a:lnTo>
                  <a:pt x="2240859" y="868663"/>
                </a:lnTo>
                <a:lnTo>
                  <a:pt x="2247482" y="885920"/>
                </a:lnTo>
                <a:cubicBezTo>
                  <a:pt x="2247608" y="886208"/>
                  <a:pt x="2247878" y="886406"/>
                  <a:pt x="2248202" y="886406"/>
                </a:cubicBezTo>
                <a:lnTo>
                  <a:pt x="2261269" y="886406"/>
                </a:lnTo>
                <a:cubicBezTo>
                  <a:pt x="2261808" y="886406"/>
                  <a:pt x="2262187" y="885866"/>
                  <a:pt x="2261989" y="885363"/>
                </a:cubicBezTo>
                <a:lnTo>
                  <a:pt x="2232616" y="810167"/>
                </a:lnTo>
                <a:cubicBezTo>
                  <a:pt x="2232490" y="809879"/>
                  <a:pt x="2232220" y="809682"/>
                  <a:pt x="2231896" y="809682"/>
                </a:cubicBezTo>
                <a:lnTo>
                  <a:pt x="2217030" y="809682"/>
                </a:lnTo>
                <a:close/>
                <a:moveTo>
                  <a:pt x="2099523" y="809682"/>
                </a:moveTo>
                <a:lnTo>
                  <a:pt x="2099523" y="809700"/>
                </a:lnTo>
                <a:cubicBezTo>
                  <a:pt x="2099091" y="809700"/>
                  <a:pt x="2098749" y="810059"/>
                  <a:pt x="2098749" y="810473"/>
                </a:cubicBezTo>
                <a:lnTo>
                  <a:pt x="2098749" y="885669"/>
                </a:lnTo>
                <a:cubicBezTo>
                  <a:pt x="2098749" y="886100"/>
                  <a:pt x="2099109" y="886442"/>
                  <a:pt x="2099523" y="886442"/>
                </a:cubicBezTo>
                <a:lnTo>
                  <a:pt x="2111816" y="886442"/>
                </a:lnTo>
                <a:cubicBezTo>
                  <a:pt x="2112247" y="886442"/>
                  <a:pt x="2112589" y="886082"/>
                  <a:pt x="2112589" y="885669"/>
                </a:cubicBezTo>
                <a:lnTo>
                  <a:pt x="2112589" y="855522"/>
                </a:lnTo>
                <a:lnTo>
                  <a:pt x="2148585" y="855522"/>
                </a:lnTo>
                <a:cubicBezTo>
                  <a:pt x="2149017" y="855522"/>
                  <a:pt x="2149359" y="855162"/>
                  <a:pt x="2149359" y="854749"/>
                </a:cubicBezTo>
                <a:lnTo>
                  <a:pt x="2149359" y="843460"/>
                </a:lnTo>
                <a:cubicBezTo>
                  <a:pt x="2149359" y="843028"/>
                  <a:pt x="2148998" y="842687"/>
                  <a:pt x="2148585" y="842687"/>
                </a:cubicBezTo>
                <a:lnTo>
                  <a:pt x="2112589" y="842687"/>
                </a:lnTo>
                <a:lnTo>
                  <a:pt x="2112589" y="822517"/>
                </a:lnTo>
                <a:lnTo>
                  <a:pt x="2151878" y="822517"/>
                </a:lnTo>
                <a:cubicBezTo>
                  <a:pt x="2152310" y="822517"/>
                  <a:pt x="2152652" y="822158"/>
                  <a:pt x="2152652" y="821744"/>
                </a:cubicBezTo>
                <a:lnTo>
                  <a:pt x="2152652" y="810455"/>
                </a:lnTo>
                <a:cubicBezTo>
                  <a:pt x="2152652" y="810023"/>
                  <a:pt x="2152292" y="809682"/>
                  <a:pt x="2151878" y="809682"/>
                </a:cubicBezTo>
                <a:close/>
                <a:moveTo>
                  <a:pt x="2044990" y="808369"/>
                </a:moveTo>
                <a:cubicBezTo>
                  <a:pt x="2022835" y="808369"/>
                  <a:pt x="2005377" y="824908"/>
                  <a:pt x="2005377" y="848044"/>
                </a:cubicBezTo>
                <a:cubicBezTo>
                  <a:pt x="2005377" y="871162"/>
                  <a:pt x="2022943" y="887718"/>
                  <a:pt x="2044990" y="887718"/>
                </a:cubicBezTo>
                <a:cubicBezTo>
                  <a:pt x="2067037" y="887718"/>
                  <a:pt x="2084495" y="871162"/>
                  <a:pt x="2084495" y="848044"/>
                </a:cubicBezTo>
                <a:cubicBezTo>
                  <a:pt x="2084495" y="824926"/>
                  <a:pt x="2067145" y="808369"/>
                  <a:pt x="2044990" y="808369"/>
                </a:cubicBezTo>
                <a:close/>
                <a:moveTo>
                  <a:pt x="1334123" y="742743"/>
                </a:moveTo>
                <a:lnTo>
                  <a:pt x="1419360" y="742743"/>
                </a:lnTo>
                <a:cubicBezTo>
                  <a:pt x="1447082" y="742743"/>
                  <a:pt x="1469558" y="765217"/>
                  <a:pt x="1469558" y="792941"/>
                </a:cubicBezTo>
                <a:cubicBezTo>
                  <a:pt x="1469558" y="820663"/>
                  <a:pt x="1447082" y="843138"/>
                  <a:pt x="1419360" y="843138"/>
                </a:cubicBezTo>
                <a:lnTo>
                  <a:pt x="1334123" y="843138"/>
                </a:lnTo>
                <a:close/>
                <a:moveTo>
                  <a:pt x="2368067" y="693373"/>
                </a:moveTo>
                <a:lnTo>
                  <a:pt x="2384859" y="693373"/>
                </a:lnTo>
                <a:cubicBezTo>
                  <a:pt x="2394416" y="693373"/>
                  <a:pt x="2398915" y="697436"/>
                  <a:pt x="2398915" y="704663"/>
                </a:cubicBezTo>
                <a:cubicBezTo>
                  <a:pt x="2398915" y="711889"/>
                  <a:pt x="2394398" y="715952"/>
                  <a:pt x="2384859" y="715952"/>
                </a:cubicBezTo>
                <a:lnTo>
                  <a:pt x="2368067" y="715952"/>
                </a:lnTo>
                <a:close/>
                <a:moveTo>
                  <a:pt x="2592103" y="680430"/>
                </a:moveTo>
                <a:cubicBezTo>
                  <a:pt x="2591509" y="680430"/>
                  <a:pt x="2591150" y="681095"/>
                  <a:pt x="2591455" y="681599"/>
                </a:cubicBezTo>
                <a:lnTo>
                  <a:pt x="2619064" y="727026"/>
                </a:lnTo>
                <a:lnTo>
                  <a:pt x="2619010" y="727044"/>
                </a:lnTo>
                <a:lnTo>
                  <a:pt x="2619010" y="756417"/>
                </a:lnTo>
                <a:cubicBezTo>
                  <a:pt x="2619010" y="756849"/>
                  <a:pt x="2619370" y="757190"/>
                  <a:pt x="2619784" y="757190"/>
                </a:cubicBezTo>
                <a:lnTo>
                  <a:pt x="2632184" y="757190"/>
                </a:lnTo>
                <a:cubicBezTo>
                  <a:pt x="2632616" y="757190"/>
                  <a:pt x="2632958" y="756831"/>
                  <a:pt x="2632958" y="756417"/>
                </a:cubicBezTo>
                <a:lnTo>
                  <a:pt x="2632958" y="727044"/>
                </a:lnTo>
                <a:lnTo>
                  <a:pt x="2660566" y="681617"/>
                </a:lnTo>
                <a:cubicBezTo>
                  <a:pt x="2660891" y="681095"/>
                  <a:pt x="2660513" y="680448"/>
                  <a:pt x="2659919" y="680448"/>
                </a:cubicBezTo>
                <a:lnTo>
                  <a:pt x="2646132" y="680448"/>
                </a:lnTo>
                <a:cubicBezTo>
                  <a:pt x="2645880" y="680448"/>
                  <a:pt x="2645629" y="680592"/>
                  <a:pt x="2645484" y="680826"/>
                </a:cubicBezTo>
                <a:lnTo>
                  <a:pt x="2626065" y="713220"/>
                </a:lnTo>
                <a:lnTo>
                  <a:pt x="2606537" y="680808"/>
                </a:lnTo>
                <a:cubicBezTo>
                  <a:pt x="2606411" y="680574"/>
                  <a:pt x="2606159" y="680430"/>
                  <a:pt x="2605889" y="680430"/>
                </a:cubicBezTo>
                <a:close/>
                <a:moveTo>
                  <a:pt x="2522596" y="680430"/>
                </a:moveTo>
                <a:cubicBezTo>
                  <a:pt x="2522164" y="680430"/>
                  <a:pt x="2521822" y="680790"/>
                  <a:pt x="2521822" y="681203"/>
                </a:cubicBezTo>
                <a:lnTo>
                  <a:pt x="2521822" y="692601"/>
                </a:lnTo>
                <a:cubicBezTo>
                  <a:pt x="2521822" y="693032"/>
                  <a:pt x="2522182" y="693373"/>
                  <a:pt x="2522596" y="693373"/>
                </a:cubicBezTo>
                <a:lnTo>
                  <a:pt x="2546191" y="693373"/>
                </a:lnTo>
                <a:lnTo>
                  <a:pt x="2546191" y="756399"/>
                </a:lnTo>
                <a:cubicBezTo>
                  <a:pt x="2546191" y="756831"/>
                  <a:pt x="2546551" y="757172"/>
                  <a:pt x="2546965" y="757172"/>
                </a:cubicBezTo>
                <a:lnTo>
                  <a:pt x="2559365" y="757172"/>
                </a:lnTo>
                <a:cubicBezTo>
                  <a:pt x="2559797" y="757172"/>
                  <a:pt x="2560139" y="756813"/>
                  <a:pt x="2560139" y="756399"/>
                </a:cubicBezTo>
                <a:lnTo>
                  <a:pt x="2560139" y="693373"/>
                </a:lnTo>
                <a:lnTo>
                  <a:pt x="2583734" y="693373"/>
                </a:lnTo>
                <a:cubicBezTo>
                  <a:pt x="2584166" y="693373"/>
                  <a:pt x="2584508" y="693014"/>
                  <a:pt x="2584508" y="692601"/>
                </a:cubicBezTo>
                <a:lnTo>
                  <a:pt x="2584508" y="681203"/>
                </a:lnTo>
                <a:cubicBezTo>
                  <a:pt x="2584508" y="680772"/>
                  <a:pt x="2584148" y="680430"/>
                  <a:pt x="2583734" y="680430"/>
                </a:cubicBezTo>
                <a:close/>
                <a:moveTo>
                  <a:pt x="2497129" y="680430"/>
                </a:moveTo>
                <a:cubicBezTo>
                  <a:pt x="2496697" y="680430"/>
                  <a:pt x="2496355" y="680790"/>
                  <a:pt x="2496355" y="681203"/>
                </a:cubicBezTo>
                <a:lnTo>
                  <a:pt x="2496355" y="756399"/>
                </a:lnTo>
                <a:cubicBezTo>
                  <a:pt x="2496355" y="756831"/>
                  <a:pt x="2496715" y="757172"/>
                  <a:pt x="2497129" y="757172"/>
                </a:cubicBezTo>
                <a:lnTo>
                  <a:pt x="2509422" y="757172"/>
                </a:lnTo>
                <a:cubicBezTo>
                  <a:pt x="2509853" y="757172"/>
                  <a:pt x="2510196" y="756813"/>
                  <a:pt x="2510196" y="756399"/>
                </a:cubicBezTo>
                <a:lnTo>
                  <a:pt x="2510196" y="681203"/>
                </a:lnTo>
                <a:cubicBezTo>
                  <a:pt x="2510196" y="680772"/>
                  <a:pt x="2509835" y="680430"/>
                  <a:pt x="2509422" y="680430"/>
                </a:cubicBezTo>
                <a:close/>
                <a:moveTo>
                  <a:pt x="2355019" y="680430"/>
                </a:moveTo>
                <a:cubicBezTo>
                  <a:pt x="2354587" y="680430"/>
                  <a:pt x="2354245" y="680790"/>
                  <a:pt x="2354245" y="681203"/>
                </a:cubicBezTo>
                <a:lnTo>
                  <a:pt x="2354227" y="681221"/>
                </a:lnTo>
                <a:lnTo>
                  <a:pt x="2354227" y="756417"/>
                </a:lnTo>
                <a:cubicBezTo>
                  <a:pt x="2354227" y="756849"/>
                  <a:pt x="2354587" y="757190"/>
                  <a:pt x="2355001" y="757190"/>
                </a:cubicBezTo>
                <a:lnTo>
                  <a:pt x="2367293" y="757190"/>
                </a:lnTo>
                <a:cubicBezTo>
                  <a:pt x="2367725" y="757190"/>
                  <a:pt x="2368067" y="756831"/>
                  <a:pt x="2368067" y="756417"/>
                </a:cubicBezTo>
                <a:lnTo>
                  <a:pt x="2368067" y="728787"/>
                </a:lnTo>
                <a:lnTo>
                  <a:pt x="2378830" y="728787"/>
                </a:lnTo>
                <a:lnTo>
                  <a:pt x="2399563" y="756867"/>
                </a:lnTo>
                <a:cubicBezTo>
                  <a:pt x="2399707" y="757064"/>
                  <a:pt x="2399924" y="757172"/>
                  <a:pt x="2400176" y="757172"/>
                </a:cubicBezTo>
                <a:lnTo>
                  <a:pt x="2415041" y="757172"/>
                </a:lnTo>
                <a:cubicBezTo>
                  <a:pt x="2415672" y="757172"/>
                  <a:pt x="2416031" y="756453"/>
                  <a:pt x="2415653" y="755950"/>
                </a:cubicBezTo>
                <a:lnTo>
                  <a:pt x="2394416" y="727906"/>
                </a:lnTo>
                <a:cubicBezTo>
                  <a:pt x="2406168" y="725264"/>
                  <a:pt x="2413187" y="716833"/>
                  <a:pt x="2413187" y="704663"/>
                </a:cubicBezTo>
                <a:cubicBezTo>
                  <a:pt x="2413187" y="689742"/>
                  <a:pt x="2402767" y="680430"/>
                  <a:pt x="2386191" y="680430"/>
                </a:cubicBezTo>
                <a:close/>
                <a:moveTo>
                  <a:pt x="2285439" y="680430"/>
                </a:moveTo>
                <a:lnTo>
                  <a:pt x="2285439" y="680448"/>
                </a:lnTo>
                <a:cubicBezTo>
                  <a:pt x="2285008" y="680448"/>
                  <a:pt x="2284666" y="680808"/>
                  <a:pt x="2284666" y="681221"/>
                </a:cubicBezTo>
                <a:lnTo>
                  <a:pt x="2284666" y="756417"/>
                </a:lnTo>
                <a:cubicBezTo>
                  <a:pt x="2284666" y="756849"/>
                  <a:pt x="2285026" y="757190"/>
                  <a:pt x="2285439" y="757190"/>
                </a:cubicBezTo>
                <a:lnTo>
                  <a:pt x="2337795" y="757190"/>
                </a:lnTo>
                <a:cubicBezTo>
                  <a:pt x="2338227" y="757190"/>
                  <a:pt x="2338569" y="756831"/>
                  <a:pt x="2338569" y="756417"/>
                </a:cubicBezTo>
                <a:lnTo>
                  <a:pt x="2338569" y="745128"/>
                </a:lnTo>
                <a:cubicBezTo>
                  <a:pt x="2338569" y="744697"/>
                  <a:pt x="2338209" y="744355"/>
                  <a:pt x="2337795" y="744355"/>
                </a:cubicBezTo>
                <a:lnTo>
                  <a:pt x="2298506" y="744355"/>
                </a:lnTo>
                <a:lnTo>
                  <a:pt x="2298506" y="723754"/>
                </a:lnTo>
                <a:lnTo>
                  <a:pt x="2332648" y="723754"/>
                </a:lnTo>
                <a:cubicBezTo>
                  <a:pt x="2333080" y="723754"/>
                  <a:pt x="2333421" y="723394"/>
                  <a:pt x="2333421" y="722981"/>
                </a:cubicBezTo>
                <a:lnTo>
                  <a:pt x="2333421" y="711799"/>
                </a:lnTo>
                <a:cubicBezTo>
                  <a:pt x="2333421" y="711368"/>
                  <a:pt x="2333062" y="711027"/>
                  <a:pt x="2332648" y="711027"/>
                </a:cubicBezTo>
                <a:lnTo>
                  <a:pt x="2298506" y="711027"/>
                </a:lnTo>
                <a:lnTo>
                  <a:pt x="2298506" y="693266"/>
                </a:lnTo>
                <a:lnTo>
                  <a:pt x="2337795" y="693266"/>
                </a:lnTo>
                <a:cubicBezTo>
                  <a:pt x="2338227" y="693266"/>
                  <a:pt x="2338569" y="692906"/>
                  <a:pt x="2338569" y="692493"/>
                </a:cubicBezTo>
                <a:lnTo>
                  <a:pt x="2338569" y="681203"/>
                </a:lnTo>
                <a:cubicBezTo>
                  <a:pt x="2338569" y="680772"/>
                  <a:pt x="2338209" y="680430"/>
                  <a:pt x="2337795" y="680430"/>
                </a:cubicBezTo>
                <a:close/>
                <a:moveTo>
                  <a:pt x="2201300" y="680430"/>
                </a:moveTo>
                <a:cubicBezTo>
                  <a:pt x="2200760" y="680430"/>
                  <a:pt x="2200382" y="680970"/>
                  <a:pt x="2200580" y="681473"/>
                </a:cubicBezTo>
                <a:lnTo>
                  <a:pt x="2229197" y="756669"/>
                </a:lnTo>
                <a:cubicBezTo>
                  <a:pt x="2229323" y="756957"/>
                  <a:pt x="2229593" y="757154"/>
                  <a:pt x="2229917" y="757154"/>
                </a:cubicBezTo>
                <a:lnTo>
                  <a:pt x="2244549" y="757154"/>
                </a:lnTo>
                <a:cubicBezTo>
                  <a:pt x="2244873" y="757154"/>
                  <a:pt x="2245161" y="756975"/>
                  <a:pt x="2245269" y="756669"/>
                </a:cubicBezTo>
                <a:lnTo>
                  <a:pt x="2273885" y="681473"/>
                </a:lnTo>
                <a:cubicBezTo>
                  <a:pt x="2274065" y="680970"/>
                  <a:pt x="2273705" y="680430"/>
                  <a:pt x="2273165" y="680430"/>
                </a:cubicBezTo>
                <a:lnTo>
                  <a:pt x="2260099" y="680430"/>
                </a:lnTo>
                <a:cubicBezTo>
                  <a:pt x="2259775" y="680430"/>
                  <a:pt x="2259487" y="680628"/>
                  <a:pt x="2259379" y="680934"/>
                </a:cubicBezTo>
                <a:lnTo>
                  <a:pt x="2237170" y="740724"/>
                </a:lnTo>
                <a:lnTo>
                  <a:pt x="2215069" y="680934"/>
                </a:lnTo>
                <a:cubicBezTo>
                  <a:pt x="2214960" y="680628"/>
                  <a:pt x="2214672" y="680430"/>
                  <a:pt x="2214349" y="680430"/>
                </a:cubicBezTo>
                <a:close/>
                <a:moveTo>
                  <a:pt x="2176679" y="680430"/>
                </a:moveTo>
                <a:cubicBezTo>
                  <a:pt x="2176247" y="680430"/>
                  <a:pt x="2175905" y="680790"/>
                  <a:pt x="2175905" y="681203"/>
                </a:cubicBezTo>
                <a:lnTo>
                  <a:pt x="2175905" y="756399"/>
                </a:lnTo>
                <a:cubicBezTo>
                  <a:pt x="2175905" y="756831"/>
                  <a:pt x="2176266" y="757172"/>
                  <a:pt x="2176679" y="757172"/>
                </a:cubicBezTo>
                <a:lnTo>
                  <a:pt x="2188972" y="757172"/>
                </a:lnTo>
                <a:cubicBezTo>
                  <a:pt x="2189404" y="757172"/>
                  <a:pt x="2189746" y="756813"/>
                  <a:pt x="2189746" y="756399"/>
                </a:cubicBezTo>
                <a:lnTo>
                  <a:pt x="2189746" y="681203"/>
                </a:lnTo>
                <a:cubicBezTo>
                  <a:pt x="2189746" y="680772"/>
                  <a:pt x="2189386" y="680430"/>
                  <a:pt x="2188972" y="680430"/>
                </a:cubicBezTo>
                <a:close/>
                <a:moveTo>
                  <a:pt x="2010218" y="680430"/>
                </a:moveTo>
                <a:cubicBezTo>
                  <a:pt x="2009786" y="680430"/>
                  <a:pt x="2009444" y="680790"/>
                  <a:pt x="2009444" y="681203"/>
                </a:cubicBezTo>
                <a:lnTo>
                  <a:pt x="2009444" y="726468"/>
                </a:lnTo>
                <a:cubicBezTo>
                  <a:pt x="2009444" y="747088"/>
                  <a:pt x="2021737" y="758485"/>
                  <a:pt x="2041606" y="758485"/>
                </a:cubicBezTo>
                <a:cubicBezTo>
                  <a:pt x="2061476" y="758485"/>
                  <a:pt x="2073768" y="747069"/>
                  <a:pt x="2073768" y="726468"/>
                </a:cubicBezTo>
                <a:lnTo>
                  <a:pt x="2073768" y="681203"/>
                </a:lnTo>
                <a:cubicBezTo>
                  <a:pt x="2073768" y="680772"/>
                  <a:pt x="2073408" y="680430"/>
                  <a:pt x="2072994" y="680430"/>
                </a:cubicBezTo>
                <a:lnTo>
                  <a:pt x="2060594" y="680430"/>
                </a:lnTo>
                <a:cubicBezTo>
                  <a:pt x="2060162" y="680430"/>
                  <a:pt x="2059820" y="680790"/>
                  <a:pt x="2059820" y="681203"/>
                </a:cubicBezTo>
                <a:lnTo>
                  <a:pt x="2059820" y="725048"/>
                </a:lnTo>
                <a:cubicBezTo>
                  <a:pt x="2059820" y="738854"/>
                  <a:pt x="2053125" y="745434"/>
                  <a:pt x="2041606" y="745434"/>
                </a:cubicBezTo>
                <a:cubicBezTo>
                  <a:pt x="2030088" y="745434"/>
                  <a:pt x="2023285" y="738854"/>
                  <a:pt x="2023285" y="725048"/>
                </a:cubicBezTo>
                <a:lnTo>
                  <a:pt x="2023285" y="681203"/>
                </a:lnTo>
                <a:cubicBezTo>
                  <a:pt x="2023285" y="680772"/>
                  <a:pt x="2022924" y="680430"/>
                  <a:pt x="2022511" y="680430"/>
                </a:cubicBezTo>
                <a:close/>
                <a:moveTo>
                  <a:pt x="2144427" y="680412"/>
                </a:moveTo>
                <a:cubicBezTo>
                  <a:pt x="2143996" y="680412"/>
                  <a:pt x="2143654" y="680772"/>
                  <a:pt x="2143654" y="681186"/>
                </a:cubicBezTo>
                <a:lnTo>
                  <a:pt x="2143654" y="734468"/>
                </a:lnTo>
                <a:lnTo>
                  <a:pt x="2105588" y="680754"/>
                </a:lnTo>
                <a:cubicBezTo>
                  <a:pt x="2105444" y="680556"/>
                  <a:pt x="2105210" y="680430"/>
                  <a:pt x="2104958" y="680430"/>
                </a:cubicBezTo>
                <a:lnTo>
                  <a:pt x="2091964" y="680430"/>
                </a:lnTo>
                <a:cubicBezTo>
                  <a:pt x="2091532" y="680430"/>
                  <a:pt x="2091190" y="680790"/>
                  <a:pt x="2091190" y="681203"/>
                </a:cubicBezTo>
                <a:lnTo>
                  <a:pt x="2091190" y="756399"/>
                </a:lnTo>
                <a:cubicBezTo>
                  <a:pt x="2091190" y="756831"/>
                  <a:pt x="2091550" y="757172"/>
                  <a:pt x="2091964" y="757172"/>
                </a:cubicBezTo>
                <a:lnTo>
                  <a:pt x="2104256" y="757172"/>
                </a:lnTo>
                <a:cubicBezTo>
                  <a:pt x="2104688" y="757172"/>
                  <a:pt x="2105030" y="756813"/>
                  <a:pt x="2105030" y="756399"/>
                </a:cubicBezTo>
                <a:lnTo>
                  <a:pt x="2105030" y="703009"/>
                </a:lnTo>
                <a:lnTo>
                  <a:pt x="2143095" y="756831"/>
                </a:lnTo>
                <a:cubicBezTo>
                  <a:pt x="2143240" y="757028"/>
                  <a:pt x="2143473" y="757154"/>
                  <a:pt x="2143725" y="757154"/>
                </a:cubicBezTo>
                <a:lnTo>
                  <a:pt x="2156720" y="757154"/>
                </a:lnTo>
                <a:cubicBezTo>
                  <a:pt x="2157152" y="757154"/>
                  <a:pt x="2157494" y="756795"/>
                  <a:pt x="2157494" y="756381"/>
                </a:cubicBezTo>
                <a:lnTo>
                  <a:pt x="2157494" y="681186"/>
                </a:lnTo>
                <a:cubicBezTo>
                  <a:pt x="2157494" y="680754"/>
                  <a:pt x="2157134" y="680412"/>
                  <a:pt x="2156720" y="680412"/>
                </a:cubicBezTo>
                <a:close/>
                <a:moveTo>
                  <a:pt x="2453898" y="679118"/>
                </a:moveTo>
                <a:cubicBezTo>
                  <a:pt x="2436783" y="679118"/>
                  <a:pt x="2425696" y="688754"/>
                  <a:pt x="2425696" y="702128"/>
                </a:cubicBezTo>
                <a:cubicBezTo>
                  <a:pt x="2425696" y="712321"/>
                  <a:pt x="2432391" y="719332"/>
                  <a:pt x="2444575" y="722298"/>
                </a:cubicBezTo>
                <a:lnTo>
                  <a:pt x="2458074" y="725480"/>
                </a:lnTo>
                <a:cubicBezTo>
                  <a:pt x="2466407" y="727457"/>
                  <a:pt x="2469592" y="730747"/>
                  <a:pt x="2469592" y="735457"/>
                </a:cubicBezTo>
                <a:cubicBezTo>
                  <a:pt x="2469592" y="741479"/>
                  <a:pt x="2464319" y="745865"/>
                  <a:pt x="2454996" y="745865"/>
                </a:cubicBezTo>
                <a:cubicBezTo>
                  <a:pt x="2447941" y="745865"/>
                  <a:pt x="2440472" y="743384"/>
                  <a:pt x="2432895" y="737883"/>
                </a:cubicBezTo>
                <a:cubicBezTo>
                  <a:pt x="2432553" y="737650"/>
                  <a:pt x="2432085" y="737704"/>
                  <a:pt x="2431833" y="738045"/>
                </a:cubicBezTo>
                <a:lnTo>
                  <a:pt x="2424708" y="747678"/>
                </a:lnTo>
                <a:lnTo>
                  <a:pt x="2424706" y="747663"/>
                </a:lnTo>
                <a:lnTo>
                  <a:pt x="2424706" y="747681"/>
                </a:lnTo>
                <a:lnTo>
                  <a:pt x="2424708" y="747678"/>
                </a:lnTo>
                <a:lnTo>
                  <a:pt x="2424850" y="748741"/>
                </a:lnTo>
                <a:cubicBezTo>
                  <a:pt x="2432895" y="755015"/>
                  <a:pt x="2443514" y="758466"/>
                  <a:pt x="2454547" y="758466"/>
                </a:cubicBezTo>
                <a:cubicBezTo>
                  <a:pt x="2472760" y="758466"/>
                  <a:pt x="2483631" y="748831"/>
                  <a:pt x="2483631" y="734468"/>
                </a:cubicBezTo>
                <a:cubicBezTo>
                  <a:pt x="2483631" y="723736"/>
                  <a:pt x="2477368" y="716941"/>
                  <a:pt x="2464859" y="713867"/>
                </a:cubicBezTo>
                <a:lnTo>
                  <a:pt x="2451361" y="710685"/>
                </a:lnTo>
                <a:cubicBezTo>
                  <a:pt x="2442596" y="708618"/>
                  <a:pt x="2439626" y="705652"/>
                  <a:pt x="2439626" y="701265"/>
                </a:cubicBezTo>
                <a:cubicBezTo>
                  <a:pt x="2439626" y="695783"/>
                  <a:pt x="2444575" y="691612"/>
                  <a:pt x="2453682" y="691612"/>
                </a:cubicBezTo>
                <a:cubicBezTo>
                  <a:pt x="2460269" y="691612"/>
                  <a:pt x="2466659" y="693877"/>
                  <a:pt x="2472436" y="699000"/>
                </a:cubicBezTo>
                <a:cubicBezTo>
                  <a:pt x="2472742" y="699270"/>
                  <a:pt x="2473210" y="699270"/>
                  <a:pt x="2473498" y="698964"/>
                </a:cubicBezTo>
                <a:lnTo>
                  <a:pt x="2481471" y="690425"/>
                </a:lnTo>
                <a:cubicBezTo>
                  <a:pt x="2481759" y="690120"/>
                  <a:pt x="2481741" y="689616"/>
                  <a:pt x="2481435" y="689329"/>
                </a:cubicBezTo>
                <a:cubicBezTo>
                  <a:pt x="2474236" y="682659"/>
                  <a:pt x="2464265" y="679118"/>
                  <a:pt x="2453898" y="679118"/>
                </a:cubicBezTo>
                <a:close/>
                <a:moveTo>
                  <a:pt x="1894168" y="679118"/>
                </a:moveTo>
                <a:cubicBezTo>
                  <a:pt x="1893741" y="679118"/>
                  <a:pt x="1893394" y="679464"/>
                  <a:pt x="1893394" y="679891"/>
                </a:cubicBezTo>
                <a:lnTo>
                  <a:pt x="1893394" y="1016178"/>
                </a:lnTo>
                <a:cubicBezTo>
                  <a:pt x="1893394" y="1016605"/>
                  <a:pt x="1893741" y="1016951"/>
                  <a:pt x="1894168" y="1016951"/>
                </a:cubicBezTo>
                <a:lnTo>
                  <a:pt x="1902825" y="1016951"/>
                </a:lnTo>
                <a:cubicBezTo>
                  <a:pt x="1903253" y="1016951"/>
                  <a:pt x="1903599" y="1016605"/>
                  <a:pt x="1903599" y="1016178"/>
                </a:cubicBezTo>
                <a:lnTo>
                  <a:pt x="1903599" y="679891"/>
                </a:lnTo>
                <a:cubicBezTo>
                  <a:pt x="1903599" y="679464"/>
                  <a:pt x="1903253" y="679118"/>
                  <a:pt x="1902825" y="679118"/>
                </a:cubicBezTo>
                <a:close/>
                <a:moveTo>
                  <a:pt x="1639127" y="679099"/>
                </a:moveTo>
                <a:cubicBezTo>
                  <a:pt x="1593027" y="679099"/>
                  <a:pt x="1555658" y="716469"/>
                  <a:pt x="1555658" y="762569"/>
                </a:cubicBezTo>
                <a:lnTo>
                  <a:pt x="1555658" y="933425"/>
                </a:lnTo>
                <a:cubicBezTo>
                  <a:pt x="1555658" y="979525"/>
                  <a:pt x="1593027" y="1016894"/>
                  <a:pt x="1639127" y="1016894"/>
                </a:cubicBezTo>
                <a:lnTo>
                  <a:pt x="1786901" y="1016894"/>
                </a:lnTo>
                <a:cubicBezTo>
                  <a:pt x="1788767" y="1016894"/>
                  <a:pt x="1790281" y="1015382"/>
                  <a:pt x="1790281" y="1013516"/>
                </a:cubicBezTo>
                <a:lnTo>
                  <a:pt x="1790281" y="956629"/>
                </a:lnTo>
                <a:cubicBezTo>
                  <a:pt x="1790281" y="954763"/>
                  <a:pt x="1788767" y="953251"/>
                  <a:pt x="1786901" y="953251"/>
                </a:cubicBezTo>
                <a:lnTo>
                  <a:pt x="1639127" y="953251"/>
                </a:lnTo>
                <a:cubicBezTo>
                  <a:pt x="1630339" y="953251"/>
                  <a:pt x="1623216" y="946128"/>
                  <a:pt x="1623216" y="937340"/>
                </a:cubicBezTo>
                <a:lnTo>
                  <a:pt x="1623216" y="878840"/>
                </a:lnTo>
                <a:lnTo>
                  <a:pt x="1770990" y="878840"/>
                </a:lnTo>
                <a:cubicBezTo>
                  <a:pt x="1772856" y="878840"/>
                  <a:pt x="1774369" y="877328"/>
                  <a:pt x="1774369" y="875462"/>
                </a:cubicBezTo>
                <a:lnTo>
                  <a:pt x="1774369" y="818574"/>
                </a:lnTo>
                <a:cubicBezTo>
                  <a:pt x="1774369" y="816709"/>
                  <a:pt x="1772856" y="815197"/>
                  <a:pt x="1770990" y="815197"/>
                </a:cubicBezTo>
                <a:lnTo>
                  <a:pt x="1623216" y="815197"/>
                </a:lnTo>
                <a:lnTo>
                  <a:pt x="1623216" y="758654"/>
                </a:lnTo>
                <a:cubicBezTo>
                  <a:pt x="1623216" y="749866"/>
                  <a:pt x="1630339" y="742743"/>
                  <a:pt x="1639127" y="742743"/>
                </a:cubicBezTo>
                <a:lnTo>
                  <a:pt x="1786901" y="742743"/>
                </a:lnTo>
                <a:cubicBezTo>
                  <a:pt x="1788767" y="742743"/>
                  <a:pt x="1790281" y="741230"/>
                  <a:pt x="1790281" y="739366"/>
                </a:cubicBezTo>
                <a:lnTo>
                  <a:pt x="1790281" y="682477"/>
                </a:lnTo>
                <a:cubicBezTo>
                  <a:pt x="1790281" y="680612"/>
                  <a:pt x="1788767" y="679099"/>
                  <a:pt x="1786901" y="679099"/>
                </a:cubicBezTo>
                <a:close/>
                <a:moveTo>
                  <a:pt x="1269942" y="679099"/>
                </a:moveTo>
                <a:cubicBezTo>
                  <a:pt x="1268077" y="679099"/>
                  <a:pt x="1266565" y="680612"/>
                  <a:pt x="1266565" y="682478"/>
                </a:cubicBezTo>
                <a:lnTo>
                  <a:pt x="1266565" y="1013516"/>
                </a:lnTo>
                <a:cubicBezTo>
                  <a:pt x="1266565" y="1015382"/>
                  <a:pt x="1268077" y="1016894"/>
                  <a:pt x="1269942" y="1016894"/>
                </a:cubicBezTo>
                <a:lnTo>
                  <a:pt x="1330745" y="1016894"/>
                </a:lnTo>
                <a:cubicBezTo>
                  <a:pt x="1332611" y="1016894"/>
                  <a:pt x="1334123" y="1015382"/>
                  <a:pt x="1334123" y="1013516"/>
                </a:cubicBezTo>
                <a:lnTo>
                  <a:pt x="1334123" y="906781"/>
                </a:lnTo>
                <a:lnTo>
                  <a:pt x="1400228" y="907083"/>
                </a:lnTo>
                <a:lnTo>
                  <a:pt x="1467002" y="1014503"/>
                </a:lnTo>
                <a:cubicBezTo>
                  <a:pt x="1467927" y="1015990"/>
                  <a:pt x="1469554" y="1016894"/>
                  <a:pt x="1471307" y="1016894"/>
                </a:cubicBezTo>
                <a:lnTo>
                  <a:pt x="1535992" y="1016894"/>
                </a:lnTo>
                <a:cubicBezTo>
                  <a:pt x="1538641" y="1016894"/>
                  <a:pt x="1540259" y="1013984"/>
                  <a:pt x="1538861" y="1011733"/>
                </a:cubicBezTo>
                <a:lnTo>
                  <a:pt x="1467097" y="896288"/>
                </a:lnTo>
                <a:cubicBezTo>
                  <a:pt x="1506555" y="878029"/>
                  <a:pt x="1533808" y="837872"/>
                  <a:pt x="1533190" y="791395"/>
                </a:cubicBezTo>
                <a:cubicBezTo>
                  <a:pt x="1532357" y="728735"/>
                  <a:pt x="1479665" y="679099"/>
                  <a:pt x="1417002" y="679099"/>
                </a:cubicBezTo>
                <a:close/>
                <a:moveTo>
                  <a:pt x="519316" y="679099"/>
                </a:moveTo>
                <a:cubicBezTo>
                  <a:pt x="517450" y="679099"/>
                  <a:pt x="515938" y="680612"/>
                  <a:pt x="515938" y="682478"/>
                </a:cubicBezTo>
                <a:lnTo>
                  <a:pt x="515938" y="1013516"/>
                </a:lnTo>
                <a:cubicBezTo>
                  <a:pt x="515938" y="1015382"/>
                  <a:pt x="517450" y="1016894"/>
                  <a:pt x="519316" y="1016894"/>
                </a:cubicBezTo>
                <a:lnTo>
                  <a:pt x="580119" y="1016894"/>
                </a:lnTo>
                <a:cubicBezTo>
                  <a:pt x="581984" y="1016894"/>
                  <a:pt x="583496" y="1015382"/>
                  <a:pt x="583496" y="1013516"/>
                </a:cubicBezTo>
                <a:lnTo>
                  <a:pt x="583496" y="784845"/>
                </a:lnTo>
                <a:lnTo>
                  <a:pt x="674227" y="960597"/>
                </a:lnTo>
                <a:lnTo>
                  <a:pt x="712413" y="960597"/>
                </a:lnTo>
                <a:lnTo>
                  <a:pt x="803634" y="784845"/>
                </a:lnTo>
                <a:lnTo>
                  <a:pt x="803634" y="1013516"/>
                </a:lnTo>
                <a:cubicBezTo>
                  <a:pt x="803634" y="1015382"/>
                  <a:pt x="805146" y="1016894"/>
                  <a:pt x="807012" y="1016894"/>
                </a:cubicBezTo>
                <a:lnTo>
                  <a:pt x="867814" y="1016894"/>
                </a:lnTo>
                <a:cubicBezTo>
                  <a:pt x="869680" y="1016894"/>
                  <a:pt x="871192" y="1015382"/>
                  <a:pt x="871192" y="1013516"/>
                </a:cubicBezTo>
                <a:lnTo>
                  <a:pt x="871192" y="682478"/>
                </a:lnTo>
                <a:cubicBezTo>
                  <a:pt x="871192" y="680612"/>
                  <a:pt x="869680" y="679099"/>
                  <a:pt x="867814" y="679099"/>
                </a:cubicBezTo>
                <a:lnTo>
                  <a:pt x="791052" y="679099"/>
                </a:lnTo>
                <a:cubicBezTo>
                  <a:pt x="789158" y="679099"/>
                  <a:pt x="787423" y="680156"/>
                  <a:pt x="786551" y="681839"/>
                </a:cubicBezTo>
                <a:lnTo>
                  <a:pt x="693810" y="861154"/>
                </a:lnTo>
                <a:lnTo>
                  <a:pt x="601556" y="681848"/>
                </a:lnTo>
                <a:cubicBezTo>
                  <a:pt x="600688" y="680161"/>
                  <a:pt x="598949" y="679099"/>
                  <a:pt x="597051" y="679099"/>
                </a:cubicBezTo>
                <a:close/>
                <a:moveTo>
                  <a:pt x="1068878" y="674636"/>
                </a:moveTo>
                <a:cubicBezTo>
                  <a:pt x="973135" y="674636"/>
                  <a:pt x="895517" y="752252"/>
                  <a:pt x="895517" y="847997"/>
                </a:cubicBezTo>
                <a:cubicBezTo>
                  <a:pt x="895517" y="856102"/>
                  <a:pt x="896087" y="864074"/>
                  <a:pt x="897163" y="871884"/>
                </a:cubicBezTo>
                <a:lnTo>
                  <a:pt x="961920" y="871884"/>
                </a:lnTo>
                <a:cubicBezTo>
                  <a:pt x="960211" y="864190"/>
                  <a:pt x="959280" y="856204"/>
                  <a:pt x="959280" y="847997"/>
                </a:cubicBezTo>
                <a:cubicBezTo>
                  <a:pt x="959280" y="787467"/>
                  <a:pt x="1008349" y="738397"/>
                  <a:pt x="1068878" y="738397"/>
                </a:cubicBezTo>
                <a:cubicBezTo>
                  <a:pt x="1129410" y="738397"/>
                  <a:pt x="1178479" y="787467"/>
                  <a:pt x="1178479" y="847997"/>
                </a:cubicBezTo>
                <a:cubicBezTo>
                  <a:pt x="1178479" y="856204"/>
                  <a:pt x="1177548" y="864190"/>
                  <a:pt x="1175836" y="871884"/>
                </a:cubicBezTo>
                <a:lnTo>
                  <a:pt x="1240594" y="871884"/>
                </a:lnTo>
                <a:cubicBezTo>
                  <a:pt x="1241670" y="864074"/>
                  <a:pt x="1242240" y="856102"/>
                  <a:pt x="1242240" y="847997"/>
                </a:cubicBezTo>
                <a:cubicBezTo>
                  <a:pt x="1242240" y="752252"/>
                  <a:pt x="1164624" y="674636"/>
                  <a:pt x="1068878" y="674636"/>
                </a:cubicBezTo>
                <a:close/>
                <a:moveTo>
                  <a:pt x="1075294" y="544446"/>
                </a:moveTo>
                <a:lnTo>
                  <a:pt x="1090876" y="588594"/>
                </a:lnTo>
                <a:lnTo>
                  <a:pt x="1059711" y="588594"/>
                </a:lnTo>
                <a:close/>
                <a:moveTo>
                  <a:pt x="799860" y="538560"/>
                </a:moveTo>
                <a:cubicBezTo>
                  <a:pt x="820117" y="538560"/>
                  <a:pt x="835525" y="553968"/>
                  <a:pt x="835525" y="574571"/>
                </a:cubicBezTo>
                <a:cubicBezTo>
                  <a:pt x="835525" y="595174"/>
                  <a:pt x="820115" y="610583"/>
                  <a:pt x="799860" y="610583"/>
                </a:cubicBezTo>
                <a:cubicBezTo>
                  <a:pt x="779602" y="610583"/>
                  <a:pt x="764194" y="595173"/>
                  <a:pt x="764194" y="574571"/>
                </a:cubicBezTo>
                <a:cubicBezTo>
                  <a:pt x="764194" y="553969"/>
                  <a:pt x="779602" y="538560"/>
                  <a:pt x="799860" y="538560"/>
                </a:cubicBezTo>
                <a:close/>
                <a:moveTo>
                  <a:pt x="1061464" y="514840"/>
                </a:moveTo>
                <a:cubicBezTo>
                  <a:pt x="1060409" y="514840"/>
                  <a:pt x="1059467" y="515493"/>
                  <a:pt x="1059097" y="516480"/>
                </a:cubicBezTo>
                <a:lnTo>
                  <a:pt x="1015512" y="632593"/>
                </a:lnTo>
                <a:cubicBezTo>
                  <a:pt x="1015201" y="633420"/>
                  <a:pt x="1015812" y="634302"/>
                  <a:pt x="1016695" y="634302"/>
                </a:cubicBezTo>
                <a:lnTo>
                  <a:pt x="1041825" y="634302"/>
                </a:lnTo>
                <a:cubicBezTo>
                  <a:pt x="1042896" y="634302"/>
                  <a:pt x="1043849" y="633628"/>
                  <a:pt x="1044208" y="632620"/>
                </a:cubicBezTo>
                <a:lnTo>
                  <a:pt x="1051055" y="613353"/>
                </a:lnTo>
                <a:lnTo>
                  <a:pt x="1099532" y="613353"/>
                </a:lnTo>
                <a:lnTo>
                  <a:pt x="1106379" y="632620"/>
                </a:lnTo>
                <a:cubicBezTo>
                  <a:pt x="1106738" y="633628"/>
                  <a:pt x="1107691" y="634302"/>
                  <a:pt x="1108762" y="634302"/>
                </a:cubicBezTo>
                <a:lnTo>
                  <a:pt x="1134583" y="634302"/>
                </a:lnTo>
                <a:cubicBezTo>
                  <a:pt x="1135465" y="634302"/>
                  <a:pt x="1136077" y="633419"/>
                  <a:pt x="1135766" y="632592"/>
                </a:cubicBezTo>
                <a:lnTo>
                  <a:pt x="1092012" y="516477"/>
                </a:lnTo>
                <a:cubicBezTo>
                  <a:pt x="1091641" y="515492"/>
                  <a:pt x="1090698" y="514840"/>
                  <a:pt x="1089646" y="514840"/>
                </a:cubicBezTo>
                <a:close/>
                <a:moveTo>
                  <a:pt x="877639" y="514840"/>
                </a:moveTo>
                <a:cubicBezTo>
                  <a:pt x="876942" y="514840"/>
                  <a:pt x="876376" y="515406"/>
                  <a:pt x="876376" y="516104"/>
                </a:cubicBezTo>
                <a:lnTo>
                  <a:pt x="876376" y="633038"/>
                </a:lnTo>
                <a:cubicBezTo>
                  <a:pt x="876376" y="633736"/>
                  <a:pt x="876942" y="634302"/>
                  <a:pt x="877639" y="634302"/>
                </a:cubicBezTo>
                <a:lnTo>
                  <a:pt x="901946" y="634302"/>
                </a:lnTo>
                <a:cubicBezTo>
                  <a:pt x="902646" y="634302"/>
                  <a:pt x="903210" y="633736"/>
                  <a:pt x="903210" y="633038"/>
                </a:cubicBezTo>
                <a:lnTo>
                  <a:pt x="903210" y="557604"/>
                </a:lnTo>
                <a:lnTo>
                  <a:pt x="933335" y="614218"/>
                </a:lnTo>
                <a:lnTo>
                  <a:pt x="948571" y="614218"/>
                </a:lnTo>
                <a:lnTo>
                  <a:pt x="978696" y="557604"/>
                </a:lnTo>
                <a:lnTo>
                  <a:pt x="978696" y="633038"/>
                </a:lnTo>
                <a:cubicBezTo>
                  <a:pt x="978696" y="633736"/>
                  <a:pt x="979262" y="634302"/>
                  <a:pt x="979960" y="634302"/>
                </a:cubicBezTo>
                <a:lnTo>
                  <a:pt x="1004267" y="634302"/>
                </a:lnTo>
                <a:cubicBezTo>
                  <a:pt x="1004966" y="634302"/>
                  <a:pt x="1005532" y="633736"/>
                  <a:pt x="1005532" y="633038"/>
                </a:cubicBezTo>
                <a:lnTo>
                  <a:pt x="1005532" y="516104"/>
                </a:lnTo>
                <a:cubicBezTo>
                  <a:pt x="1005532" y="515406"/>
                  <a:pt x="1004966" y="514840"/>
                  <a:pt x="1004267" y="514840"/>
                </a:cubicBezTo>
                <a:lnTo>
                  <a:pt x="974321" y="514840"/>
                </a:lnTo>
                <a:cubicBezTo>
                  <a:pt x="973390" y="514840"/>
                  <a:pt x="972534" y="515352"/>
                  <a:pt x="972094" y="516173"/>
                </a:cubicBezTo>
                <a:lnTo>
                  <a:pt x="941126" y="573878"/>
                </a:lnTo>
                <a:lnTo>
                  <a:pt x="910330" y="516178"/>
                </a:lnTo>
                <a:cubicBezTo>
                  <a:pt x="909891" y="515354"/>
                  <a:pt x="909034" y="514840"/>
                  <a:pt x="908101" y="514840"/>
                </a:cubicBezTo>
                <a:close/>
                <a:moveTo>
                  <a:pt x="622806" y="514840"/>
                </a:moveTo>
                <a:cubicBezTo>
                  <a:pt x="622108" y="514840"/>
                  <a:pt x="621542" y="515406"/>
                  <a:pt x="621542" y="516104"/>
                </a:cubicBezTo>
                <a:lnTo>
                  <a:pt x="621542" y="633038"/>
                </a:lnTo>
                <a:cubicBezTo>
                  <a:pt x="621542" y="633736"/>
                  <a:pt x="622108" y="634302"/>
                  <a:pt x="622806" y="634302"/>
                </a:cubicBezTo>
                <a:lnTo>
                  <a:pt x="647113" y="634302"/>
                </a:lnTo>
                <a:cubicBezTo>
                  <a:pt x="647811" y="634302"/>
                  <a:pt x="648377" y="633736"/>
                  <a:pt x="648377" y="633038"/>
                </a:cubicBezTo>
                <a:lnTo>
                  <a:pt x="648377" y="586863"/>
                </a:lnTo>
                <a:lnTo>
                  <a:pt x="696335" y="586863"/>
                </a:lnTo>
                <a:lnTo>
                  <a:pt x="696335" y="633038"/>
                </a:lnTo>
                <a:cubicBezTo>
                  <a:pt x="696335" y="633736"/>
                  <a:pt x="696901" y="634302"/>
                  <a:pt x="697598" y="634302"/>
                </a:cubicBezTo>
                <a:lnTo>
                  <a:pt x="721905" y="634302"/>
                </a:lnTo>
                <a:cubicBezTo>
                  <a:pt x="722605" y="634302"/>
                  <a:pt x="723171" y="633736"/>
                  <a:pt x="723171" y="633038"/>
                </a:cubicBezTo>
                <a:lnTo>
                  <a:pt x="723171" y="516104"/>
                </a:lnTo>
                <a:cubicBezTo>
                  <a:pt x="723171" y="515406"/>
                  <a:pt x="722605" y="514840"/>
                  <a:pt x="721905" y="514840"/>
                </a:cubicBezTo>
                <a:lnTo>
                  <a:pt x="697598" y="514840"/>
                </a:lnTo>
                <a:cubicBezTo>
                  <a:pt x="696901" y="514840"/>
                  <a:pt x="696335" y="515406"/>
                  <a:pt x="696335" y="516104"/>
                </a:cubicBezTo>
                <a:lnTo>
                  <a:pt x="696335" y="561586"/>
                </a:lnTo>
                <a:lnTo>
                  <a:pt x="648377" y="561586"/>
                </a:lnTo>
                <a:lnTo>
                  <a:pt x="648377" y="516104"/>
                </a:lnTo>
                <a:cubicBezTo>
                  <a:pt x="648377" y="515406"/>
                  <a:pt x="647811" y="514840"/>
                  <a:pt x="647113" y="514840"/>
                </a:cubicBezTo>
                <a:close/>
                <a:moveTo>
                  <a:pt x="517202" y="514840"/>
                </a:moveTo>
                <a:cubicBezTo>
                  <a:pt x="516504" y="514840"/>
                  <a:pt x="515938" y="515406"/>
                  <a:pt x="515938" y="516104"/>
                </a:cubicBezTo>
                <a:lnTo>
                  <a:pt x="515938" y="538854"/>
                </a:lnTo>
                <a:cubicBezTo>
                  <a:pt x="515938" y="539552"/>
                  <a:pt x="516504" y="540118"/>
                  <a:pt x="517202" y="540118"/>
                </a:cubicBezTo>
                <a:lnTo>
                  <a:pt x="549180" y="540118"/>
                </a:lnTo>
                <a:lnTo>
                  <a:pt x="549180" y="633038"/>
                </a:lnTo>
                <a:cubicBezTo>
                  <a:pt x="549180" y="633736"/>
                  <a:pt x="549746" y="634302"/>
                  <a:pt x="550444" y="634302"/>
                </a:cubicBezTo>
                <a:lnTo>
                  <a:pt x="574751" y="634302"/>
                </a:lnTo>
                <a:cubicBezTo>
                  <a:pt x="575449" y="634302"/>
                  <a:pt x="576015" y="633736"/>
                  <a:pt x="576015" y="633038"/>
                </a:cubicBezTo>
                <a:lnTo>
                  <a:pt x="576015" y="540118"/>
                </a:lnTo>
                <a:lnTo>
                  <a:pt x="607992" y="540118"/>
                </a:lnTo>
                <a:cubicBezTo>
                  <a:pt x="608691" y="540118"/>
                  <a:pt x="609257" y="539552"/>
                  <a:pt x="609257" y="538854"/>
                </a:cubicBezTo>
                <a:lnTo>
                  <a:pt x="609257" y="516104"/>
                </a:lnTo>
                <a:cubicBezTo>
                  <a:pt x="609257" y="515406"/>
                  <a:pt x="608691" y="514840"/>
                  <a:pt x="607993" y="514840"/>
                </a:cubicBezTo>
                <a:close/>
                <a:moveTo>
                  <a:pt x="1185521" y="512763"/>
                </a:moveTo>
                <a:cubicBezTo>
                  <a:pt x="1157993" y="512763"/>
                  <a:pt x="1139467" y="526959"/>
                  <a:pt x="1139467" y="548428"/>
                </a:cubicBezTo>
                <a:cubicBezTo>
                  <a:pt x="1139467" y="569550"/>
                  <a:pt x="1157299" y="580804"/>
                  <a:pt x="1181193" y="586517"/>
                </a:cubicBezTo>
                <a:cubicBezTo>
                  <a:pt x="1193831" y="589633"/>
                  <a:pt x="1205257" y="592403"/>
                  <a:pt x="1205257" y="600714"/>
                </a:cubicBezTo>
                <a:cubicBezTo>
                  <a:pt x="1205257" y="607813"/>
                  <a:pt x="1196081" y="612487"/>
                  <a:pt x="1185347" y="612487"/>
                </a:cubicBezTo>
                <a:cubicBezTo>
                  <a:pt x="1173158" y="612487"/>
                  <a:pt x="1159359" y="606690"/>
                  <a:pt x="1149696" y="598202"/>
                </a:cubicBezTo>
                <a:cubicBezTo>
                  <a:pt x="1149126" y="597702"/>
                  <a:pt x="1148269" y="597804"/>
                  <a:pt x="1147843" y="598432"/>
                </a:cubicBezTo>
                <a:lnTo>
                  <a:pt x="1135429" y="616740"/>
                </a:lnTo>
                <a:cubicBezTo>
                  <a:pt x="1135068" y="617275"/>
                  <a:pt x="1135149" y="618004"/>
                  <a:pt x="1135636" y="618428"/>
                </a:cubicBezTo>
                <a:cubicBezTo>
                  <a:pt x="1148137" y="629263"/>
                  <a:pt x="1167408" y="636379"/>
                  <a:pt x="1185521" y="636379"/>
                </a:cubicBezTo>
                <a:cubicBezTo>
                  <a:pt x="1212183" y="636379"/>
                  <a:pt x="1232785" y="621490"/>
                  <a:pt x="1232785" y="599502"/>
                </a:cubicBezTo>
                <a:cubicBezTo>
                  <a:pt x="1232785" y="571628"/>
                  <a:pt x="1199371" y="563318"/>
                  <a:pt x="1188810" y="561066"/>
                </a:cubicBezTo>
                <a:cubicBezTo>
                  <a:pt x="1177903" y="558816"/>
                  <a:pt x="1166996" y="555180"/>
                  <a:pt x="1166996" y="547389"/>
                </a:cubicBezTo>
                <a:cubicBezTo>
                  <a:pt x="1166996" y="541156"/>
                  <a:pt x="1174612" y="536655"/>
                  <a:pt x="1185347" y="536655"/>
                </a:cubicBezTo>
                <a:cubicBezTo>
                  <a:pt x="1196022" y="536655"/>
                  <a:pt x="1207164" y="540861"/>
                  <a:pt x="1214192" y="546909"/>
                </a:cubicBezTo>
                <a:cubicBezTo>
                  <a:pt x="1214787" y="547420"/>
                  <a:pt x="1215673" y="547296"/>
                  <a:pt x="1216082" y="546626"/>
                </a:cubicBezTo>
                <a:lnTo>
                  <a:pt x="1227215" y="528382"/>
                </a:lnTo>
                <a:cubicBezTo>
                  <a:pt x="1227533" y="527859"/>
                  <a:pt x="1227456" y="527178"/>
                  <a:pt x="1227003" y="526766"/>
                </a:cubicBezTo>
                <a:cubicBezTo>
                  <a:pt x="1218082" y="518649"/>
                  <a:pt x="1203355" y="512763"/>
                  <a:pt x="1185521" y="512763"/>
                </a:cubicBezTo>
                <a:close/>
                <a:moveTo>
                  <a:pt x="799860" y="512763"/>
                </a:moveTo>
                <a:cubicBezTo>
                  <a:pt x="763847" y="512763"/>
                  <a:pt x="736666" y="539425"/>
                  <a:pt x="736666" y="574571"/>
                </a:cubicBezTo>
                <a:cubicBezTo>
                  <a:pt x="736666" y="609717"/>
                  <a:pt x="763847" y="636379"/>
                  <a:pt x="799860" y="636379"/>
                </a:cubicBezTo>
                <a:cubicBezTo>
                  <a:pt x="835697" y="636379"/>
                  <a:pt x="863053" y="609717"/>
                  <a:pt x="863053" y="574571"/>
                </a:cubicBezTo>
                <a:cubicBezTo>
                  <a:pt x="863053" y="539425"/>
                  <a:pt x="835697" y="512763"/>
                  <a:pt x="799860" y="512763"/>
                </a:cubicBezTo>
                <a:close/>
                <a:moveTo>
                  <a:pt x="0" y="0"/>
                </a:moveTo>
                <a:lnTo>
                  <a:pt x="12192000" y="0"/>
                </a:lnTo>
                <a:lnTo>
                  <a:pt x="12192000" y="6858000"/>
                </a:lnTo>
                <a:lnTo>
                  <a:pt x="0" y="6858000"/>
                </a:lnTo>
                <a:lnTo>
                  <a:pt x="0" y="6358170"/>
                </a:lnTo>
                <a:lnTo>
                  <a:pt x="5354778" y="6358170"/>
                </a:lnTo>
                <a:cubicBezTo>
                  <a:pt x="5420407" y="6116818"/>
                  <a:pt x="5455957" y="5861806"/>
                  <a:pt x="5455957" y="5599507"/>
                </a:cubicBezTo>
                <a:cubicBezTo>
                  <a:pt x="5455957" y="4010231"/>
                  <a:pt x="4167066" y="2722417"/>
                  <a:pt x="2577373" y="2722417"/>
                </a:cubicBezTo>
                <a:cubicBezTo>
                  <a:pt x="1483832" y="2722417"/>
                  <a:pt x="532898" y="3331111"/>
                  <a:pt x="45356" y="4227981"/>
                </a:cubicBezTo>
                <a:lnTo>
                  <a:pt x="0" y="4322072"/>
                </a:lnTo>
                <a:close/>
              </a:path>
            </a:pathLst>
          </a:custGeom>
          <a:solidFill>
            <a:schemeClr val="bg1">
              <a:lumMod val="95000"/>
            </a:schemeClr>
          </a:solidFill>
        </p:spPr>
        <p:txBody>
          <a:bodyPr wrap="square" tIns="1440000" anchor="t">
            <a:noAutofit/>
          </a:bodyPr>
          <a:lstStyle>
            <a:lvl1pPr algn="ctr">
              <a:defRPr sz="2400" b="0" i="0">
                <a:solidFill>
                  <a:schemeClr val="tx1"/>
                </a:solidFill>
                <a:highlight>
                  <a:srgbClr val="FFFF00"/>
                </a:highlight>
                <a:latin typeface="+mn-lt"/>
              </a:defRPr>
            </a:lvl1pPr>
          </a:lstStyle>
          <a:p>
            <a:pPr marL="0" marR="0" lvl="0" indent="0" algn="ctr" defTabSz="914400" rtl="0" eaLnBrk="1" fontAlgn="auto" latinLnBrk="0" hangingPunct="1">
              <a:lnSpc>
                <a:spcPct val="90000"/>
              </a:lnSpc>
              <a:spcBef>
                <a:spcPts val="0"/>
              </a:spcBef>
              <a:spcAft>
                <a:spcPts val="1800"/>
              </a:spcAft>
              <a:buClr>
                <a:schemeClr val="bg2"/>
              </a:buClr>
              <a:buSzTx/>
              <a:buFont typeface="Arial" panose="020B0604020202020204" pitchFamily="34" charset="0"/>
              <a:buNone/>
              <a:tabLst/>
              <a:defRPr/>
            </a:pPr>
            <a:r>
              <a:rPr lang="en-GB" err="1"/>
              <a:t>Plaats</a:t>
            </a:r>
            <a:r>
              <a:rPr lang="en-GB"/>
              <a:t> </a:t>
            </a:r>
            <a:r>
              <a:rPr lang="en-GB" err="1"/>
              <a:t>eerst</a:t>
            </a:r>
            <a:r>
              <a:rPr lang="en-GB"/>
              <a:t> </a:t>
            </a:r>
            <a:r>
              <a:rPr lang="en-GB" err="1"/>
              <a:t>een</a:t>
            </a:r>
            <a:r>
              <a:rPr lang="en-GB"/>
              <a:t> </a:t>
            </a:r>
            <a:r>
              <a:rPr lang="en-GB" err="1"/>
              <a:t>afbeelding</a:t>
            </a:r>
            <a:r>
              <a:rPr lang="en-GB"/>
              <a:t> </a:t>
            </a:r>
            <a:r>
              <a:rPr lang="en-GB" err="1"/>
              <a:t>voordat</a:t>
            </a:r>
            <a:r>
              <a:rPr lang="en-GB"/>
              <a:t> je de </a:t>
            </a:r>
            <a:r>
              <a:rPr lang="en-GB" err="1"/>
              <a:t>titel</a:t>
            </a:r>
            <a:r>
              <a:rPr lang="en-GB"/>
              <a:t> </a:t>
            </a:r>
            <a:r>
              <a:rPr lang="en-GB" err="1"/>
              <a:t>invult</a:t>
            </a:r>
            <a:r>
              <a:rPr lang="en-GB"/>
              <a:t>.</a:t>
            </a:r>
          </a:p>
        </p:txBody>
      </p:sp>
      <p:sp>
        <p:nvSpPr>
          <p:cNvPr id="2" name="Date Placeholder 1">
            <a:extLst>
              <a:ext uri="{FF2B5EF4-FFF2-40B4-BE49-F238E27FC236}">
                <a16:creationId xmlns:a16="http://schemas.microsoft.com/office/drawing/2014/main" id="{B44398D7-85A0-281A-1B38-7B6FC712C810}"/>
              </a:ext>
            </a:extLst>
          </p:cNvPr>
          <p:cNvSpPr>
            <a:spLocks noGrp="1"/>
          </p:cNvSpPr>
          <p:nvPr>
            <p:ph type="dt" sz="half" idx="13"/>
          </p:nvPr>
        </p:nvSpPr>
        <p:spPr/>
        <p:txBody>
          <a:bodyPr/>
          <a:lstStyle>
            <a:lvl1pPr>
              <a:defRPr>
                <a:solidFill>
                  <a:schemeClr val="bg1"/>
                </a:solidFill>
              </a:defRPr>
            </a:lvl1pPr>
          </a:lstStyle>
          <a:p>
            <a:fld id="{0F95E86C-603C-44F7-83F9-8134D6D95E0E}" type="datetime4">
              <a:rPr lang="en-US" smtClean="0"/>
              <a:t>October 15, 2026</a:t>
            </a:fld>
            <a:endParaRPr lang="en-BE"/>
          </a:p>
        </p:txBody>
      </p:sp>
      <p:sp>
        <p:nvSpPr>
          <p:cNvPr id="9" name="Footer Placeholder 8">
            <a:extLst>
              <a:ext uri="{FF2B5EF4-FFF2-40B4-BE49-F238E27FC236}">
                <a16:creationId xmlns:a16="http://schemas.microsoft.com/office/drawing/2014/main" id="{ACF13D48-EF81-B977-EAD2-065D28F89FA2}"/>
              </a:ext>
            </a:extLst>
          </p:cNvPr>
          <p:cNvSpPr>
            <a:spLocks noGrp="1"/>
          </p:cNvSpPr>
          <p:nvPr>
            <p:ph type="ftr" sz="quarter" idx="14"/>
          </p:nvPr>
        </p:nvSpPr>
        <p:spPr/>
        <p:txBody>
          <a:bodyPr/>
          <a:lstStyle>
            <a:lvl1pPr>
              <a:defRPr>
                <a:solidFill>
                  <a:schemeClr val="bg1"/>
                </a:solidFill>
              </a:defRPr>
            </a:lvl1pPr>
          </a:lstStyle>
          <a:p>
            <a:r>
              <a:rPr lang="en-GB"/>
              <a:t>Voettekst</a:t>
            </a:r>
            <a:endParaRPr lang="en-BE"/>
          </a:p>
        </p:txBody>
      </p:sp>
      <p:sp>
        <p:nvSpPr>
          <p:cNvPr id="10" name="Slide Number Placeholder 9">
            <a:extLst>
              <a:ext uri="{FF2B5EF4-FFF2-40B4-BE49-F238E27FC236}">
                <a16:creationId xmlns:a16="http://schemas.microsoft.com/office/drawing/2014/main" id="{E2FBA262-B5EE-1B59-329C-4678FB34050E}"/>
              </a:ext>
            </a:extLst>
          </p:cNvPr>
          <p:cNvSpPr>
            <a:spLocks noGrp="1"/>
          </p:cNvSpPr>
          <p:nvPr>
            <p:ph type="sldNum" sz="quarter" idx="15"/>
          </p:nvPr>
        </p:nvSpPr>
        <p:spPr/>
        <p:txBody>
          <a:bodyPr/>
          <a:lstStyle>
            <a:lvl1pPr>
              <a:defRPr>
                <a:solidFill>
                  <a:schemeClr val="bg1"/>
                </a:solidFill>
              </a:defRPr>
            </a:lvl1pPr>
          </a:lstStyle>
          <a:p>
            <a:fld id="{8B70248A-FD0F-534C-919E-E8EB9B0FC062}" type="slidenum">
              <a:rPr lang="en-BE" smtClean="0"/>
              <a:pPr/>
              <a:t>‹#›</a:t>
            </a:fld>
            <a:endParaRPr lang="en-BE"/>
          </a:p>
        </p:txBody>
      </p:sp>
      <p:sp>
        <p:nvSpPr>
          <p:cNvPr id="8" name="Title 20">
            <a:extLst>
              <a:ext uri="{FF2B5EF4-FFF2-40B4-BE49-F238E27FC236}">
                <a16:creationId xmlns:a16="http://schemas.microsoft.com/office/drawing/2014/main" id="{8598B0ED-9E10-4E19-AA43-7BDD381C3E90}"/>
              </a:ext>
            </a:extLst>
          </p:cNvPr>
          <p:cNvSpPr>
            <a:spLocks noGrp="1"/>
          </p:cNvSpPr>
          <p:nvPr>
            <p:ph type="title" hasCustomPrompt="1"/>
          </p:nvPr>
        </p:nvSpPr>
        <p:spPr>
          <a:xfrm>
            <a:off x="515937" y="4397819"/>
            <a:ext cx="4194959" cy="752514"/>
          </a:xfrm>
        </p:spPr>
        <p:txBody>
          <a:bodyPr wrap="square" lIns="108000" rIns="0" bIns="0" anchor="b">
            <a:spAutoFit/>
          </a:bodyPr>
          <a:lstStyle>
            <a:lvl1pPr>
              <a:defRPr sz="5400" b="0">
                <a:solidFill>
                  <a:schemeClr val="bg2"/>
                </a:solidFill>
              </a:defRPr>
            </a:lvl1pPr>
          </a:lstStyle>
          <a:p>
            <a:r>
              <a:rPr lang="en-GB"/>
              <a:t>Korte </a:t>
            </a:r>
            <a:r>
              <a:rPr lang="en-GB" err="1"/>
              <a:t>titel</a:t>
            </a:r>
            <a:endParaRPr lang="en-BE"/>
          </a:p>
        </p:txBody>
      </p:sp>
      <p:sp>
        <p:nvSpPr>
          <p:cNvPr id="12" name="Text Placeholder 3">
            <a:extLst>
              <a:ext uri="{FF2B5EF4-FFF2-40B4-BE49-F238E27FC236}">
                <a16:creationId xmlns:a16="http://schemas.microsoft.com/office/drawing/2014/main" id="{96BB5B48-50D4-391C-7C47-6ECEF435737F}"/>
              </a:ext>
            </a:extLst>
          </p:cNvPr>
          <p:cNvSpPr>
            <a:spLocks noGrp="1"/>
          </p:cNvSpPr>
          <p:nvPr>
            <p:ph type="body" sz="quarter" idx="11" hasCustomPrompt="1"/>
          </p:nvPr>
        </p:nvSpPr>
        <p:spPr>
          <a:xfrm>
            <a:off x="507599" y="5162202"/>
            <a:ext cx="4203307" cy="513405"/>
          </a:xfrm>
          <a:prstGeom prst="rect">
            <a:avLst/>
          </a:prstGeom>
        </p:spPr>
        <p:txBody>
          <a:bodyPr wrap="square" lIns="108000" tIns="36000" rIns="0">
            <a:spAutoFit/>
          </a:bodyPr>
          <a:lstStyle>
            <a:lvl1pPr marL="0" indent="0">
              <a:lnSpc>
                <a:spcPct val="100000"/>
              </a:lnSpc>
              <a:buFont typeface="Arial" panose="020B0604020202020204" pitchFamily="34" charset="0"/>
              <a:buNone/>
              <a:defRPr sz="2800" b="1" i="0">
                <a:solidFill>
                  <a:schemeClr val="bg1"/>
                </a:solidFill>
                <a:latin typeface="Century Gothic" panose="020B0502020202020204" pitchFamily="34" charset="0"/>
              </a:defRPr>
            </a:lvl1pPr>
          </a:lstStyle>
          <a:p>
            <a:pPr lvl="0"/>
            <a:r>
              <a:rPr lang="en-GB" err="1"/>
              <a:t>Ondertitel</a:t>
            </a:r>
            <a:endParaRPr lang="en-GB"/>
          </a:p>
        </p:txBody>
      </p:sp>
    </p:spTree>
    <p:extLst>
      <p:ext uri="{BB962C8B-B14F-4D97-AF65-F5344CB8AC3E}">
        <p14:creationId xmlns:p14="http://schemas.microsoft.com/office/powerpoint/2010/main" val="10516582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oofdstukslide 1">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D7FD5E2B-04EF-C0A8-F6FF-07A1408208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4238291" y="2146774"/>
            <a:ext cx="6903353" cy="2609804"/>
          </a:xfrm>
          <a:prstGeom prst="rect">
            <a:avLst/>
          </a:prstGeom>
        </p:spPr>
      </p:pic>
      <p:pic>
        <p:nvPicPr>
          <p:cNvPr id="8" name="Graphic 7">
            <a:extLst>
              <a:ext uri="{FF2B5EF4-FFF2-40B4-BE49-F238E27FC236}">
                <a16:creationId xmlns:a16="http://schemas.microsoft.com/office/drawing/2014/main" id="{8DBA32B7-8BF2-4E84-29DF-12C340B1BE84}"/>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5189" r="5189"/>
          <a:stretch/>
        </p:blipFill>
        <p:spPr>
          <a:xfrm rot="5400000">
            <a:off x="7316570" y="1982572"/>
            <a:ext cx="6858002" cy="2892857"/>
          </a:xfrm>
          <a:prstGeom prst="rect">
            <a:avLst/>
          </a:prstGeom>
        </p:spPr>
      </p:pic>
      <p:sp>
        <p:nvSpPr>
          <p:cNvPr id="5" name="Date Placeholder 4">
            <a:extLst>
              <a:ext uri="{FF2B5EF4-FFF2-40B4-BE49-F238E27FC236}">
                <a16:creationId xmlns:a16="http://schemas.microsoft.com/office/drawing/2014/main" id="{D9667B28-01D9-052E-0F45-E9F56DE694F7}"/>
              </a:ext>
            </a:extLst>
          </p:cNvPr>
          <p:cNvSpPr>
            <a:spLocks noGrp="1"/>
          </p:cNvSpPr>
          <p:nvPr>
            <p:ph type="dt" sz="half" idx="11"/>
          </p:nvPr>
        </p:nvSpPr>
        <p:spPr/>
        <p:txBody>
          <a:bodyPr/>
          <a:lstStyle/>
          <a:p>
            <a:fld id="{1BA3B903-E368-4723-ADD7-D1583A4B4CB0}" type="datetime4">
              <a:rPr lang="en-US" smtClean="0"/>
              <a:t>October 15, 2026</a:t>
            </a:fld>
            <a:endParaRPr lang="en-BE"/>
          </a:p>
        </p:txBody>
      </p:sp>
      <p:sp>
        <p:nvSpPr>
          <p:cNvPr id="7" name="Footer Placeholder 6">
            <a:extLst>
              <a:ext uri="{FF2B5EF4-FFF2-40B4-BE49-F238E27FC236}">
                <a16:creationId xmlns:a16="http://schemas.microsoft.com/office/drawing/2014/main" id="{06ADB8DE-B83F-3940-C769-50FA6A434189}"/>
              </a:ext>
            </a:extLst>
          </p:cNvPr>
          <p:cNvSpPr>
            <a:spLocks noGrp="1"/>
          </p:cNvSpPr>
          <p:nvPr>
            <p:ph type="ftr" sz="quarter" idx="12"/>
          </p:nvPr>
        </p:nvSpPr>
        <p:spPr/>
        <p:txBody>
          <a:bodyPr/>
          <a:lstStyle/>
          <a:p>
            <a:r>
              <a:rPr lang="en-GB"/>
              <a:t>Voettekst</a:t>
            </a:r>
            <a:endParaRPr lang="en-BE"/>
          </a:p>
        </p:txBody>
      </p:sp>
      <p:sp>
        <p:nvSpPr>
          <p:cNvPr id="12" name="Slide Number Placeholder 11">
            <a:extLst>
              <a:ext uri="{FF2B5EF4-FFF2-40B4-BE49-F238E27FC236}">
                <a16:creationId xmlns:a16="http://schemas.microsoft.com/office/drawing/2014/main" id="{9534C880-3969-6D43-09CD-61FF8BCD1A0A}"/>
              </a:ext>
            </a:extLst>
          </p:cNvPr>
          <p:cNvSpPr>
            <a:spLocks noGrp="1"/>
          </p:cNvSpPr>
          <p:nvPr>
            <p:ph type="sldNum" sz="quarter" idx="13"/>
          </p:nvPr>
        </p:nvSpPr>
        <p:spPr/>
        <p:txBody>
          <a:bodyPr/>
          <a:lstStyle/>
          <a:p>
            <a:fld id="{8B70248A-FD0F-534C-919E-E8EB9B0FC062}" type="slidenum">
              <a:rPr lang="en-BE" smtClean="0"/>
              <a:pPr/>
              <a:t>‹#›</a:t>
            </a:fld>
            <a:endParaRPr lang="en-BE"/>
          </a:p>
        </p:txBody>
      </p:sp>
      <p:sp>
        <p:nvSpPr>
          <p:cNvPr id="16" name="Text Placeholder 3">
            <a:extLst>
              <a:ext uri="{FF2B5EF4-FFF2-40B4-BE49-F238E27FC236}">
                <a16:creationId xmlns:a16="http://schemas.microsoft.com/office/drawing/2014/main" id="{BB647212-9891-C1A8-37A6-64D07DC0941A}"/>
              </a:ext>
            </a:extLst>
          </p:cNvPr>
          <p:cNvSpPr>
            <a:spLocks noGrp="1"/>
          </p:cNvSpPr>
          <p:nvPr>
            <p:ph type="body" sz="quarter" idx="10" hasCustomPrompt="1"/>
          </p:nvPr>
        </p:nvSpPr>
        <p:spPr>
          <a:xfrm>
            <a:off x="515935" y="2688720"/>
            <a:ext cx="8207651"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17" name="Title 5">
            <a:extLst>
              <a:ext uri="{FF2B5EF4-FFF2-40B4-BE49-F238E27FC236}">
                <a16:creationId xmlns:a16="http://schemas.microsoft.com/office/drawing/2014/main" id="{26CA964F-AD91-D1A7-3E9D-5A3258073549}"/>
              </a:ext>
            </a:extLst>
          </p:cNvPr>
          <p:cNvSpPr>
            <a:spLocks noGrp="1"/>
          </p:cNvSpPr>
          <p:nvPr>
            <p:ph type="title" hasCustomPrompt="1"/>
          </p:nvPr>
        </p:nvSpPr>
        <p:spPr>
          <a:xfrm>
            <a:off x="515935" y="3213273"/>
            <a:ext cx="8207651"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grpSp>
        <p:nvGrpSpPr>
          <p:cNvPr id="2" name="Graphic 10">
            <a:extLst>
              <a:ext uri="{FF2B5EF4-FFF2-40B4-BE49-F238E27FC236}">
                <a16:creationId xmlns:a16="http://schemas.microsoft.com/office/drawing/2014/main" id="{FAA310E7-1907-40FB-7FB3-07AC27640316}"/>
              </a:ext>
            </a:extLst>
          </p:cNvPr>
          <p:cNvGrpSpPr/>
          <p:nvPr userDrawn="1"/>
        </p:nvGrpSpPr>
        <p:grpSpPr>
          <a:xfrm>
            <a:off x="515936" y="512763"/>
            <a:ext cx="2144749" cy="508682"/>
            <a:chOff x="419100" y="2082800"/>
            <a:chExt cx="7770288" cy="1842923"/>
          </a:xfrm>
          <a:solidFill>
            <a:schemeClr val="bg2"/>
          </a:solidFill>
        </p:grpSpPr>
        <p:sp>
          <p:nvSpPr>
            <p:cNvPr id="3" name="Freeform 2">
              <a:extLst>
                <a:ext uri="{FF2B5EF4-FFF2-40B4-BE49-F238E27FC236}">
                  <a16:creationId xmlns:a16="http://schemas.microsoft.com/office/drawing/2014/main" id="{8C2D1F85-A62C-D889-D9A5-5612D3D7F7CA}"/>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4" name="Freeform 3">
              <a:extLst>
                <a:ext uri="{FF2B5EF4-FFF2-40B4-BE49-F238E27FC236}">
                  <a16:creationId xmlns:a16="http://schemas.microsoft.com/office/drawing/2014/main" id="{AC691A2A-AD2F-8B00-86DE-D2C56C08C600}"/>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6" name="Freeform 5">
              <a:extLst>
                <a:ext uri="{FF2B5EF4-FFF2-40B4-BE49-F238E27FC236}">
                  <a16:creationId xmlns:a16="http://schemas.microsoft.com/office/drawing/2014/main" id="{25881590-E4DD-3058-9B02-DA61A00CFA86}"/>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4248814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oofdstukslide 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607D464-2B65-AE03-D009-778361451B43}"/>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l="-2" t="20195" r="2" b="253"/>
          <a:stretch/>
        </p:blipFill>
        <p:spPr>
          <a:xfrm rot="10800000">
            <a:off x="6675543" y="5426034"/>
            <a:ext cx="4761335" cy="1431966"/>
          </a:xfrm>
          <a:prstGeom prst="rect">
            <a:avLst/>
          </a:prstGeom>
        </p:spPr>
      </p:pic>
      <p:pic>
        <p:nvPicPr>
          <p:cNvPr id="9" name="Graphic 8">
            <a:extLst>
              <a:ext uri="{FF2B5EF4-FFF2-40B4-BE49-F238E27FC236}">
                <a16:creationId xmlns:a16="http://schemas.microsoft.com/office/drawing/2014/main" id="{2465613A-160D-F605-2B4E-32A0D39245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6429111" y="1787400"/>
            <a:ext cx="5204805" cy="3283200"/>
          </a:xfrm>
          <a:prstGeom prst="rect">
            <a:avLst/>
          </a:prstGeom>
        </p:spPr>
      </p:pic>
      <p:pic>
        <p:nvPicPr>
          <p:cNvPr id="11" name="Graphic 10">
            <a:extLst>
              <a:ext uri="{FF2B5EF4-FFF2-40B4-BE49-F238E27FC236}">
                <a16:creationId xmlns:a16="http://schemas.microsoft.com/office/drawing/2014/main" id="{0F2CD620-B696-4F43-8B0A-A3FFACF6BDA4}"/>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r="23396"/>
          <a:stretch/>
        </p:blipFill>
        <p:spPr>
          <a:xfrm rot="16200000">
            <a:off x="8317808" y="-1734057"/>
            <a:ext cx="1427412" cy="4895522"/>
          </a:xfrm>
          <a:prstGeom prst="rect">
            <a:avLst/>
          </a:prstGeom>
        </p:spPr>
      </p:pic>
      <p:sp>
        <p:nvSpPr>
          <p:cNvPr id="8" name="Picture Placeholder 7">
            <a:extLst>
              <a:ext uri="{FF2B5EF4-FFF2-40B4-BE49-F238E27FC236}">
                <a16:creationId xmlns:a16="http://schemas.microsoft.com/office/drawing/2014/main" id="{89DD749A-EF56-0681-080F-05B6E605702D}"/>
              </a:ext>
            </a:extLst>
          </p:cNvPr>
          <p:cNvSpPr>
            <a:spLocks noGrp="1"/>
          </p:cNvSpPr>
          <p:nvPr>
            <p:ph type="pic" sz="quarter" idx="11" hasCustomPrompt="1"/>
          </p:nvPr>
        </p:nvSpPr>
        <p:spPr>
          <a:xfrm>
            <a:off x="6421892" y="1787389"/>
            <a:ext cx="5219245" cy="3283200"/>
          </a:xfrm>
          <a:custGeom>
            <a:avLst/>
            <a:gdLst>
              <a:gd name="connsiteX0" fmla="*/ 104944 w 6019800"/>
              <a:gd name="connsiteY0" fmla="*/ 0 h 3786819"/>
              <a:gd name="connsiteX1" fmla="*/ 5914856 w 6019800"/>
              <a:gd name="connsiteY1" fmla="*/ 0 h 3786819"/>
              <a:gd name="connsiteX2" fmla="*/ 5958650 w 6019800"/>
              <a:gd name="connsiteY2" fmla="*/ 170319 h 3786819"/>
              <a:gd name="connsiteX3" fmla="*/ 6019800 w 6019800"/>
              <a:gd name="connsiteY3" fmla="*/ 776919 h 3786819"/>
              <a:gd name="connsiteX4" fmla="*/ 3009900 w 6019800"/>
              <a:gd name="connsiteY4" fmla="*/ 3786819 h 3786819"/>
              <a:gd name="connsiteX5" fmla="*/ 0 w 6019800"/>
              <a:gd name="connsiteY5" fmla="*/ 776919 h 3786819"/>
              <a:gd name="connsiteX6" fmla="*/ 61151 w 6019800"/>
              <a:gd name="connsiteY6" fmla="*/ 170319 h 378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9800" h="3786819">
                <a:moveTo>
                  <a:pt x="104944" y="0"/>
                </a:moveTo>
                <a:lnTo>
                  <a:pt x="5914856" y="0"/>
                </a:lnTo>
                <a:lnTo>
                  <a:pt x="5958650" y="170319"/>
                </a:lnTo>
                <a:cubicBezTo>
                  <a:pt x="5998744" y="366256"/>
                  <a:pt x="6019800" y="569129"/>
                  <a:pt x="6019800" y="776919"/>
                </a:cubicBezTo>
                <a:cubicBezTo>
                  <a:pt x="6019800" y="2439241"/>
                  <a:pt x="4672222" y="3786819"/>
                  <a:pt x="3009900" y="3786819"/>
                </a:cubicBezTo>
                <a:cubicBezTo>
                  <a:pt x="1347578" y="3786819"/>
                  <a:pt x="0" y="2439241"/>
                  <a:pt x="0" y="776919"/>
                </a:cubicBezTo>
                <a:cubicBezTo>
                  <a:pt x="0" y="569129"/>
                  <a:pt x="21056" y="366256"/>
                  <a:pt x="61151" y="170319"/>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3" name="Date Placeholder 2">
            <a:extLst>
              <a:ext uri="{FF2B5EF4-FFF2-40B4-BE49-F238E27FC236}">
                <a16:creationId xmlns:a16="http://schemas.microsoft.com/office/drawing/2014/main" id="{548501B4-8662-315C-12F6-DD444D0A3D12}"/>
              </a:ext>
            </a:extLst>
          </p:cNvPr>
          <p:cNvSpPr>
            <a:spLocks noGrp="1"/>
          </p:cNvSpPr>
          <p:nvPr>
            <p:ph type="dt" sz="half" idx="12"/>
          </p:nvPr>
        </p:nvSpPr>
        <p:spPr/>
        <p:txBody>
          <a:bodyPr/>
          <a:lstStyle/>
          <a:p>
            <a:fld id="{45C7AA20-E1FA-45E2-9083-4F94E7F6210C}" type="datetime4">
              <a:rPr lang="en-US" smtClean="0"/>
              <a:t>October 15, 2026</a:t>
            </a:fld>
            <a:endParaRPr lang="en-BE"/>
          </a:p>
        </p:txBody>
      </p:sp>
      <p:sp>
        <p:nvSpPr>
          <p:cNvPr id="5" name="Footer Placeholder 4">
            <a:extLst>
              <a:ext uri="{FF2B5EF4-FFF2-40B4-BE49-F238E27FC236}">
                <a16:creationId xmlns:a16="http://schemas.microsoft.com/office/drawing/2014/main" id="{843437BB-3B68-3295-D2FC-3233649D951A}"/>
              </a:ext>
            </a:extLst>
          </p:cNvPr>
          <p:cNvSpPr>
            <a:spLocks noGrp="1"/>
          </p:cNvSpPr>
          <p:nvPr>
            <p:ph type="ftr" sz="quarter" idx="13"/>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FBCEF97D-428F-5DC6-799A-CDF44C71EB86}"/>
              </a:ext>
            </a:extLst>
          </p:cNvPr>
          <p:cNvSpPr>
            <a:spLocks noGrp="1"/>
          </p:cNvSpPr>
          <p:nvPr>
            <p:ph type="sldNum" sz="quarter" idx="14"/>
          </p:nvPr>
        </p:nvSpPr>
        <p:spPr/>
        <p:txBody>
          <a:bodyPr/>
          <a:lstStyle/>
          <a:p>
            <a:fld id="{8B70248A-FD0F-534C-919E-E8EB9B0FC062}" type="slidenum">
              <a:rPr lang="en-BE" smtClean="0"/>
              <a:pPr/>
              <a:t>‹#›</a:t>
            </a:fld>
            <a:endParaRPr lang="en-BE"/>
          </a:p>
        </p:txBody>
      </p:sp>
      <p:sp>
        <p:nvSpPr>
          <p:cNvPr id="4" name="Text Placeholder 3">
            <a:extLst>
              <a:ext uri="{FF2B5EF4-FFF2-40B4-BE49-F238E27FC236}">
                <a16:creationId xmlns:a16="http://schemas.microsoft.com/office/drawing/2014/main" id="{4FCEEB1D-2D0A-C0FD-E14B-E185F6272067}"/>
              </a:ext>
            </a:extLst>
          </p:cNvPr>
          <p:cNvSpPr>
            <a:spLocks noGrp="1"/>
          </p:cNvSpPr>
          <p:nvPr>
            <p:ph type="body" sz="quarter" idx="10" hasCustomPrompt="1"/>
          </p:nvPr>
        </p:nvSpPr>
        <p:spPr>
          <a:xfrm>
            <a:off x="515935" y="2467960"/>
            <a:ext cx="5580065" cy="524553"/>
          </a:xfrm>
          <a:prstGeom prst="rect">
            <a:avLst/>
          </a:prstGeom>
        </p:spPr>
        <p:txBody>
          <a:bodyPr wrap="square" lIns="0" rIns="0" bIns="108000" anchor="b">
            <a:spAutoFit/>
          </a:bodyPr>
          <a:lstStyle>
            <a:lvl1pPr marL="0" indent="0">
              <a:lnSpc>
                <a:spcPct val="100000"/>
              </a:lnSpc>
              <a:buFont typeface="Arial" panose="020B0604020202020204" pitchFamily="34" charset="0"/>
              <a:buNone/>
              <a:defRPr b="1" i="1">
                <a:solidFill>
                  <a:schemeClr val="bg1"/>
                </a:solidFill>
                <a:latin typeface="Century Gothic" panose="020B0502020202020204" pitchFamily="34" charset="0"/>
              </a:defRPr>
            </a:lvl1pPr>
          </a:lstStyle>
          <a:p>
            <a:pPr lvl="0"/>
            <a:r>
              <a:rPr lang="en-GB" err="1"/>
              <a:t>Hoofdstuk</a:t>
            </a:r>
            <a:r>
              <a:rPr lang="en-GB"/>
              <a:t> - </a:t>
            </a:r>
            <a:r>
              <a:rPr lang="en-GB" err="1"/>
              <a:t>Ondertitel</a:t>
            </a:r>
            <a:endParaRPr lang="en-BE"/>
          </a:p>
        </p:txBody>
      </p:sp>
      <p:sp>
        <p:nvSpPr>
          <p:cNvPr id="6" name="Title 5">
            <a:extLst>
              <a:ext uri="{FF2B5EF4-FFF2-40B4-BE49-F238E27FC236}">
                <a16:creationId xmlns:a16="http://schemas.microsoft.com/office/drawing/2014/main" id="{4318E559-974A-8B80-92EA-B5C1CD33BE5F}"/>
              </a:ext>
            </a:extLst>
          </p:cNvPr>
          <p:cNvSpPr>
            <a:spLocks noGrp="1"/>
          </p:cNvSpPr>
          <p:nvPr>
            <p:ph type="title" hasCustomPrompt="1"/>
          </p:nvPr>
        </p:nvSpPr>
        <p:spPr>
          <a:xfrm>
            <a:off x="515935" y="2992513"/>
            <a:ext cx="5580065" cy="1588127"/>
          </a:xfrm>
          <a:prstGeom prst="rect">
            <a:avLst/>
          </a:prstGeom>
        </p:spPr>
        <p:txBody>
          <a:bodyPr lIns="0" rIns="0" anchor="t">
            <a:normAutofit/>
          </a:bodyPr>
          <a:lstStyle>
            <a:lvl1pPr>
              <a:defRPr sz="5400" b="0">
                <a:solidFill>
                  <a:schemeClr val="bg1"/>
                </a:solidFill>
              </a:defRPr>
            </a:lvl1pPr>
          </a:lstStyle>
          <a:p>
            <a:r>
              <a:rPr lang="en-GB" err="1"/>
              <a:t>Hoofdstuk</a:t>
            </a:r>
            <a:r>
              <a:rPr lang="en-GB"/>
              <a:t> - </a:t>
            </a:r>
            <a:r>
              <a:rPr lang="en-GB" err="1"/>
              <a:t>Titel</a:t>
            </a:r>
            <a:endParaRPr lang="en-BE"/>
          </a:p>
        </p:txBody>
      </p:sp>
      <p:grpSp>
        <p:nvGrpSpPr>
          <p:cNvPr id="10" name="Graphic 10">
            <a:extLst>
              <a:ext uri="{FF2B5EF4-FFF2-40B4-BE49-F238E27FC236}">
                <a16:creationId xmlns:a16="http://schemas.microsoft.com/office/drawing/2014/main" id="{C06E3D14-4ECF-8D83-CA6B-9C0FD02F775F}"/>
              </a:ext>
            </a:extLst>
          </p:cNvPr>
          <p:cNvGrpSpPr/>
          <p:nvPr userDrawn="1"/>
        </p:nvGrpSpPr>
        <p:grpSpPr>
          <a:xfrm>
            <a:off x="515936" y="512763"/>
            <a:ext cx="2144749" cy="508682"/>
            <a:chOff x="419100" y="2082800"/>
            <a:chExt cx="7770288" cy="1842923"/>
          </a:xfrm>
          <a:solidFill>
            <a:schemeClr val="bg2"/>
          </a:solidFill>
        </p:grpSpPr>
        <p:sp>
          <p:nvSpPr>
            <p:cNvPr id="12" name="Freeform 11">
              <a:extLst>
                <a:ext uri="{FF2B5EF4-FFF2-40B4-BE49-F238E27FC236}">
                  <a16:creationId xmlns:a16="http://schemas.microsoft.com/office/drawing/2014/main" id="{9C839208-3C04-8305-6D57-CDF245116F6B}"/>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13" name="Freeform 12">
              <a:extLst>
                <a:ext uri="{FF2B5EF4-FFF2-40B4-BE49-F238E27FC236}">
                  <a16:creationId xmlns:a16="http://schemas.microsoft.com/office/drawing/2014/main" id="{E5B6C7C9-8B51-8E54-1D8D-FDCDB0B9F59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5" name="Freeform 14">
              <a:extLst>
                <a:ext uri="{FF2B5EF4-FFF2-40B4-BE49-F238E27FC236}">
                  <a16:creationId xmlns:a16="http://schemas.microsoft.com/office/drawing/2014/main" id="{FBD6D133-3464-112B-7FA8-C09B3045EFA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18522107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678BCEA-0B84-4089-DAB5-B0D1E67779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65158"/>
          </a:xfrm>
          <a:prstGeom prst="rect">
            <a:avLst/>
          </a:prstGeom>
        </p:spPr>
      </p:pic>
      <p:sp>
        <p:nvSpPr>
          <p:cNvPr id="4" name="Media Placeholder 2">
            <a:extLst>
              <a:ext uri="{FF2B5EF4-FFF2-40B4-BE49-F238E27FC236}">
                <a16:creationId xmlns:a16="http://schemas.microsoft.com/office/drawing/2014/main" id="{F3454101-EAFC-EFD7-FDCD-06EFD0129F8E}"/>
              </a:ext>
            </a:extLst>
          </p:cNvPr>
          <p:cNvSpPr>
            <a:spLocks noGrp="1"/>
          </p:cNvSpPr>
          <p:nvPr>
            <p:ph type="media" sz="quarter" idx="22"/>
          </p:nvPr>
        </p:nvSpPr>
        <p:spPr>
          <a:xfrm>
            <a:off x="515938" y="512765"/>
            <a:ext cx="11160124" cy="5832473"/>
          </a:xfrm>
          <a:prstGeom prst="rect">
            <a:avLst/>
          </a:prstGeom>
          <a:solidFill>
            <a:schemeClr val="bg1">
              <a:lumMod val="95000"/>
            </a:schemeClr>
          </a:solidFill>
        </p:spPr>
        <p:txBody>
          <a:bodyPr anchor="ctr">
            <a:normAutofit/>
          </a:bodyPr>
          <a:lstStyle>
            <a:lvl1pPr algn="ctr">
              <a:defRPr sz="2400" b="0">
                <a:solidFill>
                  <a:schemeClr val="tx1"/>
                </a:solidFill>
                <a:highlight>
                  <a:srgbClr val="FFFF00"/>
                </a:highlight>
              </a:defRPr>
            </a:lvl1pPr>
          </a:lstStyle>
          <a:p>
            <a:endParaRPr lang="en-BE"/>
          </a:p>
        </p:txBody>
      </p:sp>
      <p:sp>
        <p:nvSpPr>
          <p:cNvPr id="2" name="Date Placeholder 1">
            <a:extLst>
              <a:ext uri="{FF2B5EF4-FFF2-40B4-BE49-F238E27FC236}">
                <a16:creationId xmlns:a16="http://schemas.microsoft.com/office/drawing/2014/main" id="{8D727BB2-CDEB-BCE3-4545-60091C334A16}"/>
              </a:ext>
            </a:extLst>
          </p:cNvPr>
          <p:cNvSpPr>
            <a:spLocks noGrp="1"/>
          </p:cNvSpPr>
          <p:nvPr>
            <p:ph type="dt" sz="half" idx="23"/>
          </p:nvPr>
        </p:nvSpPr>
        <p:spPr/>
        <p:txBody>
          <a:bodyPr/>
          <a:lstStyle/>
          <a:p>
            <a:fld id="{AB115C7D-5372-4BC4-87A3-D6F97EA9508D}" type="datetime4">
              <a:rPr lang="en-US" smtClean="0"/>
              <a:t>October 15, 2026</a:t>
            </a:fld>
            <a:endParaRPr lang="en-BE"/>
          </a:p>
        </p:txBody>
      </p:sp>
      <p:sp>
        <p:nvSpPr>
          <p:cNvPr id="5" name="Footer Placeholder 4">
            <a:extLst>
              <a:ext uri="{FF2B5EF4-FFF2-40B4-BE49-F238E27FC236}">
                <a16:creationId xmlns:a16="http://schemas.microsoft.com/office/drawing/2014/main" id="{47BA0061-A474-21E4-E88A-9A310BC690BB}"/>
              </a:ext>
            </a:extLst>
          </p:cNvPr>
          <p:cNvSpPr>
            <a:spLocks noGrp="1"/>
          </p:cNvSpPr>
          <p:nvPr>
            <p:ph type="ftr" sz="quarter" idx="24"/>
          </p:nvPr>
        </p:nvSpPr>
        <p:spPr/>
        <p:txBody>
          <a:bodyPr/>
          <a:lstStyle/>
          <a:p>
            <a:r>
              <a:rPr lang="en-GB"/>
              <a:t>Voettekst</a:t>
            </a:r>
            <a:endParaRPr lang="en-BE"/>
          </a:p>
        </p:txBody>
      </p:sp>
      <p:sp>
        <p:nvSpPr>
          <p:cNvPr id="6" name="Slide Number Placeholder 5">
            <a:extLst>
              <a:ext uri="{FF2B5EF4-FFF2-40B4-BE49-F238E27FC236}">
                <a16:creationId xmlns:a16="http://schemas.microsoft.com/office/drawing/2014/main" id="{B6EA4DD7-4355-9D81-A622-CE0A954EF3FE}"/>
              </a:ext>
            </a:extLst>
          </p:cNvPr>
          <p:cNvSpPr>
            <a:spLocks noGrp="1"/>
          </p:cNvSpPr>
          <p:nvPr>
            <p:ph type="sldNum" sz="quarter" idx="25"/>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2839750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1">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B62EBAC-4F7D-5BF5-F072-0F6A06E938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3" name="Date Placeholder 12">
            <a:extLst>
              <a:ext uri="{FF2B5EF4-FFF2-40B4-BE49-F238E27FC236}">
                <a16:creationId xmlns:a16="http://schemas.microsoft.com/office/drawing/2014/main" id="{88546941-5005-BA93-92D7-7B50688672EB}"/>
              </a:ext>
            </a:extLst>
          </p:cNvPr>
          <p:cNvSpPr>
            <a:spLocks noGrp="1"/>
          </p:cNvSpPr>
          <p:nvPr>
            <p:ph type="dt" sz="half" idx="24"/>
          </p:nvPr>
        </p:nvSpPr>
        <p:spPr/>
        <p:txBody>
          <a:bodyPr/>
          <a:lstStyle/>
          <a:p>
            <a:fld id="{D7459FB7-AC3A-4BBC-A5ED-BAEC199EB0EE}" type="datetime4">
              <a:rPr lang="en-US" smtClean="0"/>
              <a:t>October 15, 2026</a:t>
            </a:fld>
            <a:endParaRPr lang="en-BE"/>
          </a:p>
        </p:txBody>
      </p:sp>
      <p:sp>
        <p:nvSpPr>
          <p:cNvPr id="14" name="Footer Placeholder 13">
            <a:extLst>
              <a:ext uri="{FF2B5EF4-FFF2-40B4-BE49-F238E27FC236}">
                <a16:creationId xmlns:a16="http://schemas.microsoft.com/office/drawing/2014/main" id="{CCE070A3-C728-9241-E374-67AADE4C1B01}"/>
              </a:ext>
            </a:extLst>
          </p:cNvPr>
          <p:cNvSpPr>
            <a:spLocks noGrp="1"/>
          </p:cNvSpPr>
          <p:nvPr>
            <p:ph type="ftr" sz="quarter" idx="25"/>
          </p:nvPr>
        </p:nvSpPr>
        <p:spPr/>
        <p:txBody>
          <a:bodyPr/>
          <a:lstStyle/>
          <a:p>
            <a:r>
              <a:rPr lang="en-GB"/>
              <a:t>Voettekst</a:t>
            </a:r>
            <a:endParaRPr lang="en-BE"/>
          </a:p>
        </p:txBody>
      </p:sp>
      <p:sp>
        <p:nvSpPr>
          <p:cNvPr id="15" name="Slide Number Placeholder 14">
            <a:extLst>
              <a:ext uri="{FF2B5EF4-FFF2-40B4-BE49-F238E27FC236}">
                <a16:creationId xmlns:a16="http://schemas.microsoft.com/office/drawing/2014/main" id="{FF10D53C-20CB-6AC9-BE02-71C566004AE7}"/>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2" name="Title 5">
            <a:extLst>
              <a:ext uri="{FF2B5EF4-FFF2-40B4-BE49-F238E27FC236}">
                <a16:creationId xmlns:a16="http://schemas.microsoft.com/office/drawing/2014/main" id="{503EB048-A504-C333-0491-EBD2713C1F08}"/>
              </a:ext>
            </a:extLst>
          </p:cNvPr>
          <p:cNvSpPr>
            <a:spLocks noGrp="1"/>
          </p:cNvSpPr>
          <p:nvPr>
            <p:ph type="title" hasCustomPrompt="1"/>
          </p:nvPr>
        </p:nvSpPr>
        <p:spPr>
          <a:xfrm>
            <a:off x="2227388" y="2286800"/>
            <a:ext cx="7737223" cy="2211375"/>
          </a:xfrm>
          <a:prstGeom prst="rect">
            <a:avLst/>
          </a:prstGeom>
        </p:spPr>
        <p:txBody>
          <a:bodyPr wrap="square" lIns="0" anchor="b">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 name="Text Placeholder 3">
            <a:extLst>
              <a:ext uri="{FF2B5EF4-FFF2-40B4-BE49-F238E27FC236}">
                <a16:creationId xmlns:a16="http://schemas.microsoft.com/office/drawing/2014/main" id="{79F09A82-97CE-EAFF-0682-32C2B70B8178}"/>
              </a:ext>
            </a:extLst>
          </p:cNvPr>
          <p:cNvSpPr>
            <a:spLocks noGrp="1"/>
          </p:cNvSpPr>
          <p:nvPr>
            <p:ph type="body" sz="quarter" idx="23" hasCustomPrompt="1"/>
          </p:nvPr>
        </p:nvSpPr>
        <p:spPr>
          <a:xfrm>
            <a:off x="5345016" y="4677072"/>
            <a:ext cx="1501982" cy="347329"/>
          </a:xfrm>
          <a:prstGeom prst="roundRect">
            <a:avLst/>
          </a:prstGeom>
          <a:solidFill>
            <a:schemeClr val="bg2"/>
          </a:solidFill>
        </p:spPr>
        <p:txBody>
          <a:bodyPr wrap="none">
            <a:spAutoFit/>
          </a:bodyPr>
          <a:lstStyle>
            <a:lvl1pPr algn="ctr">
              <a:defRPr sz="1600">
                <a:solidFill>
                  <a:schemeClr val="bg1"/>
                </a:solidFill>
              </a:defRPr>
            </a:lvl1pPr>
          </a:lstStyle>
          <a:p>
            <a:pPr lvl="0"/>
            <a:r>
              <a:rPr lang="en-GB"/>
              <a:t>Lorem ipsum</a:t>
            </a:r>
            <a:endParaRPr lang="en-BE"/>
          </a:p>
        </p:txBody>
      </p:sp>
    </p:spTree>
    <p:extLst>
      <p:ext uri="{BB962C8B-B14F-4D97-AF65-F5344CB8AC3E}">
        <p14:creationId xmlns:p14="http://schemas.microsoft.com/office/powerpoint/2010/main" val="9749809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1E4541B-1975-03AA-64BE-EB3E63F419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35229" y="1021445"/>
            <a:ext cx="1121539" cy="900000"/>
          </a:xfrm>
          <a:prstGeom prst="rect">
            <a:avLst/>
          </a:prstGeom>
        </p:spPr>
      </p:pic>
      <p:sp>
        <p:nvSpPr>
          <p:cNvPr id="15" name="Date Placeholder 14">
            <a:extLst>
              <a:ext uri="{FF2B5EF4-FFF2-40B4-BE49-F238E27FC236}">
                <a16:creationId xmlns:a16="http://schemas.microsoft.com/office/drawing/2014/main" id="{5FF777E8-3B15-10D0-7BE6-6C1F774D737F}"/>
              </a:ext>
            </a:extLst>
          </p:cNvPr>
          <p:cNvSpPr>
            <a:spLocks noGrp="1"/>
          </p:cNvSpPr>
          <p:nvPr>
            <p:ph type="dt" sz="half" idx="24"/>
          </p:nvPr>
        </p:nvSpPr>
        <p:spPr/>
        <p:txBody>
          <a:bodyPr/>
          <a:lstStyle/>
          <a:p>
            <a:fld id="{22546B5E-38BF-4B11-9DE9-FA81DA65D2F6}" type="datetime4">
              <a:rPr lang="en-US" smtClean="0"/>
              <a:t>October 15, 2026</a:t>
            </a:fld>
            <a:endParaRPr lang="en-BE"/>
          </a:p>
        </p:txBody>
      </p:sp>
      <p:sp>
        <p:nvSpPr>
          <p:cNvPr id="16" name="Footer Placeholder 15">
            <a:extLst>
              <a:ext uri="{FF2B5EF4-FFF2-40B4-BE49-F238E27FC236}">
                <a16:creationId xmlns:a16="http://schemas.microsoft.com/office/drawing/2014/main" id="{2C993B2F-307D-459F-D620-B7F32D116909}"/>
              </a:ext>
            </a:extLst>
          </p:cNvPr>
          <p:cNvSpPr>
            <a:spLocks noGrp="1"/>
          </p:cNvSpPr>
          <p:nvPr>
            <p:ph type="ftr" sz="quarter" idx="25"/>
          </p:nvPr>
        </p:nvSpPr>
        <p:spPr/>
        <p:txBody>
          <a:bodyPr/>
          <a:lstStyle/>
          <a:p>
            <a:r>
              <a:rPr lang="en-GB"/>
              <a:t>Voettekst</a:t>
            </a:r>
            <a:endParaRPr lang="en-BE"/>
          </a:p>
        </p:txBody>
      </p:sp>
      <p:sp>
        <p:nvSpPr>
          <p:cNvPr id="17" name="Slide Number Placeholder 16">
            <a:extLst>
              <a:ext uri="{FF2B5EF4-FFF2-40B4-BE49-F238E27FC236}">
                <a16:creationId xmlns:a16="http://schemas.microsoft.com/office/drawing/2014/main" id="{3AAEE3FD-B91F-E75D-6222-27A954435AE6}"/>
              </a:ext>
            </a:extLst>
          </p:cNvPr>
          <p:cNvSpPr>
            <a:spLocks noGrp="1"/>
          </p:cNvSpPr>
          <p:nvPr>
            <p:ph type="sldNum" sz="quarter" idx="26"/>
          </p:nvPr>
        </p:nvSpPr>
        <p:spPr/>
        <p:txBody>
          <a:bodyPr/>
          <a:lstStyle/>
          <a:p>
            <a:fld id="{8B70248A-FD0F-534C-919E-E8EB9B0FC062}" type="slidenum">
              <a:rPr lang="en-BE" smtClean="0"/>
              <a:pPr/>
              <a:t>‹#›</a:t>
            </a:fld>
            <a:endParaRPr lang="en-BE"/>
          </a:p>
        </p:txBody>
      </p:sp>
      <p:sp>
        <p:nvSpPr>
          <p:cNvPr id="6" name="Title 5">
            <a:extLst>
              <a:ext uri="{FF2B5EF4-FFF2-40B4-BE49-F238E27FC236}">
                <a16:creationId xmlns:a16="http://schemas.microsoft.com/office/drawing/2014/main" id="{66AB3B04-2EEC-3577-2838-6E729CFF6AF7}"/>
              </a:ext>
            </a:extLst>
          </p:cNvPr>
          <p:cNvSpPr>
            <a:spLocks noGrp="1"/>
          </p:cNvSpPr>
          <p:nvPr>
            <p:ph type="title" hasCustomPrompt="1"/>
          </p:nvPr>
        </p:nvSpPr>
        <p:spPr>
          <a:xfrm>
            <a:off x="2227388" y="2997998"/>
            <a:ext cx="7737223" cy="2211375"/>
          </a:xfrm>
          <a:prstGeom prst="rect">
            <a:avLst/>
          </a:prstGeom>
        </p:spPr>
        <p:txBody>
          <a:bodyPr wrap="square" lIns="0" anchor="t">
            <a:spAutoFit/>
          </a:bodyPr>
          <a:lstStyle>
            <a:lvl1pPr algn="ct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7" name="Text Placeholder 5">
            <a:extLst>
              <a:ext uri="{FF2B5EF4-FFF2-40B4-BE49-F238E27FC236}">
                <a16:creationId xmlns:a16="http://schemas.microsoft.com/office/drawing/2014/main" id="{AF104807-E401-B120-3596-5DBB306E942A}"/>
              </a:ext>
            </a:extLst>
          </p:cNvPr>
          <p:cNvSpPr>
            <a:spLocks noGrp="1"/>
          </p:cNvSpPr>
          <p:nvPr>
            <p:ph type="body" sz="quarter" idx="27" hasCustomPrompt="1"/>
          </p:nvPr>
        </p:nvSpPr>
        <p:spPr>
          <a:xfrm>
            <a:off x="2227388" y="2457450"/>
            <a:ext cx="7737223" cy="313932"/>
          </a:xfrm>
          <a:prstGeom prst="rect">
            <a:avLst/>
          </a:prstGeom>
        </p:spPr>
        <p:txBody>
          <a:bodyPr wrap="square" lIns="0" rIns="0" anchor="b">
            <a:spAutoFit/>
          </a:bodyPr>
          <a:lstStyle>
            <a:lvl1pPr algn="ctr">
              <a:defRPr sz="1600" b="0" i="1">
                <a:solidFill>
                  <a:schemeClr val="bg1"/>
                </a:solidFill>
              </a:defRPr>
            </a:lvl1pPr>
          </a:lstStyle>
          <a:p>
            <a:pPr lvl="0"/>
            <a:r>
              <a:rPr lang="nl-NL" noProof="0"/>
              <a:t>- </a:t>
            </a:r>
            <a:r>
              <a:rPr lang="nl-NL" noProof="0" err="1"/>
              <a:t>Lorem</a:t>
            </a:r>
            <a:r>
              <a:rPr lang="nl-NL" noProof="0"/>
              <a:t> </a:t>
            </a:r>
            <a:r>
              <a:rPr lang="nl-NL" noProof="0" err="1"/>
              <a:t>ipsum</a:t>
            </a:r>
            <a:endParaRPr lang="nl-NL" noProof="0"/>
          </a:p>
        </p:txBody>
      </p:sp>
    </p:spTree>
    <p:extLst>
      <p:ext uri="{BB962C8B-B14F-4D97-AF65-F5344CB8AC3E}">
        <p14:creationId xmlns:p14="http://schemas.microsoft.com/office/powerpoint/2010/main" val="3951567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X">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08212B4-749A-8762-8976-4E8AE156266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b="8058"/>
          <a:stretch>
            <a:fillRect/>
          </a:stretch>
        </p:blipFill>
        <p:spPr>
          <a:xfrm rot="16200000">
            <a:off x="6155702" y="1216305"/>
            <a:ext cx="7647208" cy="4425388"/>
          </a:xfrm>
          <a:custGeom>
            <a:avLst/>
            <a:gdLst>
              <a:gd name="connsiteX0" fmla="*/ 7647208 w 7647208"/>
              <a:gd name="connsiteY0" fmla="*/ 0 h 4425388"/>
              <a:gd name="connsiteX1" fmla="*/ 7647208 w 7647208"/>
              <a:gd name="connsiteY1" fmla="*/ 1649393 h 4425388"/>
              <a:gd name="connsiteX2" fmla="*/ 7252603 w 7647208"/>
              <a:gd name="connsiteY2" fmla="*/ 1649393 h 4425388"/>
              <a:gd name="connsiteX3" fmla="*/ 7252603 w 7647208"/>
              <a:gd name="connsiteY3" fmla="*/ 4425388 h 4425388"/>
              <a:gd name="connsiteX4" fmla="*/ 394604 w 7647208"/>
              <a:gd name="connsiteY4" fmla="*/ 4425388 h 4425388"/>
              <a:gd name="connsiteX5" fmla="*/ 394604 w 7647208"/>
              <a:gd name="connsiteY5" fmla="*/ 1649393 h 4425388"/>
              <a:gd name="connsiteX6" fmla="*/ 0 w 7647208"/>
              <a:gd name="connsiteY6" fmla="*/ 1649393 h 4425388"/>
              <a:gd name="connsiteX7" fmla="*/ 0 w 7647208"/>
              <a:gd name="connsiteY7" fmla="*/ 0 h 442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7208" h="4425388">
                <a:moveTo>
                  <a:pt x="7647208" y="0"/>
                </a:moveTo>
                <a:lnTo>
                  <a:pt x="7647208" y="1649393"/>
                </a:lnTo>
                <a:lnTo>
                  <a:pt x="7252603" y="1649393"/>
                </a:lnTo>
                <a:lnTo>
                  <a:pt x="7252603" y="4425388"/>
                </a:lnTo>
                <a:lnTo>
                  <a:pt x="394604" y="4425388"/>
                </a:lnTo>
                <a:lnTo>
                  <a:pt x="394604" y="1649393"/>
                </a:lnTo>
                <a:lnTo>
                  <a:pt x="0" y="1649393"/>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2"/>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a:t>- </a:t>
            </a:r>
            <a:r>
              <a:rPr lang="nl-NL" noProof="0" err="1"/>
              <a:t>Lorem</a:t>
            </a:r>
            <a:r>
              <a:rPr lang="nl-NL" noProof="0"/>
              <a:t> </a:t>
            </a:r>
            <a:r>
              <a:rPr lang="nl-NL" noProof="0" err="1"/>
              <a:t>ipsum</a:t>
            </a:r>
            <a:endParaRPr lang="nl-NL" noProof="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9E2768DA-3E4C-47DB-9D63-BFA383BAFA71}" type="datetime4">
              <a:rPr lang="en-US" smtClean="0"/>
              <a:t>October 15, 2026</a:t>
            </a:fld>
            <a:endParaRPr lang="en-BE"/>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6722835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08212B4-749A-8762-8976-4E8AE156266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b="8058"/>
          <a:stretch>
            <a:fillRect/>
          </a:stretch>
        </p:blipFill>
        <p:spPr>
          <a:xfrm rot="16200000">
            <a:off x="6155702" y="1216305"/>
            <a:ext cx="7647208" cy="4425388"/>
          </a:xfrm>
          <a:custGeom>
            <a:avLst/>
            <a:gdLst>
              <a:gd name="connsiteX0" fmla="*/ 7647208 w 7647208"/>
              <a:gd name="connsiteY0" fmla="*/ 0 h 4425388"/>
              <a:gd name="connsiteX1" fmla="*/ 7647208 w 7647208"/>
              <a:gd name="connsiteY1" fmla="*/ 1649393 h 4425388"/>
              <a:gd name="connsiteX2" fmla="*/ 7252603 w 7647208"/>
              <a:gd name="connsiteY2" fmla="*/ 1649393 h 4425388"/>
              <a:gd name="connsiteX3" fmla="*/ 7252603 w 7647208"/>
              <a:gd name="connsiteY3" fmla="*/ 4425388 h 4425388"/>
              <a:gd name="connsiteX4" fmla="*/ 394604 w 7647208"/>
              <a:gd name="connsiteY4" fmla="*/ 4425388 h 4425388"/>
              <a:gd name="connsiteX5" fmla="*/ 394604 w 7647208"/>
              <a:gd name="connsiteY5" fmla="*/ 1649393 h 4425388"/>
              <a:gd name="connsiteX6" fmla="*/ 0 w 7647208"/>
              <a:gd name="connsiteY6" fmla="*/ 1649393 h 4425388"/>
              <a:gd name="connsiteX7" fmla="*/ 0 w 7647208"/>
              <a:gd name="connsiteY7" fmla="*/ 0 h 4425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47208" h="4425388">
                <a:moveTo>
                  <a:pt x="7647208" y="0"/>
                </a:moveTo>
                <a:lnTo>
                  <a:pt x="7647208" y="1649393"/>
                </a:lnTo>
                <a:lnTo>
                  <a:pt x="7252603" y="1649393"/>
                </a:lnTo>
                <a:lnTo>
                  <a:pt x="7252603" y="4425388"/>
                </a:lnTo>
                <a:lnTo>
                  <a:pt x="394604" y="4425388"/>
                </a:lnTo>
                <a:lnTo>
                  <a:pt x="394604" y="1649393"/>
                </a:lnTo>
                <a:lnTo>
                  <a:pt x="0" y="1649393"/>
                </a:lnTo>
                <a:lnTo>
                  <a:pt x="0" y="0"/>
                </a:lnTo>
                <a:close/>
              </a:path>
            </a:pathLst>
          </a:custGeom>
        </p:spPr>
      </p:pic>
      <p:sp>
        <p:nvSpPr>
          <p:cNvPr id="9" name="Picture Placeholder 8">
            <a:extLst>
              <a:ext uri="{FF2B5EF4-FFF2-40B4-BE49-F238E27FC236}">
                <a16:creationId xmlns:a16="http://schemas.microsoft.com/office/drawing/2014/main" id="{FE738BC7-B428-AE45-0402-7B49BF218563}"/>
              </a:ext>
            </a:extLst>
          </p:cNvPr>
          <p:cNvSpPr>
            <a:spLocks noGrp="1"/>
          </p:cNvSpPr>
          <p:nvPr>
            <p:ph type="pic" sz="quarter" idx="13"/>
          </p:nvPr>
        </p:nvSpPr>
        <p:spPr>
          <a:xfrm>
            <a:off x="7766611" y="0"/>
            <a:ext cx="4445703" cy="6858000"/>
          </a:xfrm>
          <a:custGeom>
            <a:avLst/>
            <a:gdLst>
              <a:gd name="connsiteX0" fmla="*/ 2020057 w 4445703"/>
              <a:gd name="connsiteY0" fmla="*/ 0 h 6858000"/>
              <a:gd name="connsiteX1" fmla="*/ 4445703 w 4445703"/>
              <a:gd name="connsiteY1" fmla="*/ 0 h 6858000"/>
              <a:gd name="connsiteX2" fmla="*/ 4445703 w 4445703"/>
              <a:gd name="connsiteY2" fmla="*/ 6858000 h 6858000"/>
              <a:gd name="connsiteX3" fmla="*/ 2020058 w 4445703"/>
              <a:gd name="connsiteY3" fmla="*/ 6858000 h 6858000"/>
              <a:gd name="connsiteX4" fmla="*/ 1729246 w 4445703"/>
              <a:gd name="connsiteY4" fmla="*/ 6681327 h 6858000"/>
              <a:gd name="connsiteX5" fmla="*/ 0 w 4445703"/>
              <a:gd name="connsiteY5" fmla="*/ 3429000 h 6858000"/>
              <a:gd name="connsiteX6" fmla="*/ 1729246 w 4445703"/>
              <a:gd name="connsiteY6" fmla="*/ 176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5703" h="6858000">
                <a:moveTo>
                  <a:pt x="2020057" y="0"/>
                </a:moveTo>
                <a:lnTo>
                  <a:pt x="4445703" y="0"/>
                </a:lnTo>
                <a:lnTo>
                  <a:pt x="4445703" y="6858000"/>
                </a:lnTo>
                <a:lnTo>
                  <a:pt x="2020058" y="6858000"/>
                </a:lnTo>
                <a:lnTo>
                  <a:pt x="1729246" y="6681327"/>
                </a:lnTo>
                <a:cubicBezTo>
                  <a:pt x="685941" y="5976483"/>
                  <a:pt x="0" y="4782844"/>
                  <a:pt x="0" y="3429000"/>
                </a:cubicBezTo>
                <a:cubicBezTo>
                  <a:pt x="0" y="2075157"/>
                  <a:pt x="685941" y="881518"/>
                  <a:pt x="1729246" y="176673"/>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endParaRPr lang="nl-NL"/>
          </a:p>
        </p:txBody>
      </p:sp>
      <p:sp>
        <p:nvSpPr>
          <p:cNvPr id="6" name="Title 5">
            <a:extLst>
              <a:ext uri="{FF2B5EF4-FFF2-40B4-BE49-F238E27FC236}">
                <a16:creationId xmlns:a16="http://schemas.microsoft.com/office/drawing/2014/main" id="{976B6D8C-68FE-8341-EFCA-D916B5F9710E}"/>
              </a:ext>
            </a:extLst>
          </p:cNvPr>
          <p:cNvSpPr>
            <a:spLocks noGrp="1"/>
          </p:cNvSpPr>
          <p:nvPr>
            <p:ph type="title" hasCustomPrompt="1"/>
          </p:nvPr>
        </p:nvSpPr>
        <p:spPr>
          <a:xfrm>
            <a:off x="515939" y="1519799"/>
            <a:ext cx="6521470" cy="2917722"/>
          </a:xfrm>
          <a:prstGeom prst="rect">
            <a:avLst/>
          </a:prstGeom>
        </p:spPr>
        <p:txBody>
          <a:bodyPr wrap="square" lIns="0" rIns="0" anchor="b">
            <a:spAutoFit/>
          </a:bodyPr>
          <a:lstStyle>
            <a:lvl1pPr>
              <a:defRPr sz="5400" b="1">
                <a:solidFill>
                  <a:schemeClr val="bg1"/>
                </a:solidFill>
              </a:defRPr>
            </a:lvl1pPr>
          </a:lstStyle>
          <a:p>
            <a:r>
              <a:rPr lang="en-GB"/>
              <a:t>"</a:t>
            </a:r>
            <a:r>
              <a:rPr lang="en-GB" err="1"/>
              <a:t>Deze</a:t>
            </a:r>
            <a:r>
              <a:rPr lang="en-GB"/>
              <a:t> slide is perfect </a:t>
            </a:r>
            <a:r>
              <a:rPr lang="en-GB" err="1"/>
              <a:t>voor</a:t>
            </a:r>
            <a:r>
              <a:rPr lang="en-GB"/>
              <a:t> </a:t>
            </a:r>
            <a:r>
              <a:rPr lang="en-GB" err="1"/>
              <a:t>citaten</a:t>
            </a:r>
            <a:r>
              <a:rPr lang="en-GB"/>
              <a:t> of </a:t>
            </a:r>
            <a:r>
              <a:rPr lang="en-GB" err="1"/>
              <a:t>andere</a:t>
            </a:r>
            <a:r>
              <a:rPr lang="en-GB"/>
              <a:t> </a:t>
            </a:r>
            <a:r>
              <a:rPr lang="en-GB" err="1"/>
              <a:t>korte</a:t>
            </a:r>
            <a:r>
              <a:rPr lang="en-GB"/>
              <a:t> </a:t>
            </a:r>
            <a:r>
              <a:rPr lang="en-GB" err="1"/>
              <a:t>teksten</a:t>
            </a:r>
            <a:r>
              <a:rPr lang="en-GB"/>
              <a:t>."</a:t>
            </a:r>
            <a:endParaRPr lang="en-BE"/>
          </a:p>
        </p:txBody>
      </p:sp>
      <p:sp>
        <p:nvSpPr>
          <p:cNvPr id="32" name="Text Placeholder 5">
            <a:extLst>
              <a:ext uri="{FF2B5EF4-FFF2-40B4-BE49-F238E27FC236}">
                <a16:creationId xmlns:a16="http://schemas.microsoft.com/office/drawing/2014/main" id="{CA7A3037-54B7-5A6F-BAF7-44538A99940F}"/>
              </a:ext>
            </a:extLst>
          </p:cNvPr>
          <p:cNvSpPr>
            <a:spLocks noGrp="1"/>
          </p:cNvSpPr>
          <p:nvPr>
            <p:ph type="body" sz="quarter" idx="23" hasCustomPrompt="1"/>
          </p:nvPr>
        </p:nvSpPr>
        <p:spPr>
          <a:xfrm>
            <a:off x="515938" y="4610323"/>
            <a:ext cx="6521471" cy="338554"/>
          </a:xfrm>
          <a:prstGeom prst="rect">
            <a:avLst/>
          </a:prstGeom>
        </p:spPr>
        <p:txBody>
          <a:bodyPr wrap="square" lIns="0" rIns="0">
            <a:spAutoFit/>
          </a:bodyPr>
          <a:lstStyle>
            <a:lvl1pPr algn="l">
              <a:defRPr sz="1600" b="0" i="1"/>
            </a:lvl1pPr>
          </a:lstStyle>
          <a:p>
            <a:pPr lvl="0"/>
            <a:r>
              <a:rPr lang="nl-NL" noProof="0"/>
              <a:t>- </a:t>
            </a:r>
            <a:r>
              <a:rPr lang="nl-NL" noProof="0" err="1"/>
              <a:t>Lorem</a:t>
            </a:r>
            <a:r>
              <a:rPr lang="nl-NL" noProof="0"/>
              <a:t> </a:t>
            </a:r>
            <a:r>
              <a:rPr lang="nl-NL" noProof="0" err="1"/>
              <a:t>ipsum</a:t>
            </a:r>
            <a:endParaRPr lang="nl-NL" noProof="0"/>
          </a:p>
        </p:txBody>
      </p:sp>
      <p:sp>
        <p:nvSpPr>
          <p:cNvPr id="33" name="Date Placeholder 32">
            <a:extLst>
              <a:ext uri="{FF2B5EF4-FFF2-40B4-BE49-F238E27FC236}">
                <a16:creationId xmlns:a16="http://schemas.microsoft.com/office/drawing/2014/main" id="{E6189C85-14E7-C9FC-35C7-61C92902C801}"/>
              </a:ext>
            </a:extLst>
          </p:cNvPr>
          <p:cNvSpPr>
            <a:spLocks noGrp="1"/>
          </p:cNvSpPr>
          <p:nvPr>
            <p:ph type="dt" sz="half" idx="24"/>
          </p:nvPr>
        </p:nvSpPr>
        <p:spPr/>
        <p:txBody>
          <a:bodyPr/>
          <a:lstStyle/>
          <a:p>
            <a:fld id="{53925793-77C6-4810-BD15-8AC450367699}" type="datetime4">
              <a:rPr lang="en-US" smtClean="0"/>
              <a:t>October 15, 2026</a:t>
            </a:fld>
            <a:endParaRPr lang="en-BE"/>
          </a:p>
        </p:txBody>
      </p:sp>
      <p:sp>
        <p:nvSpPr>
          <p:cNvPr id="34" name="Footer Placeholder 33">
            <a:extLst>
              <a:ext uri="{FF2B5EF4-FFF2-40B4-BE49-F238E27FC236}">
                <a16:creationId xmlns:a16="http://schemas.microsoft.com/office/drawing/2014/main" id="{BE48AB95-66C0-371F-0413-597CD017F7E2}"/>
              </a:ext>
            </a:extLst>
          </p:cNvPr>
          <p:cNvSpPr>
            <a:spLocks noGrp="1"/>
          </p:cNvSpPr>
          <p:nvPr>
            <p:ph type="ftr" sz="quarter" idx="25"/>
          </p:nvPr>
        </p:nvSpPr>
        <p:spPr/>
        <p:txBody>
          <a:bodyPr/>
          <a:lstStyle/>
          <a:p>
            <a:r>
              <a:rPr lang="en-GB"/>
              <a:t>Voettekst</a:t>
            </a:r>
            <a:endParaRPr lang="en-BE"/>
          </a:p>
        </p:txBody>
      </p:sp>
      <p:sp>
        <p:nvSpPr>
          <p:cNvPr id="35" name="Slide Number Placeholder 34">
            <a:extLst>
              <a:ext uri="{FF2B5EF4-FFF2-40B4-BE49-F238E27FC236}">
                <a16:creationId xmlns:a16="http://schemas.microsoft.com/office/drawing/2014/main" id="{1811AE42-7B23-7402-64C7-8C2B4CDD0BA1}"/>
              </a:ext>
            </a:extLst>
          </p:cNvPr>
          <p:cNvSpPr>
            <a:spLocks noGrp="1"/>
          </p:cNvSpPr>
          <p:nvPr>
            <p:ph type="sldNum" sz="quarter" idx="26"/>
          </p:nvPr>
        </p:nvSpPr>
        <p:spPr/>
        <p:txBody>
          <a:bodyPr/>
          <a:lstStyle/>
          <a:p>
            <a:fld id="{8B70248A-FD0F-534C-919E-E8EB9B0FC062}" type="slidenum">
              <a:rPr lang="en-BE" smtClean="0"/>
              <a:pPr/>
              <a:t>‹#›</a:t>
            </a:fld>
            <a:endParaRPr lang="en-BE"/>
          </a:p>
        </p:txBody>
      </p:sp>
    </p:spTree>
    <p:extLst>
      <p:ext uri="{BB962C8B-B14F-4D97-AF65-F5344CB8AC3E}">
        <p14:creationId xmlns:p14="http://schemas.microsoft.com/office/powerpoint/2010/main" val="40773705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indslid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1856E72-A653-639F-F9E9-A775583AF76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l="12500"/>
          <a:stretch>
            <a:fillRect/>
          </a:stretch>
        </p:blipFill>
        <p:spPr>
          <a:xfrm rot="10800000">
            <a:off x="4457697" y="8628"/>
            <a:ext cx="7734303" cy="5575783"/>
          </a:xfrm>
          <a:custGeom>
            <a:avLst/>
            <a:gdLst>
              <a:gd name="connsiteX0" fmla="*/ 7734303 w 7734303"/>
              <a:gd name="connsiteY0" fmla="*/ 5575783 h 5575783"/>
              <a:gd name="connsiteX1" fmla="*/ 0 w 7734303"/>
              <a:gd name="connsiteY1" fmla="*/ 5575783 h 5575783"/>
              <a:gd name="connsiteX2" fmla="*/ 0 w 7734303"/>
              <a:gd name="connsiteY2" fmla="*/ 0 h 5575783"/>
              <a:gd name="connsiteX3" fmla="*/ 7734303 w 7734303"/>
              <a:gd name="connsiteY3" fmla="*/ 0 h 5575783"/>
            </a:gdLst>
            <a:ahLst/>
            <a:cxnLst>
              <a:cxn ang="0">
                <a:pos x="connsiteX0" y="connsiteY0"/>
              </a:cxn>
              <a:cxn ang="0">
                <a:pos x="connsiteX1" y="connsiteY1"/>
              </a:cxn>
              <a:cxn ang="0">
                <a:pos x="connsiteX2" y="connsiteY2"/>
              </a:cxn>
              <a:cxn ang="0">
                <a:pos x="connsiteX3" y="connsiteY3"/>
              </a:cxn>
            </a:cxnLst>
            <a:rect l="l" t="t" r="r" b="b"/>
            <a:pathLst>
              <a:path w="7734303" h="5575783">
                <a:moveTo>
                  <a:pt x="7734303" y="5575783"/>
                </a:moveTo>
                <a:lnTo>
                  <a:pt x="0" y="5575783"/>
                </a:lnTo>
                <a:lnTo>
                  <a:pt x="0" y="0"/>
                </a:lnTo>
                <a:lnTo>
                  <a:pt x="7734303" y="0"/>
                </a:lnTo>
                <a:close/>
              </a:path>
            </a:pathLst>
          </a:custGeom>
        </p:spPr>
      </p:pic>
      <p:sp>
        <p:nvSpPr>
          <p:cNvPr id="8" name="Picture Placeholder 13">
            <a:extLst>
              <a:ext uri="{FF2B5EF4-FFF2-40B4-BE49-F238E27FC236}">
                <a16:creationId xmlns:a16="http://schemas.microsoft.com/office/drawing/2014/main" id="{CC392A90-F02F-6724-7C36-F731DC3770DF}"/>
              </a:ext>
            </a:extLst>
          </p:cNvPr>
          <p:cNvSpPr>
            <a:spLocks noGrp="1"/>
          </p:cNvSpPr>
          <p:nvPr>
            <p:ph type="pic" sz="quarter" idx="15" hasCustomPrompt="1"/>
          </p:nvPr>
        </p:nvSpPr>
        <p:spPr>
          <a:xfrm>
            <a:off x="4457699" y="1085"/>
            <a:ext cx="7734301" cy="5572125"/>
          </a:xfrm>
          <a:custGeom>
            <a:avLst/>
            <a:gdLst>
              <a:gd name="connsiteX0" fmla="*/ 143693 w 7734301"/>
              <a:gd name="connsiteY0" fmla="*/ 0 h 5572125"/>
              <a:gd name="connsiteX1" fmla="*/ 7734301 w 7734301"/>
              <a:gd name="connsiteY1" fmla="*/ 0 h 5572125"/>
              <a:gd name="connsiteX2" fmla="*/ 7734301 w 7734301"/>
              <a:gd name="connsiteY2" fmla="*/ 4113568 h 5572125"/>
              <a:gd name="connsiteX3" fmla="*/ 7592641 w 7734301"/>
              <a:gd name="connsiteY3" fmla="*/ 4269434 h 5572125"/>
              <a:gd name="connsiteX4" fmla="*/ 4447666 w 7734301"/>
              <a:gd name="connsiteY4" fmla="*/ 5572125 h 5572125"/>
              <a:gd name="connsiteX5" fmla="*/ 0 w 7734301"/>
              <a:gd name="connsiteY5" fmla="*/ 1124459 h 5572125"/>
              <a:gd name="connsiteX6" fmla="*/ 140025 w 7734301"/>
              <a:gd name="connsiteY6" fmla="*/ 12918 h 557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34301" h="5572125">
                <a:moveTo>
                  <a:pt x="143693" y="0"/>
                </a:moveTo>
                <a:lnTo>
                  <a:pt x="7734301" y="0"/>
                </a:lnTo>
                <a:lnTo>
                  <a:pt x="7734301" y="4113568"/>
                </a:lnTo>
                <a:lnTo>
                  <a:pt x="7592641" y="4269434"/>
                </a:lnTo>
                <a:cubicBezTo>
                  <a:pt x="6787772" y="5074303"/>
                  <a:pt x="5675855" y="5572125"/>
                  <a:pt x="4447666" y="5572125"/>
                </a:cubicBezTo>
                <a:cubicBezTo>
                  <a:pt x="1991288" y="5572125"/>
                  <a:pt x="0" y="3580837"/>
                  <a:pt x="0" y="1124459"/>
                </a:cubicBezTo>
                <a:cubicBezTo>
                  <a:pt x="0" y="740650"/>
                  <a:pt x="48616" y="368196"/>
                  <a:pt x="140025" y="12918"/>
                </a:cubicBezTo>
                <a:close/>
              </a:path>
            </a:pathLst>
          </a:custGeom>
          <a:noFill/>
        </p:spPr>
        <p:txBody>
          <a:bodyPr wrap="square" anchor="ctr">
            <a:noAutofit/>
          </a:bodyPr>
          <a:lstStyle>
            <a:lvl1pPr algn="ctr">
              <a:defRPr sz="2400" b="0" i="0">
                <a:solidFill>
                  <a:schemeClr val="tx1"/>
                </a:solidFill>
                <a:highlight>
                  <a:srgbClr val="FFFF00"/>
                </a:highlight>
                <a:latin typeface="+mn-lt"/>
              </a:defRPr>
            </a:lvl1pPr>
          </a:lstStyle>
          <a:p>
            <a:r>
              <a:rPr lang="en-BE"/>
              <a:t>Afbeelding (optioneel)</a:t>
            </a:r>
          </a:p>
        </p:txBody>
      </p:sp>
      <p:sp>
        <p:nvSpPr>
          <p:cNvPr id="12" name="Date Placeholder 11">
            <a:extLst>
              <a:ext uri="{FF2B5EF4-FFF2-40B4-BE49-F238E27FC236}">
                <a16:creationId xmlns:a16="http://schemas.microsoft.com/office/drawing/2014/main" id="{7288C2A4-B0E2-3C19-29AE-FC770C9A1273}"/>
              </a:ext>
            </a:extLst>
          </p:cNvPr>
          <p:cNvSpPr>
            <a:spLocks noGrp="1"/>
          </p:cNvSpPr>
          <p:nvPr>
            <p:ph type="dt" sz="half" idx="16"/>
          </p:nvPr>
        </p:nvSpPr>
        <p:spPr/>
        <p:txBody>
          <a:bodyPr/>
          <a:lstStyle/>
          <a:p>
            <a:fld id="{857F79B9-6C1F-41BF-B456-17ECB860694D}" type="datetime4">
              <a:rPr lang="en-US" smtClean="0"/>
              <a:t>October 15, 2026</a:t>
            </a:fld>
            <a:endParaRPr lang="en-BE"/>
          </a:p>
        </p:txBody>
      </p:sp>
      <p:sp>
        <p:nvSpPr>
          <p:cNvPr id="13" name="Footer Placeholder 12">
            <a:extLst>
              <a:ext uri="{FF2B5EF4-FFF2-40B4-BE49-F238E27FC236}">
                <a16:creationId xmlns:a16="http://schemas.microsoft.com/office/drawing/2014/main" id="{5C97681C-148C-C73B-1BC7-050D5FA8427B}"/>
              </a:ext>
            </a:extLst>
          </p:cNvPr>
          <p:cNvSpPr>
            <a:spLocks noGrp="1"/>
          </p:cNvSpPr>
          <p:nvPr>
            <p:ph type="ftr" sz="quarter" idx="17"/>
          </p:nvPr>
        </p:nvSpPr>
        <p:spPr/>
        <p:txBody>
          <a:bodyPr/>
          <a:lstStyle/>
          <a:p>
            <a:r>
              <a:rPr lang="en-GB"/>
              <a:t>Voettekst</a:t>
            </a:r>
            <a:endParaRPr lang="en-BE"/>
          </a:p>
        </p:txBody>
      </p:sp>
      <p:sp>
        <p:nvSpPr>
          <p:cNvPr id="14" name="Slide Number Placeholder 13">
            <a:extLst>
              <a:ext uri="{FF2B5EF4-FFF2-40B4-BE49-F238E27FC236}">
                <a16:creationId xmlns:a16="http://schemas.microsoft.com/office/drawing/2014/main" id="{64B7FF66-B68F-9F0D-D8D0-7E96B74C48FF}"/>
              </a:ext>
            </a:extLst>
          </p:cNvPr>
          <p:cNvSpPr>
            <a:spLocks noGrp="1"/>
          </p:cNvSpPr>
          <p:nvPr>
            <p:ph type="sldNum" sz="quarter" idx="18"/>
          </p:nvPr>
        </p:nvSpPr>
        <p:spPr/>
        <p:txBody>
          <a:bodyPr/>
          <a:lstStyle/>
          <a:p>
            <a:fld id="{8B70248A-FD0F-534C-919E-E8EB9B0FC062}" type="slidenum">
              <a:rPr lang="en-BE" smtClean="0"/>
              <a:pPr/>
              <a:t>‹#›</a:t>
            </a:fld>
            <a:endParaRPr lang="en-BE"/>
          </a:p>
        </p:txBody>
      </p:sp>
      <p:sp>
        <p:nvSpPr>
          <p:cNvPr id="3" name="Title 20">
            <a:extLst>
              <a:ext uri="{FF2B5EF4-FFF2-40B4-BE49-F238E27FC236}">
                <a16:creationId xmlns:a16="http://schemas.microsoft.com/office/drawing/2014/main" id="{C834E2FE-4C3D-25AA-CB65-0123D31BD474}"/>
              </a:ext>
            </a:extLst>
          </p:cNvPr>
          <p:cNvSpPr>
            <a:spLocks noGrp="1"/>
          </p:cNvSpPr>
          <p:nvPr>
            <p:ph type="title" hasCustomPrompt="1"/>
          </p:nvPr>
        </p:nvSpPr>
        <p:spPr>
          <a:xfrm>
            <a:off x="515938" y="3429000"/>
            <a:ext cx="4190533" cy="798680"/>
          </a:xfrm>
        </p:spPr>
        <p:txBody>
          <a:bodyPr wrap="square" lIns="0" rIns="0" anchor="b">
            <a:spAutoFit/>
          </a:bodyPr>
          <a:lstStyle>
            <a:lvl1pPr>
              <a:defRPr sz="5400" b="1">
                <a:solidFill>
                  <a:schemeClr val="bg2"/>
                </a:solidFill>
              </a:defRPr>
            </a:lvl1pPr>
          </a:lstStyle>
          <a:p>
            <a:r>
              <a:rPr lang="en-GB"/>
              <a:t>Thank you!</a:t>
            </a:r>
            <a:endParaRPr lang="en-BE"/>
          </a:p>
        </p:txBody>
      </p:sp>
      <p:sp>
        <p:nvSpPr>
          <p:cNvPr id="7" name="Text Placeholder 3">
            <a:extLst>
              <a:ext uri="{FF2B5EF4-FFF2-40B4-BE49-F238E27FC236}">
                <a16:creationId xmlns:a16="http://schemas.microsoft.com/office/drawing/2014/main" id="{91A0C0AD-600C-C3B6-0636-564675A7AF78}"/>
              </a:ext>
            </a:extLst>
          </p:cNvPr>
          <p:cNvSpPr>
            <a:spLocks noGrp="1"/>
          </p:cNvSpPr>
          <p:nvPr>
            <p:ph type="body" sz="quarter" idx="11" hasCustomPrompt="1"/>
          </p:nvPr>
        </p:nvSpPr>
        <p:spPr>
          <a:xfrm>
            <a:off x="515938" y="4449360"/>
            <a:ext cx="4198872" cy="249299"/>
          </a:xfrm>
          <a:prstGeom prst="rect">
            <a:avLst/>
          </a:prstGeom>
        </p:spPr>
        <p:txBody>
          <a:bodyPr wrap="square" lIns="0" tIns="0" rIns="0" bIns="0" anchor="t">
            <a:spAutoFit/>
          </a:bodyPr>
          <a:lstStyle>
            <a:lvl1pPr marL="0" indent="0">
              <a:lnSpc>
                <a:spcPct val="120000"/>
              </a:lnSpc>
              <a:buFont typeface="Arial" panose="020B0604020202020204" pitchFamily="34" charset="0"/>
              <a:buNone/>
              <a:defRPr sz="1800" b="0" i="0">
                <a:solidFill>
                  <a:schemeClr val="bg1"/>
                </a:solidFill>
                <a:latin typeface="Century Gothic" panose="020B0502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Contact</a:t>
            </a:r>
          </a:p>
        </p:txBody>
      </p:sp>
      <p:grpSp>
        <p:nvGrpSpPr>
          <p:cNvPr id="4" name="Graphic 10">
            <a:extLst>
              <a:ext uri="{FF2B5EF4-FFF2-40B4-BE49-F238E27FC236}">
                <a16:creationId xmlns:a16="http://schemas.microsoft.com/office/drawing/2014/main" id="{2D650DD3-F273-54B8-C9A7-86C7953C086A}"/>
              </a:ext>
            </a:extLst>
          </p:cNvPr>
          <p:cNvGrpSpPr/>
          <p:nvPr userDrawn="1"/>
        </p:nvGrpSpPr>
        <p:grpSpPr>
          <a:xfrm>
            <a:off x="515936" y="512763"/>
            <a:ext cx="2144749" cy="508682"/>
            <a:chOff x="419100" y="2082800"/>
            <a:chExt cx="7770288" cy="1842923"/>
          </a:xfrm>
          <a:solidFill>
            <a:schemeClr val="bg2"/>
          </a:solidFill>
        </p:grpSpPr>
        <p:sp>
          <p:nvSpPr>
            <p:cNvPr id="5" name="Freeform 4">
              <a:extLst>
                <a:ext uri="{FF2B5EF4-FFF2-40B4-BE49-F238E27FC236}">
                  <a16:creationId xmlns:a16="http://schemas.microsoft.com/office/drawing/2014/main" id="{B2FE4E17-9DD0-5842-FDCE-187F8E745051}"/>
                </a:ext>
              </a:extLst>
            </p:cNvPr>
            <p:cNvSpPr/>
            <p:nvPr/>
          </p:nvSpPr>
          <p:spPr>
            <a:xfrm>
              <a:off x="419100" y="2082800"/>
              <a:ext cx="4622752" cy="1842923"/>
            </a:xfrm>
            <a:custGeom>
              <a:avLst/>
              <a:gdLst>
                <a:gd name="connsiteX0" fmla="*/ 1288706 w 4622752"/>
                <a:gd name="connsiteY0" fmla="*/ 614937 h 1842923"/>
                <a:gd name="connsiteX1" fmla="*/ 1288706 w 4622752"/>
                <a:gd name="connsiteY1" fmla="*/ 1814398 h 1842923"/>
                <a:gd name="connsiteX2" fmla="*/ 1276447 w 4622752"/>
                <a:gd name="connsiteY2" fmla="*/ 1826642 h 1842923"/>
                <a:gd name="connsiteX3" fmla="*/ 1055860 w 4622752"/>
                <a:gd name="connsiteY3" fmla="*/ 1826642 h 1842923"/>
                <a:gd name="connsiteX4" fmla="*/ 1043601 w 4622752"/>
                <a:gd name="connsiteY4" fmla="*/ 1814398 h 1842923"/>
                <a:gd name="connsiteX5" fmla="*/ 1043601 w 4622752"/>
                <a:gd name="connsiteY5" fmla="*/ 985841 h 1842923"/>
                <a:gd name="connsiteX6" fmla="*/ 712687 w 4622752"/>
                <a:gd name="connsiteY6" fmla="*/ 1622661 h 1842923"/>
                <a:gd name="connsiteX7" fmla="*/ 574193 w 4622752"/>
                <a:gd name="connsiteY7" fmla="*/ 1622661 h 1842923"/>
                <a:gd name="connsiteX8" fmla="*/ 245039 w 4622752"/>
                <a:gd name="connsiteY8" fmla="*/ 985841 h 1842923"/>
                <a:gd name="connsiteX9" fmla="*/ 245039 w 4622752"/>
                <a:gd name="connsiteY9" fmla="*/ 1814398 h 1842923"/>
                <a:gd name="connsiteX10" fmla="*/ 232781 w 4622752"/>
                <a:gd name="connsiteY10" fmla="*/ 1826642 h 1842923"/>
                <a:gd name="connsiteX11" fmla="*/ 12258 w 4622752"/>
                <a:gd name="connsiteY11" fmla="*/ 1826642 h 1842923"/>
                <a:gd name="connsiteX12" fmla="*/ 0 w 4622752"/>
                <a:gd name="connsiteY12" fmla="*/ 1814398 h 1842923"/>
                <a:gd name="connsiteX13" fmla="*/ 0 w 4622752"/>
                <a:gd name="connsiteY13" fmla="*/ 614937 h 1842923"/>
                <a:gd name="connsiteX14" fmla="*/ 12258 w 4622752"/>
                <a:gd name="connsiteY14" fmla="*/ 602693 h 1842923"/>
                <a:gd name="connsiteX15" fmla="*/ 294269 w 4622752"/>
                <a:gd name="connsiteY15" fmla="*/ 602693 h 1842923"/>
                <a:gd name="connsiteX16" fmla="*/ 310635 w 4622752"/>
                <a:gd name="connsiteY16" fmla="*/ 612658 h 1842923"/>
                <a:gd name="connsiteX17" fmla="*/ 645266 w 4622752"/>
                <a:gd name="connsiteY17" fmla="*/ 1262309 h 1842923"/>
                <a:gd name="connsiteX18" fmla="*/ 981722 w 4622752"/>
                <a:gd name="connsiteY18" fmla="*/ 612593 h 1842923"/>
                <a:gd name="connsiteX19" fmla="*/ 998023 w 4622752"/>
                <a:gd name="connsiteY19" fmla="*/ 602693 h 1842923"/>
                <a:gd name="connsiteX20" fmla="*/ 1276512 w 4622752"/>
                <a:gd name="connsiteY20" fmla="*/ 602693 h 1842923"/>
                <a:gd name="connsiteX21" fmla="*/ 1288771 w 4622752"/>
                <a:gd name="connsiteY21" fmla="*/ 614937 h 1842923"/>
                <a:gd name="connsiteX22" fmla="*/ 4074446 w 4622752"/>
                <a:gd name="connsiteY22" fmla="*/ 833311 h 1842923"/>
                <a:gd name="connsiteX23" fmla="*/ 4074446 w 4622752"/>
                <a:gd name="connsiteY23" fmla="*/ 833311 h 1842923"/>
                <a:gd name="connsiteX24" fmla="*/ 4610494 w 4622752"/>
                <a:gd name="connsiteY24" fmla="*/ 833311 h 1842923"/>
                <a:gd name="connsiteX25" fmla="*/ 4622753 w 4622752"/>
                <a:gd name="connsiteY25" fmla="*/ 821067 h 1842923"/>
                <a:gd name="connsiteX26" fmla="*/ 4622753 w 4622752"/>
                <a:gd name="connsiteY26" fmla="*/ 614937 h 1842923"/>
                <a:gd name="connsiteX27" fmla="*/ 4610494 w 4622752"/>
                <a:gd name="connsiteY27" fmla="*/ 602693 h 1842923"/>
                <a:gd name="connsiteX28" fmla="*/ 4074446 w 4622752"/>
                <a:gd name="connsiteY28" fmla="*/ 602693 h 1842923"/>
                <a:gd name="connsiteX29" fmla="*/ 3771635 w 4622752"/>
                <a:gd name="connsiteY29" fmla="*/ 905147 h 1842923"/>
                <a:gd name="connsiteX30" fmla="*/ 3771635 w 4622752"/>
                <a:gd name="connsiteY30" fmla="*/ 905147 h 1842923"/>
                <a:gd name="connsiteX31" fmla="*/ 3771635 w 4622752"/>
                <a:gd name="connsiteY31" fmla="*/ 1524188 h 1842923"/>
                <a:gd name="connsiteX32" fmla="*/ 4074446 w 4622752"/>
                <a:gd name="connsiteY32" fmla="*/ 1826642 h 1842923"/>
                <a:gd name="connsiteX33" fmla="*/ 4610494 w 4622752"/>
                <a:gd name="connsiteY33" fmla="*/ 1826642 h 1842923"/>
                <a:gd name="connsiteX34" fmla="*/ 4622753 w 4622752"/>
                <a:gd name="connsiteY34" fmla="*/ 1814398 h 1842923"/>
                <a:gd name="connsiteX35" fmla="*/ 4622753 w 4622752"/>
                <a:gd name="connsiteY35" fmla="*/ 1608268 h 1842923"/>
                <a:gd name="connsiteX36" fmla="*/ 4610494 w 4622752"/>
                <a:gd name="connsiteY36" fmla="*/ 1596024 h 1842923"/>
                <a:gd name="connsiteX37" fmla="*/ 4074446 w 4622752"/>
                <a:gd name="connsiteY37" fmla="*/ 1596024 h 1842923"/>
                <a:gd name="connsiteX38" fmla="*/ 4016740 w 4622752"/>
                <a:gd name="connsiteY38" fmla="*/ 1538386 h 1842923"/>
                <a:gd name="connsiteX39" fmla="*/ 4016740 w 4622752"/>
                <a:gd name="connsiteY39" fmla="*/ 1326394 h 1842923"/>
                <a:gd name="connsiteX40" fmla="*/ 4552788 w 4622752"/>
                <a:gd name="connsiteY40" fmla="*/ 1326394 h 1842923"/>
                <a:gd name="connsiteX41" fmla="*/ 4565046 w 4622752"/>
                <a:gd name="connsiteY41" fmla="*/ 1314150 h 1842923"/>
                <a:gd name="connsiteX42" fmla="*/ 4565046 w 4622752"/>
                <a:gd name="connsiteY42" fmla="*/ 1108021 h 1842923"/>
                <a:gd name="connsiteX43" fmla="*/ 4552788 w 4622752"/>
                <a:gd name="connsiteY43" fmla="*/ 1095777 h 1842923"/>
                <a:gd name="connsiteX44" fmla="*/ 4016740 w 4622752"/>
                <a:gd name="connsiteY44" fmla="*/ 1095777 h 1842923"/>
                <a:gd name="connsiteX45" fmla="*/ 4016740 w 4622752"/>
                <a:gd name="connsiteY45" fmla="*/ 890884 h 1842923"/>
                <a:gd name="connsiteX46" fmla="*/ 4074446 w 4622752"/>
                <a:gd name="connsiteY46" fmla="*/ 833246 h 1842923"/>
                <a:gd name="connsiteX47" fmla="*/ 338543 w 4622752"/>
                <a:gd name="connsiteY47" fmla="*/ 94566 h 1842923"/>
                <a:gd name="connsiteX48" fmla="*/ 338543 w 4622752"/>
                <a:gd name="connsiteY48" fmla="*/ 12114 h 1842923"/>
                <a:gd name="connsiteX49" fmla="*/ 333978 w 4622752"/>
                <a:gd name="connsiteY49" fmla="*/ 7555 h 1842923"/>
                <a:gd name="connsiteX50" fmla="*/ 4564 w 4622752"/>
                <a:gd name="connsiteY50" fmla="*/ 7555 h 1842923"/>
                <a:gd name="connsiteX51" fmla="*/ 0 w 4622752"/>
                <a:gd name="connsiteY51" fmla="*/ 12114 h 1842923"/>
                <a:gd name="connsiteX52" fmla="*/ 0 w 4622752"/>
                <a:gd name="connsiteY52" fmla="*/ 94566 h 1842923"/>
                <a:gd name="connsiteX53" fmla="*/ 4564 w 4622752"/>
                <a:gd name="connsiteY53" fmla="*/ 99125 h 1842923"/>
                <a:gd name="connsiteX54" fmla="*/ 120563 w 4622752"/>
                <a:gd name="connsiteY54" fmla="*/ 99125 h 1842923"/>
                <a:gd name="connsiteX55" fmla="*/ 120563 w 4622752"/>
                <a:gd name="connsiteY55" fmla="*/ 435836 h 1842923"/>
                <a:gd name="connsiteX56" fmla="*/ 125128 w 4622752"/>
                <a:gd name="connsiteY56" fmla="*/ 440395 h 1842923"/>
                <a:gd name="connsiteX57" fmla="*/ 213285 w 4622752"/>
                <a:gd name="connsiteY57" fmla="*/ 440395 h 1842923"/>
                <a:gd name="connsiteX58" fmla="*/ 217849 w 4622752"/>
                <a:gd name="connsiteY58" fmla="*/ 435836 h 1842923"/>
                <a:gd name="connsiteX59" fmla="*/ 217849 w 4622752"/>
                <a:gd name="connsiteY59" fmla="*/ 99125 h 1842923"/>
                <a:gd name="connsiteX60" fmla="*/ 333848 w 4622752"/>
                <a:gd name="connsiteY60" fmla="*/ 99125 h 1842923"/>
                <a:gd name="connsiteX61" fmla="*/ 338412 w 4622752"/>
                <a:gd name="connsiteY61" fmla="*/ 94566 h 1842923"/>
                <a:gd name="connsiteX62" fmla="*/ 747181 w 4622752"/>
                <a:gd name="connsiteY62" fmla="*/ 7555 h 1842923"/>
                <a:gd name="connsiteX63" fmla="*/ 659024 w 4622752"/>
                <a:gd name="connsiteY63" fmla="*/ 7555 h 1842923"/>
                <a:gd name="connsiteX64" fmla="*/ 654460 w 4622752"/>
                <a:gd name="connsiteY64" fmla="*/ 12114 h 1842923"/>
                <a:gd name="connsiteX65" fmla="*/ 654460 w 4622752"/>
                <a:gd name="connsiteY65" fmla="*/ 176887 h 1842923"/>
                <a:gd name="connsiteX66" fmla="*/ 480493 w 4622752"/>
                <a:gd name="connsiteY66" fmla="*/ 176887 h 1842923"/>
                <a:gd name="connsiteX67" fmla="*/ 480493 w 4622752"/>
                <a:gd name="connsiteY67" fmla="*/ 12114 h 1842923"/>
                <a:gd name="connsiteX68" fmla="*/ 475929 w 4622752"/>
                <a:gd name="connsiteY68" fmla="*/ 7555 h 1842923"/>
                <a:gd name="connsiteX69" fmla="*/ 387772 w 4622752"/>
                <a:gd name="connsiteY69" fmla="*/ 7555 h 1842923"/>
                <a:gd name="connsiteX70" fmla="*/ 383208 w 4622752"/>
                <a:gd name="connsiteY70" fmla="*/ 12114 h 1842923"/>
                <a:gd name="connsiteX71" fmla="*/ 383208 w 4622752"/>
                <a:gd name="connsiteY71" fmla="*/ 435771 h 1842923"/>
                <a:gd name="connsiteX72" fmla="*/ 387772 w 4622752"/>
                <a:gd name="connsiteY72" fmla="*/ 440330 h 1842923"/>
                <a:gd name="connsiteX73" fmla="*/ 475929 w 4622752"/>
                <a:gd name="connsiteY73" fmla="*/ 440330 h 1842923"/>
                <a:gd name="connsiteX74" fmla="*/ 480493 w 4622752"/>
                <a:gd name="connsiteY74" fmla="*/ 435771 h 1842923"/>
                <a:gd name="connsiteX75" fmla="*/ 480493 w 4622752"/>
                <a:gd name="connsiteY75" fmla="*/ 268457 h 1842923"/>
                <a:gd name="connsiteX76" fmla="*/ 654460 w 4622752"/>
                <a:gd name="connsiteY76" fmla="*/ 268457 h 1842923"/>
                <a:gd name="connsiteX77" fmla="*/ 654460 w 4622752"/>
                <a:gd name="connsiteY77" fmla="*/ 435771 h 1842923"/>
                <a:gd name="connsiteX78" fmla="*/ 659024 w 4622752"/>
                <a:gd name="connsiteY78" fmla="*/ 440330 h 1842923"/>
                <a:gd name="connsiteX79" fmla="*/ 747181 w 4622752"/>
                <a:gd name="connsiteY79" fmla="*/ 440330 h 1842923"/>
                <a:gd name="connsiteX80" fmla="*/ 751745 w 4622752"/>
                <a:gd name="connsiteY80" fmla="*/ 435771 h 1842923"/>
                <a:gd name="connsiteX81" fmla="*/ 751745 w 4622752"/>
                <a:gd name="connsiteY81" fmla="*/ 12114 h 1842923"/>
                <a:gd name="connsiteX82" fmla="*/ 747181 w 4622752"/>
                <a:gd name="connsiteY82" fmla="*/ 7555 h 1842923"/>
                <a:gd name="connsiteX83" fmla="*/ 1029973 w 4622752"/>
                <a:gd name="connsiteY83" fmla="*/ 447950 h 1842923"/>
                <a:gd name="connsiteX84" fmla="*/ 1259233 w 4622752"/>
                <a:gd name="connsiteY84" fmla="*/ 223975 h 1842923"/>
                <a:gd name="connsiteX85" fmla="*/ 1029973 w 4622752"/>
                <a:gd name="connsiteY85" fmla="*/ 0 h 1842923"/>
                <a:gd name="connsiteX86" fmla="*/ 800714 w 4622752"/>
                <a:gd name="connsiteY86" fmla="*/ 223975 h 1842923"/>
                <a:gd name="connsiteX87" fmla="*/ 1029973 w 4622752"/>
                <a:gd name="connsiteY87" fmla="*/ 447950 h 1842923"/>
                <a:gd name="connsiteX88" fmla="*/ 1029973 w 4622752"/>
                <a:gd name="connsiteY88" fmla="*/ 354491 h 1842923"/>
                <a:gd name="connsiteX89" fmla="*/ 900607 w 4622752"/>
                <a:gd name="connsiteY89" fmla="*/ 224040 h 1842923"/>
                <a:gd name="connsiteX90" fmla="*/ 1029973 w 4622752"/>
                <a:gd name="connsiteY90" fmla="*/ 93589 h 1842923"/>
                <a:gd name="connsiteX91" fmla="*/ 1159340 w 4622752"/>
                <a:gd name="connsiteY91" fmla="*/ 224040 h 1842923"/>
                <a:gd name="connsiteX92" fmla="*/ 1029973 w 4622752"/>
                <a:gd name="connsiteY92" fmla="*/ 354491 h 1842923"/>
                <a:gd name="connsiteX93" fmla="*/ 1771481 w 4622752"/>
                <a:gd name="connsiteY93" fmla="*/ 7555 h 1842923"/>
                <a:gd name="connsiteX94" fmla="*/ 1662850 w 4622752"/>
                <a:gd name="connsiteY94" fmla="*/ 7555 h 1842923"/>
                <a:gd name="connsiteX95" fmla="*/ 1654765 w 4622752"/>
                <a:gd name="connsiteY95" fmla="*/ 12374 h 1842923"/>
                <a:gd name="connsiteX96" fmla="*/ 1542417 w 4622752"/>
                <a:gd name="connsiteY96" fmla="*/ 221435 h 1842923"/>
                <a:gd name="connsiteX97" fmla="*/ 1430722 w 4622752"/>
                <a:gd name="connsiteY97" fmla="*/ 12374 h 1842923"/>
                <a:gd name="connsiteX98" fmla="*/ 1422636 w 4622752"/>
                <a:gd name="connsiteY98" fmla="*/ 7555 h 1842923"/>
                <a:gd name="connsiteX99" fmla="*/ 1312114 w 4622752"/>
                <a:gd name="connsiteY99" fmla="*/ 7555 h 1842923"/>
                <a:gd name="connsiteX100" fmla="*/ 1307550 w 4622752"/>
                <a:gd name="connsiteY100" fmla="*/ 12114 h 1842923"/>
                <a:gd name="connsiteX101" fmla="*/ 1307550 w 4622752"/>
                <a:gd name="connsiteY101" fmla="*/ 435771 h 1842923"/>
                <a:gd name="connsiteX102" fmla="*/ 1312114 w 4622752"/>
                <a:gd name="connsiteY102" fmla="*/ 440330 h 1842923"/>
                <a:gd name="connsiteX103" fmla="*/ 1400271 w 4622752"/>
                <a:gd name="connsiteY103" fmla="*/ 440330 h 1842923"/>
                <a:gd name="connsiteX104" fmla="*/ 1404835 w 4622752"/>
                <a:gd name="connsiteY104" fmla="*/ 435771 h 1842923"/>
                <a:gd name="connsiteX105" fmla="*/ 1404835 w 4622752"/>
                <a:gd name="connsiteY105" fmla="*/ 162494 h 1842923"/>
                <a:gd name="connsiteX106" fmla="*/ 1514118 w 4622752"/>
                <a:gd name="connsiteY106" fmla="*/ 367647 h 1842923"/>
                <a:gd name="connsiteX107" fmla="*/ 1569412 w 4622752"/>
                <a:gd name="connsiteY107" fmla="*/ 367647 h 1842923"/>
                <a:gd name="connsiteX108" fmla="*/ 1678695 w 4622752"/>
                <a:gd name="connsiteY108" fmla="*/ 162494 h 1842923"/>
                <a:gd name="connsiteX109" fmla="*/ 1678695 w 4622752"/>
                <a:gd name="connsiteY109" fmla="*/ 435836 h 1842923"/>
                <a:gd name="connsiteX110" fmla="*/ 1683259 w 4622752"/>
                <a:gd name="connsiteY110" fmla="*/ 440395 h 1842923"/>
                <a:gd name="connsiteX111" fmla="*/ 1771416 w 4622752"/>
                <a:gd name="connsiteY111" fmla="*/ 440395 h 1842923"/>
                <a:gd name="connsiteX112" fmla="*/ 1775980 w 4622752"/>
                <a:gd name="connsiteY112" fmla="*/ 435836 h 1842923"/>
                <a:gd name="connsiteX113" fmla="*/ 1775980 w 4622752"/>
                <a:gd name="connsiteY113" fmla="*/ 12114 h 1842923"/>
                <a:gd name="connsiteX114" fmla="*/ 1771416 w 4622752"/>
                <a:gd name="connsiteY114" fmla="*/ 7555 h 1842923"/>
                <a:gd name="connsiteX115" fmla="*/ 2141909 w 4622752"/>
                <a:gd name="connsiteY115" fmla="*/ 434338 h 1842923"/>
                <a:gd name="connsiteX116" fmla="*/ 2150582 w 4622752"/>
                <a:gd name="connsiteY116" fmla="*/ 440460 h 1842923"/>
                <a:gd name="connsiteX117" fmla="*/ 2244281 w 4622752"/>
                <a:gd name="connsiteY117" fmla="*/ 440460 h 1842923"/>
                <a:gd name="connsiteX118" fmla="*/ 2248584 w 4622752"/>
                <a:gd name="connsiteY118" fmla="*/ 434273 h 1842923"/>
                <a:gd name="connsiteX119" fmla="*/ 2089745 w 4622752"/>
                <a:gd name="connsiteY119" fmla="*/ 13481 h 1842923"/>
                <a:gd name="connsiteX120" fmla="*/ 2081138 w 4622752"/>
                <a:gd name="connsiteY120" fmla="*/ 7555 h 1842923"/>
                <a:gd name="connsiteX121" fmla="*/ 1978897 w 4622752"/>
                <a:gd name="connsiteY121" fmla="*/ 7555 h 1842923"/>
                <a:gd name="connsiteX122" fmla="*/ 1970291 w 4622752"/>
                <a:gd name="connsiteY122" fmla="*/ 13481 h 1842923"/>
                <a:gd name="connsiteX123" fmla="*/ 1812169 w 4622752"/>
                <a:gd name="connsiteY123" fmla="*/ 434208 h 1842923"/>
                <a:gd name="connsiteX124" fmla="*/ 1816472 w 4622752"/>
                <a:gd name="connsiteY124" fmla="*/ 440395 h 1842923"/>
                <a:gd name="connsiteX125" fmla="*/ 1907629 w 4622752"/>
                <a:gd name="connsiteY125" fmla="*/ 440395 h 1842923"/>
                <a:gd name="connsiteX126" fmla="*/ 1916301 w 4622752"/>
                <a:gd name="connsiteY126" fmla="*/ 434273 h 1842923"/>
                <a:gd name="connsiteX127" fmla="*/ 1941144 w 4622752"/>
                <a:gd name="connsiteY127" fmla="*/ 364456 h 1842923"/>
                <a:gd name="connsiteX128" fmla="*/ 2117001 w 4622752"/>
                <a:gd name="connsiteY128" fmla="*/ 364456 h 1842923"/>
                <a:gd name="connsiteX129" fmla="*/ 2141844 w 4622752"/>
                <a:gd name="connsiteY129" fmla="*/ 434273 h 1842923"/>
                <a:gd name="connsiteX130" fmla="*/ 1972638 w 4622752"/>
                <a:gd name="connsiteY130" fmla="*/ 274840 h 1842923"/>
                <a:gd name="connsiteX131" fmla="*/ 2029170 w 4622752"/>
                <a:gd name="connsiteY131" fmla="*/ 114886 h 1842923"/>
                <a:gd name="connsiteX132" fmla="*/ 2085703 w 4622752"/>
                <a:gd name="connsiteY132" fmla="*/ 274840 h 1842923"/>
                <a:gd name="connsiteX133" fmla="*/ 1972638 w 4622752"/>
                <a:gd name="connsiteY133" fmla="*/ 274840 h 1842923"/>
                <a:gd name="connsiteX134" fmla="*/ 2248062 w 4622752"/>
                <a:gd name="connsiteY134" fmla="*/ 382952 h 1842923"/>
                <a:gd name="connsiteX135" fmla="*/ 2429005 w 4622752"/>
                <a:gd name="connsiteY135" fmla="*/ 448015 h 1842923"/>
                <a:gd name="connsiteX136" fmla="*/ 2600494 w 4622752"/>
                <a:gd name="connsiteY136" fmla="*/ 314372 h 1842923"/>
                <a:gd name="connsiteX137" fmla="*/ 2440938 w 4622752"/>
                <a:gd name="connsiteY137" fmla="*/ 175129 h 1842923"/>
                <a:gd name="connsiteX138" fmla="*/ 2361779 w 4622752"/>
                <a:gd name="connsiteY138" fmla="*/ 125567 h 1842923"/>
                <a:gd name="connsiteX139" fmla="*/ 2428354 w 4622752"/>
                <a:gd name="connsiteY139" fmla="*/ 86685 h 1842923"/>
                <a:gd name="connsiteX140" fmla="*/ 2533007 w 4622752"/>
                <a:gd name="connsiteY140" fmla="*/ 123808 h 1842923"/>
                <a:gd name="connsiteX141" fmla="*/ 2539853 w 4622752"/>
                <a:gd name="connsiteY141" fmla="*/ 122766 h 1842923"/>
                <a:gd name="connsiteX142" fmla="*/ 2580215 w 4622752"/>
                <a:gd name="connsiteY142" fmla="*/ 56661 h 1842923"/>
                <a:gd name="connsiteX143" fmla="*/ 2579433 w 4622752"/>
                <a:gd name="connsiteY143" fmla="*/ 50800 h 1842923"/>
                <a:gd name="connsiteX144" fmla="*/ 2428940 w 4622752"/>
                <a:gd name="connsiteY144" fmla="*/ 65 h 1842923"/>
                <a:gd name="connsiteX145" fmla="*/ 2261886 w 4622752"/>
                <a:gd name="connsiteY145" fmla="*/ 129279 h 1842923"/>
                <a:gd name="connsiteX146" fmla="*/ 2413226 w 4622752"/>
                <a:gd name="connsiteY146" fmla="*/ 267285 h 1842923"/>
                <a:gd name="connsiteX147" fmla="*/ 2500535 w 4622752"/>
                <a:gd name="connsiteY147" fmla="*/ 318736 h 1842923"/>
                <a:gd name="connsiteX148" fmla="*/ 2428288 w 4622752"/>
                <a:gd name="connsiteY148" fmla="*/ 361395 h 1842923"/>
                <a:gd name="connsiteX149" fmla="*/ 2298987 w 4622752"/>
                <a:gd name="connsiteY149" fmla="*/ 309618 h 1842923"/>
                <a:gd name="connsiteX150" fmla="*/ 2292271 w 4622752"/>
                <a:gd name="connsiteY150" fmla="*/ 310465 h 1842923"/>
                <a:gd name="connsiteX151" fmla="*/ 2247215 w 4622752"/>
                <a:gd name="connsiteY151" fmla="*/ 376830 h 1842923"/>
                <a:gd name="connsiteX152" fmla="*/ 2247997 w 4622752"/>
                <a:gd name="connsiteY152" fmla="*/ 382952 h 1842923"/>
                <a:gd name="connsiteX153" fmla="*/ 3700367 w 4622752"/>
                <a:gd name="connsiteY153" fmla="*/ 1826707 h 1842923"/>
                <a:gd name="connsiteX154" fmla="*/ 3465695 w 4622752"/>
                <a:gd name="connsiteY154" fmla="*/ 1826707 h 1842923"/>
                <a:gd name="connsiteX155" fmla="*/ 3450111 w 4622752"/>
                <a:gd name="connsiteY155" fmla="*/ 1818045 h 1842923"/>
                <a:gd name="connsiteX156" fmla="*/ 3207876 w 4622752"/>
                <a:gd name="connsiteY156" fmla="*/ 1428841 h 1842923"/>
                <a:gd name="connsiteX157" fmla="*/ 2968053 w 4622752"/>
                <a:gd name="connsiteY157" fmla="*/ 1427733 h 1842923"/>
                <a:gd name="connsiteX158" fmla="*/ 2968053 w 4622752"/>
                <a:gd name="connsiteY158" fmla="*/ 1814463 h 1842923"/>
                <a:gd name="connsiteX159" fmla="*/ 2955794 w 4622752"/>
                <a:gd name="connsiteY159" fmla="*/ 1826707 h 1842923"/>
                <a:gd name="connsiteX160" fmla="*/ 2735207 w 4622752"/>
                <a:gd name="connsiteY160" fmla="*/ 1826707 h 1842923"/>
                <a:gd name="connsiteX161" fmla="*/ 2722948 w 4622752"/>
                <a:gd name="connsiteY161" fmla="*/ 1814463 h 1842923"/>
                <a:gd name="connsiteX162" fmla="*/ 2722948 w 4622752"/>
                <a:gd name="connsiteY162" fmla="*/ 614937 h 1842923"/>
                <a:gd name="connsiteX163" fmla="*/ 2735207 w 4622752"/>
                <a:gd name="connsiteY163" fmla="*/ 602693 h 1842923"/>
                <a:gd name="connsiteX164" fmla="*/ 3268712 w 4622752"/>
                <a:gd name="connsiteY164" fmla="*/ 602693 h 1842923"/>
                <a:gd name="connsiteX165" fmla="*/ 3690195 w 4622752"/>
                <a:gd name="connsiteY165" fmla="*/ 1009547 h 1842923"/>
                <a:gd name="connsiteX166" fmla="*/ 3450437 w 4622752"/>
                <a:gd name="connsiteY166" fmla="*/ 1389634 h 1842923"/>
                <a:gd name="connsiteX167" fmla="*/ 3710799 w 4622752"/>
                <a:gd name="connsiteY167" fmla="*/ 1807950 h 1842923"/>
                <a:gd name="connsiteX168" fmla="*/ 3700367 w 4622752"/>
                <a:gd name="connsiteY168" fmla="*/ 1826642 h 1842923"/>
                <a:gd name="connsiteX169" fmla="*/ 3459370 w 4622752"/>
                <a:gd name="connsiteY169" fmla="*/ 1015279 h 1842923"/>
                <a:gd name="connsiteX170" fmla="*/ 3277253 w 4622752"/>
                <a:gd name="connsiteY170" fmla="*/ 833376 h 1842923"/>
                <a:gd name="connsiteX171" fmla="*/ 2968053 w 4622752"/>
                <a:gd name="connsiteY171" fmla="*/ 833376 h 1842923"/>
                <a:gd name="connsiteX172" fmla="*/ 2968053 w 4622752"/>
                <a:gd name="connsiteY172" fmla="*/ 1197051 h 1842923"/>
                <a:gd name="connsiteX173" fmla="*/ 2968053 w 4622752"/>
                <a:gd name="connsiteY173" fmla="*/ 1197051 h 1842923"/>
                <a:gd name="connsiteX174" fmla="*/ 3277253 w 4622752"/>
                <a:gd name="connsiteY174" fmla="*/ 1197116 h 1842923"/>
                <a:gd name="connsiteX175" fmla="*/ 3459370 w 4622752"/>
                <a:gd name="connsiteY175" fmla="*/ 1015213 h 1842923"/>
                <a:gd name="connsiteX176" fmla="*/ 1617859 w 4622752"/>
                <a:gd name="connsiteY176" fmla="*/ 1301320 h 1842923"/>
                <a:gd name="connsiteX177" fmla="*/ 1608274 w 4622752"/>
                <a:gd name="connsiteY177" fmla="*/ 1214765 h 1842923"/>
                <a:gd name="connsiteX178" fmla="*/ 2005827 w 4622752"/>
                <a:gd name="connsiteY178" fmla="*/ 817681 h 1842923"/>
                <a:gd name="connsiteX179" fmla="*/ 2403380 w 4622752"/>
                <a:gd name="connsiteY179" fmla="*/ 1214765 h 1842923"/>
                <a:gd name="connsiteX180" fmla="*/ 2393795 w 4622752"/>
                <a:gd name="connsiteY180" fmla="*/ 1301320 h 1842923"/>
                <a:gd name="connsiteX181" fmla="*/ 2628727 w 4622752"/>
                <a:gd name="connsiteY181" fmla="*/ 1301320 h 1842923"/>
                <a:gd name="connsiteX182" fmla="*/ 2634726 w 4622752"/>
                <a:gd name="connsiteY182" fmla="*/ 1214765 h 1842923"/>
                <a:gd name="connsiteX183" fmla="*/ 2005827 w 4622752"/>
                <a:gd name="connsiteY183" fmla="*/ 586607 h 1842923"/>
                <a:gd name="connsiteX184" fmla="*/ 1376928 w 4622752"/>
                <a:gd name="connsiteY184" fmla="*/ 1214765 h 1842923"/>
                <a:gd name="connsiteX185" fmla="*/ 1382926 w 4622752"/>
                <a:gd name="connsiteY185" fmla="*/ 1301320 h 1842923"/>
                <a:gd name="connsiteX186" fmla="*/ 1617859 w 4622752"/>
                <a:gd name="connsiteY186" fmla="*/ 1301320 h 1842923"/>
                <a:gd name="connsiteX187" fmla="*/ 1433069 w 4622752"/>
                <a:gd name="connsiteY187" fmla="*/ 1474430 h 1842923"/>
                <a:gd name="connsiteX188" fmla="*/ 2005892 w 4622752"/>
                <a:gd name="connsiteY188" fmla="*/ 1842924 h 1842923"/>
                <a:gd name="connsiteX189" fmla="*/ 2578716 w 4622752"/>
                <a:gd name="connsiteY189" fmla="*/ 1474430 h 1842923"/>
                <a:gd name="connsiteX190" fmla="*/ 1433069 w 4622752"/>
                <a:gd name="connsiteY190" fmla="*/ 1474430 h 184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4622752" h="1842923">
                  <a:moveTo>
                    <a:pt x="1288706" y="614937"/>
                  </a:moveTo>
                  <a:lnTo>
                    <a:pt x="1288706" y="1814398"/>
                  </a:lnTo>
                  <a:cubicBezTo>
                    <a:pt x="1288706" y="1821171"/>
                    <a:pt x="1283229" y="1826642"/>
                    <a:pt x="1276447" y="1826642"/>
                  </a:cubicBezTo>
                  <a:lnTo>
                    <a:pt x="1055860" y="1826642"/>
                  </a:lnTo>
                  <a:cubicBezTo>
                    <a:pt x="1049078" y="1826642"/>
                    <a:pt x="1043601" y="1821171"/>
                    <a:pt x="1043601" y="1814398"/>
                  </a:cubicBezTo>
                  <a:lnTo>
                    <a:pt x="1043601" y="985841"/>
                  </a:lnTo>
                  <a:lnTo>
                    <a:pt x="712687" y="1622661"/>
                  </a:lnTo>
                  <a:lnTo>
                    <a:pt x="574193" y="1622661"/>
                  </a:lnTo>
                  <a:lnTo>
                    <a:pt x="245039" y="985841"/>
                  </a:lnTo>
                  <a:lnTo>
                    <a:pt x="245039" y="1814398"/>
                  </a:lnTo>
                  <a:cubicBezTo>
                    <a:pt x="245039" y="1821171"/>
                    <a:pt x="239562" y="1826642"/>
                    <a:pt x="232781" y="1826642"/>
                  </a:cubicBezTo>
                  <a:lnTo>
                    <a:pt x="12258" y="1826642"/>
                  </a:lnTo>
                  <a:cubicBezTo>
                    <a:pt x="5477" y="1826642"/>
                    <a:pt x="0" y="1821171"/>
                    <a:pt x="0" y="1814398"/>
                  </a:cubicBezTo>
                  <a:lnTo>
                    <a:pt x="0" y="614937"/>
                  </a:lnTo>
                  <a:cubicBezTo>
                    <a:pt x="0" y="608164"/>
                    <a:pt x="5477" y="602693"/>
                    <a:pt x="12258" y="602693"/>
                  </a:cubicBezTo>
                  <a:lnTo>
                    <a:pt x="294269" y="602693"/>
                  </a:lnTo>
                  <a:cubicBezTo>
                    <a:pt x="301181" y="602693"/>
                    <a:pt x="307440" y="606536"/>
                    <a:pt x="310635" y="612658"/>
                  </a:cubicBezTo>
                  <a:lnTo>
                    <a:pt x="645266" y="1262309"/>
                  </a:lnTo>
                  <a:lnTo>
                    <a:pt x="981722" y="612593"/>
                  </a:lnTo>
                  <a:cubicBezTo>
                    <a:pt x="984852" y="606471"/>
                    <a:pt x="991177" y="602693"/>
                    <a:pt x="998023" y="602693"/>
                  </a:cubicBezTo>
                  <a:lnTo>
                    <a:pt x="1276512" y="602693"/>
                  </a:lnTo>
                  <a:cubicBezTo>
                    <a:pt x="1283294" y="602693"/>
                    <a:pt x="1288771" y="608164"/>
                    <a:pt x="1288771" y="614937"/>
                  </a:cubicBezTo>
                  <a:close/>
                  <a:moveTo>
                    <a:pt x="4074446" y="833311"/>
                  </a:moveTo>
                  <a:lnTo>
                    <a:pt x="4074446" y="833311"/>
                  </a:lnTo>
                  <a:cubicBezTo>
                    <a:pt x="4074446" y="833311"/>
                    <a:pt x="4610494" y="833311"/>
                    <a:pt x="4610494" y="833311"/>
                  </a:cubicBezTo>
                  <a:cubicBezTo>
                    <a:pt x="4617275" y="833311"/>
                    <a:pt x="4622753" y="827841"/>
                    <a:pt x="4622753" y="821067"/>
                  </a:cubicBezTo>
                  <a:lnTo>
                    <a:pt x="4622753" y="614937"/>
                  </a:lnTo>
                  <a:cubicBezTo>
                    <a:pt x="4622753" y="608164"/>
                    <a:pt x="4617275" y="602693"/>
                    <a:pt x="4610494" y="602693"/>
                  </a:cubicBezTo>
                  <a:lnTo>
                    <a:pt x="4074446" y="602693"/>
                  </a:lnTo>
                  <a:cubicBezTo>
                    <a:pt x="3907196" y="602693"/>
                    <a:pt x="3771635" y="738094"/>
                    <a:pt x="3771635" y="905147"/>
                  </a:cubicBezTo>
                  <a:lnTo>
                    <a:pt x="3771635" y="905147"/>
                  </a:lnTo>
                  <a:lnTo>
                    <a:pt x="3771635" y="1524188"/>
                  </a:lnTo>
                  <a:cubicBezTo>
                    <a:pt x="3771635" y="1691241"/>
                    <a:pt x="3907196" y="1826642"/>
                    <a:pt x="4074446" y="1826642"/>
                  </a:cubicBezTo>
                  <a:lnTo>
                    <a:pt x="4610494" y="1826642"/>
                  </a:lnTo>
                  <a:cubicBezTo>
                    <a:pt x="4617275" y="1826642"/>
                    <a:pt x="4622753" y="1821171"/>
                    <a:pt x="4622753" y="1814398"/>
                  </a:cubicBezTo>
                  <a:lnTo>
                    <a:pt x="4622753" y="1608268"/>
                  </a:lnTo>
                  <a:cubicBezTo>
                    <a:pt x="4622753" y="1601495"/>
                    <a:pt x="4617275" y="1596024"/>
                    <a:pt x="4610494" y="1596024"/>
                  </a:cubicBezTo>
                  <a:lnTo>
                    <a:pt x="4074446" y="1596024"/>
                  </a:lnTo>
                  <a:cubicBezTo>
                    <a:pt x="4042561" y="1596024"/>
                    <a:pt x="4016740" y="1570233"/>
                    <a:pt x="4016740" y="1538386"/>
                  </a:cubicBezTo>
                  <a:lnTo>
                    <a:pt x="4016740" y="1326394"/>
                  </a:lnTo>
                  <a:lnTo>
                    <a:pt x="4552788" y="1326394"/>
                  </a:lnTo>
                  <a:cubicBezTo>
                    <a:pt x="4559569" y="1326394"/>
                    <a:pt x="4565046" y="1320924"/>
                    <a:pt x="4565046" y="1314150"/>
                  </a:cubicBezTo>
                  <a:lnTo>
                    <a:pt x="4565046" y="1108021"/>
                  </a:lnTo>
                  <a:cubicBezTo>
                    <a:pt x="4565046" y="1101247"/>
                    <a:pt x="4559569" y="1095777"/>
                    <a:pt x="4552788" y="1095777"/>
                  </a:cubicBezTo>
                  <a:lnTo>
                    <a:pt x="4016740" y="1095777"/>
                  </a:lnTo>
                  <a:lnTo>
                    <a:pt x="4016740" y="890884"/>
                  </a:lnTo>
                  <a:cubicBezTo>
                    <a:pt x="4016740" y="859037"/>
                    <a:pt x="4042561" y="833246"/>
                    <a:pt x="4074446" y="833246"/>
                  </a:cubicBezTo>
                  <a:close/>
                  <a:moveTo>
                    <a:pt x="338543" y="94566"/>
                  </a:moveTo>
                  <a:lnTo>
                    <a:pt x="338543" y="12114"/>
                  </a:lnTo>
                  <a:cubicBezTo>
                    <a:pt x="338543" y="9574"/>
                    <a:pt x="336521" y="7555"/>
                    <a:pt x="333978" y="7555"/>
                  </a:cubicBezTo>
                  <a:lnTo>
                    <a:pt x="4564" y="7555"/>
                  </a:lnTo>
                  <a:cubicBezTo>
                    <a:pt x="2021" y="7555"/>
                    <a:pt x="0" y="9574"/>
                    <a:pt x="0" y="12114"/>
                  </a:cubicBezTo>
                  <a:lnTo>
                    <a:pt x="0" y="94566"/>
                  </a:lnTo>
                  <a:cubicBezTo>
                    <a:pt x="0" y="97106"/>
                    <a:pt x="2021" y="99125"/>
                    <a:pt x="4564" y="99125"/>
                  </a:cubicBezTo>
                  <a:lnTo>
                    <a:pt x="120563" y="99125"/>
                  </a:lnTo>
                  <a:lnTo>
                    <a:pt x="120563" y="435836"/>
                  </a:lnTo>
                  <a:cubicBezTo>
                    <a:pt x="120563" y="438376"/>
                    <a:pt x="122585" y="440395"/>
                    <a:pt x="125128" y="440395"/>
                  </a:cubicBezTo>
                  <a:lnTo>
                    <a:pt x="213285" y="440395"/>
                  </a:lnTo>
                  <a:cubicBezTo>
                    <a:pt x="215828" y="440395"/>
                    <a:pt x="217849" y="438376"/>
                    <a:pt x="217849" y="435836"/>
                  </a:cubicBezTo>
                  <a:lnTo>
                    <a:pt x="217849" y="99125"/>
                  </a:lnTo>
                  <a:lnTo>
                    <a:pt x="333848" y="99125"/>
                  </a:lnTo>
                  <a:cubicBezTo>
                    <a:pt x="336391" y="99125"/>
                    <a:pt x="338412" y="97106"/>
                    <a:pt x="338412" y="94566"/>
                  </a:cubicBezTo>
                  <a:close/>
                  <a:moveTo>
                    <a:pt x="747181" y="7555"/>
                  </a:moveTo>
                  <a:lnTo>
                    <a:pt x="659024" y="7555"/>
                  </a:lnTo>
                  <a:cubicBezTo>
                    <a:pt x="656481" y="7555"/>
                    <a:pt x="654460" y="9574"/>
                    <a:pt x="654460" y="12114"/>
                  </a:cubicBezTo>
                  <a:lnTo>
                    <a:pt x="654460" y="176887"/>
                  </a:lnTo>
                  <a:lnTo>
                    <a:pt x="480493" y="176887"/>
                  </a:lnTo>
                  <a:lnTo>
                    <a:pt x="480493" y="12114"/>
                  </a:lnTo>
                  <a:cubicBezTo>
                    <a:pt x="480493" y="9574"/>
                    <a:pt x="478472" y="7555"/>
                    <a:pt x="475929" y="7555"/>
                  </a:cubicBezTo>
                  <a:lnTo>
                    <a:pt x="387772" y="7555"/>
                  </a:lnTo>
                  <a:cubicBezTo>
                    <a:pt x="385229" y="7555"/>
                    <a:pt x="383208" y="9574"/>
                    <a:pt x="383208" y="12114"/>
                  </a:cubicBezTo>
                  <a:lnTo>
                    <a:pt x="383208" y="435771"/>
                  </a:lnTo>
                  <a:cubicBezTo>
                    <a:pt x="383208" y="438311"/>
                    <a:pt x="385229" y="440330"/>
                    <a:pt x="387772" y="440330"/>
                  </a:cubicBezTo>
                  <a:lnTo>
                    <a:pt x="475929" y="440330"/>
                  </a:lnTo>
                  <a:cubicBezTo>
                    <a:pt x="478472" y="440330"/>
                    <a:pt x="480493" y="438311"/>
                    <a:pt x="480493" y="435771"/>
                  </a:cubicBezTo>
                  <a:lnTo>
                    <a:pt x="480493" y="268457"/>
                  </a:lnTo>
                  <a:lnTo>
                    <a:pt x="654460" y="268457"/>
                  </a:lnTo>
                  <a:lnTo>
                    <a:pt x="654460" y="435771"/>
                  </a:lnTo>
                  <a:cubicBezTo>
                    <a:pt x="654460" y="438311"/>
                    <a:pt x="656481" y="440330"/>
                    <a:pt x="659024" y="440330"/>
                  </a:cubicBezTo>
                  <a:lnTo>
                    <a:pt x="747181" y="440330"/>
                  </a:lnTo>
                  <a:cubicBezTo>
                    <a:pt x="749724" y="440330"/>
                    <a:pt x="751745" y="438311"/>
                    <a:pt x="751745" y="435771"/>
                  </a:cubicBezTo>
                  <a:lnTo>
                    <a:pt x="751745" y="12114"/>
                  </a:lnTo>
                  <a:cubicBezTo>
                    <a:pt x="751745" y="9574"/>
                    <a:pt x="749724" y="7555"/>
                    <a:pt x="747181" y="7555"/>
                  </a:cubicBezTo>
                  <a:close/>
                  <a:moveTo>
                    <a:pt x="1029973" y="447950"/>
                  </a:moveTo>
                  <a:cubicBezTo>
                    <a:pt x="1159992" y="447950"/>
                    <a:pt x="1259233" y="351365"/>
                    <a:pt x="1259233" y="223975"/>
                  </a:cubicBezTo>
                  <a:cubicBezTo>
                    <a:pt x="1259233" y="96585"/>
                    <a:pt x="1159992" y="0"/>
                    <a:pt x="1029973" y="0"/>
                  </a:cubicBezTo>
                  <a:cubicBezTo>
                    <a:pt x="899955" y="0"/>
                    <a:pt x="800714" y="96585"/>
                    <a:pt x="800714" y="223975"/>
                  </a:cubicBezTo>
                  <a:cubicBezTo>
                    <a:pt x="800714" y="351365"/>
                    <a:pt x="899303" y="447950"/>
                    <a:pt x="1029973" y="447950"/>
                  </a:cubicBezTo>
                  <a:close/>
                  <a:moveTo>
                    <a:pt x="1029973" y="354491"/>
                  </a:moveTo>
                  <a:cubicBezTo>
                    <a:pt x="956488" y="354491"/>
                    <a:pt x="900607" y="298676"/>
                    <a:pt x="900607" y="224040"/>
                  </a:cubicBezTo>
                  <a:cubicBezTo>
                    <a:pt x="900607" y="149403"/>
                    <a:pt x="956488" y="93589"/>
                    <a:pt x="1029973" y="93589"/>
                  </a:cubicBezTo>
                  <a:cubicBezTo>
                    <a:pt x="1103459" y="93589"/>
                    <a:pt x="1159340" y="149403"/>
                    <a:pt x="1159340" y="224040"/>
                  </a:cubicBezTo>
                  <a:cubicBezTo>
                    <a:pt x="1159340" y="298676"/>
                    <a:pt x="1103459" y="354491"/>
                    <a:pt x="1029973" y="354491"/>
                  </a:cubicBezTo>
                  <a:close/>
                  <a:moveTo>
                    <a:pt x="1771481" y="7555"/>
                  </a:moveTo>
                  <a:lnTo>
                    <a:pt x="1662850" y="7555"/>
                  </a:lnTo>
                  <a:cubicBezTo>
                    <a:pt x="1659460" y="7555"/>
                    <a:pt x="1656395" y="9378"/>
                    <a:pt x="1654765" y="12374"/>
                  </a:cubicBezTo>
                  <a:lnTo>
                    <a:pt x="1542417" y="221435"/>
                  </a:lnTo>
                  <a:lnTo>
                    <a:pt x="1430722" y="12374"/>
                  </a:lnTo>
                  <a:cubicBezTo>
                    <a:pt x="1429157" y="9378"/>
                    <a:pt x="1426027" y="7555"/>
                    <a:pt x="1422636" y="7555"/>
                  </a:cubicBezTo>
                  <a:lnTo>
                    <a:pt x="1312114" y="7555"/>
                  </a:lnTo>
                  <a:cubicBezTo>
                    <a:pt x="1309571" y="7555"/>
                    <a:pt x="1307550" y="9574"/>
                    <a:pt x="1307550" y="12114"/>
                  </a:cubicBezTo>
                  <a:lnTo>
                    <a:pt x="1307550" y="435771"/>
                  </a:lnTo>
                  <a:cubicBezTo>
                    <a:pt x="1307550" y="438311"/>
                    <a:pt x="1309571" y="440330"/>
                    <a:pt x="1312114" y="440330"/>
                  </a:cubicBezTo>
                  <a:lnTo>
                    <a:pt x="1400271" y="440330"/>
                  </a:lnTo>
                  <a:cubicBezTo>
                    <a:pt x="1402814" y="440330"/>
                    <a:pt x="1404835" y="438311"/>
                    <a:pt x="1404835" y="435771"/>
                  </a:cubicBezTo>
                  <a:lnTo>
                    <a:pt x="1404835" y="162494"/>
                  </a:lnTo>
                  <a:lnTo>
                    <a:pt x="1514118" y="367647"/>
                  </a:lnTo>
                  <a:lnTo>
                    <a:pt x="1569412" y="367647"/>
                  </a:lnTo>
                  <a:lnTo>
                    <a:pt x="1678695" y="162494"/>
                  </a:lnTo>
                  <a:lnTo>
                    <a:pt x="1678695" y="435836"/>
                  </a:lnTo>
                  <a:cubicBezTo>
                    <a:pt x="1678695" y="438376"/>
                    <a:pt x="1680716" y="440395"/>
                    <a:pt x="1683259" y="440395"/>
                  </a:cubicBezTo>
                  <a:lnTo>
                    <a:pt x="1771416" y="440395"/>
                  </a:lnTo>
                  <a:cubicBezTo>
                    <a:pt x="1773959" y="440395"/>
                    <a:pt x="1775980" y="438376"/>
                    <a:pt x="1775980" y="435836"/>
                  </a:cubicBezTo>
                  <a:lnTo>
                    <a:pt x="1775980" y="12114"/>
                  </a:lnTo>
                  <a:cubicBezTo>
                    <a:pt x="1775980" y="9574"/>
                    <a:pt x="1773959" y="7555"/>
                    <a:pt x="1771416" y="7555"/>
                  </a:cubicBezTo>
                  <a:close/>
                  <a:moveTo>
                    <a:pt x="2141909" y="434338"/>
                  </a:moveTo>
                  <a:cubicBezTo>
                    <a:pt x="2143213" y="437985"/>
                    <a:pt x="2146669" y="440460"/>
                    <a:pt x="2150582" y="440460"/>
                  </a:cubicBezTo>
                  <a:lnTo>
                    <a:pt x="2244281" y="440460"/>
                  </a:lnTo>
                  <a:cubicBezTo>
                    <a:pt x="2247476" y="440460"/>
                    <a:pt x="2249693" y="437269"/>
                    <a:pt x="2248584" y="434273"/>
                  </a:cubicBezTo>
                  <a:lnTo>
                    <a:pt x="2089745" y="13481"/>
                  </a:lnTo>
                  <a:cubicBezTo>
                    <a:pt x="2088376" y="9899"/>
                    <a:pt x="2084986" y="7555"/>
                    <a:pt x="2081138" y="7555"/>
                  </a:cubicBezTo>
                  <a:lnTo>
                    <a:pt x="1978897" y="7555"/>
                  </a:lnTo>
                  <a:cubicBezTo>
                    <a:pt x="1975050" y="7555"/>
                    <a:pt x="1971660" y="9899"/>
                    <a:pt x="1970291" y="13481"/>
                  </a:cubicBezTo>
                  <a:lnTo>
                    <a:pt x="1812169" y="434208"/>
                  </a:lnTo>
                  <a:cubicBezTo>
                    <a:pt x="1811061" y="437203"/>
                    <a:pt x="1813277" y="440395"/>
                    <a:pt x="1816472" y="440395"/>
                  </a:cubicBezTo>
                  <a:lnTo>
                    <a:pt x="1907629" y="440395"/>
                  </a:lnTo>
                  <a:cubicBezTo>
                    <a:pt x="1911541" y="440395"/>
                    <a:pt x="1914997" y="437985"/>
                    <a:pt x="1916301" y="434273"/>
                  </a:cubicBezTo>
                  <a:lnTo>
                    <a:pt x="1941144" y="364456"/>
                  </a:lnTo>
                  <a:lnTo>
                    <a:pt x="2117001" y="364456"/>
                  </a:lnTo>
                  <a:lnTo>
                    <a:pt x="2141844" y="434273"/>
                  </a:lnTo>
                  <a:close/>
                  <a:moveTo>
                    <a:pt x="1972638" y="274840"/>
                  </a:moveTo>
                  <a:lnTo>
                    <a:pt x="2029170" y="114886"/>
                  </a:lnTo>
                  <a:lnTo>
                    <a:pt x="2085703" y="274840"/>
                  </a:lnTo>
                  <a:lnTo>
                    <a:pt x="1972638" y="274840"/>
                  </a:lnTo>
                  <a:close/>
                  <a:moveTo>
                    <a:pt x="2248062" y="382952"/>
                  </a:moveTo>
                  <a:cubicBezTo>
                    <a:pt x="2293380" y="422224"/>
                    <a:pt x="2363344" y="448015"/>
                    <a:pt x="2429005" y="448015"/>
                  </a:cubicBezTo>
                  <a:cubicBezTo>
                    <a:pt x="2525704" y="448015"/>
                    <a:pt x="2600494" y="394089"/>
                    <a:pt x="2600494" y="314372"/>
                  </a:cubicBezTo>
                  <a:cubicBezTo>
                    <a:pt x="2600494" y="213359"/>
                    <a:pt x="2479278" y="183270"/>
                    <a:pt x="2440938" y="175129"/>
                  </a:cubicBezTo>
                  <a:cubicBezTo>
                    <a:pt x="2401359" y="166988"/>
                    <a:pt x="2361779" y="153832"/>
                    <a:pt x="2361779" y="125567"/>
                  </a:cubicBezTo>
                  <a:cubicBezTo>
                    <a:pt x="2361779" y="102967"/>
                    <a:pt x="2389426" y="86685"/>
                    <a:pt x="2428354" y="86685"/>
                  </a:cubicBezTo>
                  <a:cubicBezTo>
                    <a:pt x="2467281" y="86685"/>
                    <a:pt x="2507512" y="101925"/>
                    <a:pt x="2533007" y="123808"/>
                  </a:cubicBezTo>
                  <a:cubicBezTo>
                    <a:pt x="2535159" y="125632"/>
                    <a:pt x="2538354" y="125241"/>
                    <a:pt x="2539853" y="122766"/>
                  </a:cubicBezTo>
                  <a:lnTo>
                    <a:pt x="2580215" y="56661"/>
                  </a:lnTo>
                  <a:cubicBezTo>
                    <a:pt x="2581389" y="54773"/>
                    <a:pt x="2581063" y="52298"/>
                    <a:pt x="2579433" y="50800"/>
                  </a:cubicBezTo>
                  <a:cubicBezTo>
                    <a:pt x="2547091" y="21362"/>
                    <a:pt x="2493623" y="65"/>
                    <a:pt x="2428940" y="65"/>
                  </a:cubicBezTo>
                  <a:cubicBezTo>
                    <a:pt x="2329047" y="65"/>
                    <a:pt x="2261886" y="51516"/>
                    <a:pt x="2261886" y="129279"/>
                  </a:cubicBezTo>
                  <a:cubicBezTo>
                    <a:pt x="2261886" y="207042"/>
                    <a:pt x="2326569" y="246574"/>
                    <a:pt x="2413226" y="267285"/>
                  </a:cubicBezTo>
                  <a:cubicBezTo>
                    <a:pt x="2459065" y="278552"/>
                    <a:pt x="2500535" y="288582"/>
                    <a:pt x="2500535" y="318736"/>
                  </a:cubicBezTo>
                  <a:cubicBezTo>
                    <a:pt x="2500535" y="344461"/>
                    <a:pt x="2467281" y="361395"/>
                    <a:pt x="2428288" y="361395"/>
                  </a:cubicBezTo>
                  <a:cubicBezTo>
                    <a:pt x="2384080" y="361395"/>
                    <a:pt x="2334002" y="340358"/>
                    <a:pt x="2298987" y="309618"/>
                  </a:cubicBezTo>
                  <a:cubicBezTo>
                    <a:pt x="2296901" y="307794"/>
                    <a:pt x="2293836" y="308185"/>
                    <a:pt x="2292271" y="310465"/>
                  </a:cubicBezTo>
                  <a:lnTo>
                    <a:pt x="2247215" y="376830"/>
                  </a:lnTo>
                  <a:cubicBezTo>
                    <a:pt x="2245911" y="378784"/>
                    <a:pt x="2246172" y="381389"/>
                    <a:pt x="2247997" y="382952"/>
                  </a:cubicBezTo>
                  <a:close/>
                  <a:moveTo>
                    <a:pt x="3700367" y="1826707"/>
                  </a:moveTo>
                  <a:lnTo>
                    <a:pt x="3465695" y="1826707"/>
                  </a:lnTo>
                  <a:cubicBezTo>
                    <a:pt x="3459370" y="1826707"/>
                    <a:pt x="3453437" y="1823451"/>
                    <a:pt x="3450111" y="1818045"/>
                  </a:cubicBezTo>
                  <a:lnTo>
                    <a:pt x="3207876" y="1428841"/>
                  </a:lnTo>
                  <a:lnTo>
                    <a:pt x="2968053" y="1427733"/>
                  </a:lnTo>
                  <a:lnTo>
                    <a:pt x="2968053" y="1814463"/>
                  </a:lnTo>
                  <a:cubicBezTo>
                    <a:pt x="2968053" y="1821236"/>
                    <a:pt x="2962576" y="1826707"/>
                    <a:pt x="2955794" y="1826707"/>
                  </a:cubicBezTo>
                  <a:lnTo>
                    <a:pt x="2735207" y="1826707"/>
                  </a:lnTo>
                  <a:cubicBezTo>
                    <a:pt x="2728426" y="1826707"/>
                    <a:pt x="2722948" y="1821236"/>
                    <a:pt x="2722948" y="1814463"/>
                  </a:cubicBezTo>
                  <a:lnTo>
                    <a:pt x="2722948" y="614937"/>
                  </a:lnTo>
                  <a:cubicBezTo>
                    <a:pt x="2722948" y="608164"/>
                    <a:pt x="2728426" y="602693"/>
                    <a:pt x="2735207" y="602693"/>
                  </a:cubicBezTo>
                  <a:lnTo>
                    <a:pt x="3268712" y="602693"/>
                  </a:lnTo>
                  <a:cubicBezTo>
                    <a:pt x="3496015" y="602693"/>
                    <a:pt x="3687195" y="782512"/>
                    <a:pt x="3690195" y="1009547"/>
                  </a:cubicBezTo>
                  <a:cubicBezTo>
                    <a:pt x="3692412" y="1177968"/>
                    <a:pt x="3593561" y="1323464"/>
                    <a:pt x="3450437" y="1389634"/>
                  </a:cubicBezTo>
                  <a:lnTo>
                    <a:pt x="3710799" y="1807950"/>
                  </a:lnTo>
                  <a:cubicBezTo>
                    <a:pt x="3715885" y="1816091"/>
                    <a:pt x="3710017" y="1826642"/>
                    <a:pt x="3700367" y="1826642"/>
                  </a:cubicBezTo>
                  <a:close/>
                  <a:moveTo>
                    <a:pt x="3459370" y="1015279"/>
                  </a:moveTo>
                  <a:cubicBezTo>
                    <a:pt x="3459370" y="914851"/>
                    <a:pt x="3377864" y="833376"/>
                    <a:pt x="3277253" y="833376"/>
                  </a:cubicBezTo>
                  <a:lnTo>
                    <a:pt x="2968053" y="833376"/>
                  </a:lnTo>
                  <a:lnTo>
                    <a:pt x="2968053" y="1197051"/>
                  </a:lnTo>
                  <a:lnTo>
                    <a:pt x="2968053" y="1197051"/>
                  </a:lnTo>
                  <a:cubicBezTo>
                    <a:pt x="2968053" y="1197051"/>
                    <a:pt x="3277253" y="1197116"/>
                    <a:pt x="3277253" y="1197116"/>
                  </a:cubicBezTo>
                  <a:cubicBezTo>
                    <a:pt x="3377799" y="1197116"/>
                    <a:pt x="3459370" y="1115706"/>
                    <a:pt x="3459370" y="1015213"/>
                  </a:cubicBezTo>
                  <a:close/>
                  <a:moveTo>
                    <a:pt x="1617859" y="1301320"/>
                  </a:moveTo>
                  <a:cubicBezTo>
                    <a:pt x="1611665" y="1273445"/>
                    <a:pt x="1608274" y="1244529"/>
                    <a:pt x="1608274" y="1214765"/>
                  </a:cubicBezTo>
                  <a:cubicBezTo>
                    <a:pt x="1608274" y="995415"/>
                    <a:pt x="1786283" y="817681"/>
                    <a:pt x="2005827" y="817681"/>
                  </a:cubicBezTo>
                  <a:cubicBezTo>
                    <a:pt x="2225371" y="817681"/>
                    <a:pt x="2403380" y="995480"/>
                    <a:pt x="2403380" y="1214765"/>
                  </a:cubicBezTo>
                  <a:cubicBezTo>
                    <a:pt x="2403380" y="1244529"/>
                    <a:pt x="2399989" y="1273445"/>
                    <a:pt x="2393795" y="1301320"/>
                  </a:cubicBezTo>
                  <a:lnTo>
                    <a:pt x="2628727" y="1301320"/>
                  </a:lnTo>
                  <a:cubicBezTo>
                    <a:pt x="2632640" y="1273055"/>
                    <a:pt x="2634726" y="1244138"/>
                    <a:pt x="2634726" y="1214765"/>
                  </a:cubicBezTo>
                  <a:cubicBezTo>
                    <a:pt x="2634726" y="867829"/>
                    <a:pt x="2353173" y="586607"/>
                    <a:pt x="2005827" y="586607"/>
                  </a:cubicBezTo>
                  <a:cubicBezTo>
                    <a:pt x="1658482" y="586607"/>
                    <a:pt x="1376928" y="867829"/>
                    <a:pt x="1376928" y="1214765"/>
                  </a:cubicBezTo>
                  <a:cubicBezTo>
                    <a:pt x="1376928" y="1244138"/>
                    <a:pt x="1379014" y="1272990"/>
                    <a:pt x="1382926" y="1301320"/>
                  </a:cubicBezTo>
                  <a:lnTo>
                    <a:pt x="1617859" y="1301320"/>
                  </a:lnTo>
                  <a:close/>
                  <a:moveTo>
                    <a:pt x="1433069" y="1474430"/>
                  </a:moveTo>
                  <a:cubicBezTo>
                    <a:pt x="1531984" y="1691762"/>
                    <a:pt x="1751268" y="1842924"/>
                    <a:pt x="2005892" y="1842924"/>
                  </a:cubicBezTo>
                  <a:cubicBezTo>
                    <a:pt x="2260517" y="1842924"/>
                    <a:pt x="2479800" y="1691762"/>
                    <a:pt x="2578716" y="1474430"/>
                  </a:cubicBezTo>
                  <a:lnTo>
                    <a:pt x="1433069" y="1474430"/>
                  </a:lnTo>
                  <a:close/>
                </a:path>
              </a:pathLst>
            </a:custGeom>
            <a:grpFill/>
            <a:ln w="6520" cap="flat">
              <a:noFill/>
              <a:prstDash val="solid"/>
              <a:miter/>
            </a:ln>
          </p:spPr>
          <p:txBody>
            <a:bodyPr rtlCol="0" anchor="ctr"/>
            <a:lstStyle/>
            <a:p>
              <a:endParaRPr lang="en-BE"/>
            </a:p>
          </p:txBody>
        </p:sp>
        <p:sp>
          <p:nvSpPr>
            <p:cNvPr id="9" name="Freeform 8">
              <a:extLst>
                <a:ext uri="{FF2B5EF4-FFF2-40B4-BE49-F238E27FC236}">
                  <a16:creationId xmlns:a16="http://schemas.microsoft.com/office/drawing/2014/main" id="{53B4ACDB-0562-A531-BD0F-69A5D332EF5C}"/>
                </a:ext>
              </a:extLst>
            </p:cNvPr>
            <p:cNvSpPr/>
            <p:nvPr/>
          </p:nvSpPr>
          <p:spPr>
            <a:xfrm>
              <a:off x="5813131" y="2685493"/>
              <a:ext cx="2376256" cy="1224078"/>
            </a:xfrm>
            <a:custGeom>
              <a:avLst/>
              <a:gdLst>
                <a:gd name="connsiteX0" fmla="*/ 16850 w 2376256"/>
                <a:gd name="connsiteY0" fmla="*/ 171547 h 1224078"/>
                <a:gd name="connsiteX1" fmla="*/ 16850 w 2376256"/>
                <a:gd name="connsiteY1" fmla="*/ 7555 h 1224078"/>
                <a:gd name="connsiteX2" fmla="*/ 19654 w 2376256"/>
                <a:gd name="connsiteY2" fmla="*/ 4754 h 1224078"/>
                <a:gd name="connsiteX3" fmla="*/ 64189 w 2376256"/>
                <a:gd name="connsiteY3" fmla="*/ 4754 h 1224078"/>
                <a:gd name="connsiteX4" fmla="*/ 66993 w 2376256"/>
                <a:gd name="connsiteY4" fmla="*/ 7555 h 1224078"/>
                <a:gd name="connsiteX5" fmla="*/ 66993 w 2376256"/>
                <a:gd name="connsiteY5" fmla="*/ 166402 h 1224078"/>
                <a:gd name="connsiteX6" fmla="*/ 133371 w 2376256"/>
                <a:gd name="connsiteY6" fmla="*/ 240257 h 1224078"/>
                <a:gd name="connsiteX7" fmla="*/ 199358 w 2376256"/>
                <a:gd name="connsiteY7" fmla="*/ 166402 h 1224078"/>
                <a:gd name="connsiteX8" fmla="*/ 199358 w 2376256"/>
                <a:gd name="connsiteY8" fmla="*/ 7555 h 1224078"/>
                <a:gd name="connsiteX9" fmla="*/ 202162 w 2376256"/>
                <a:gd name="connsiteY9" fmla="*/ 4754 h 1224078"/>
                <a:gd name="connsiteX10" fmla="*/ 247088 w 2376256"/>
                <a:gd name="connsiteY10" fmla="*/ 4754 h 1224078"/>
                <a:gd name="connsiteX11" fmla="*/ 249892 w 2376256"/>
                <a:gd name="connsiteY11" fmla="*/ 7555 h 1224078"/>
                <a:gd name="connsiteX12" fmla="*/ 249892 w 2376256"/>
                <a:gd name="connsiteY12" fmla="*/ 171547 h 1224078"/>
                <a:gd name="connsiteX13" fmla="*/ 133371 w 2376256"/>
                <a:gd name="connsiteY13" fmla="*/ 287540 h 1224078"/>
                <a:gd name="connsiteX14" fmla="*/ 16850 w 2376256"/>
                <a:gd name="connsiteY14" fmla="*/ 171547 h 1224078"/>
                <a:gd name="connsiteX15" fmla="*/ 315814 w 2376256"/>
                <a:gd name="connsiteY15" fmla="*/ 4754 h 1224078"/>
                <a:gd name="connsiteX16" fmla="*/ 362892 w 2376256"/>
                <a:gd name="connsiteY16" fmla="*/ 4754 h 1224078"/>
                <a:gd name="connsiteX17" fmla="*/ 365174 w 2376256"/>
                <a:gd name="connsiteY17" fmla="*/ 5927 h 1224078"/>
                <a:gd name="connsiteX18" fmla="*/ 503082 w 2376256"/>
                <a:gd name="connsiteY18" fmla="*/ 200529 h 1224078"/>
                <a:gd name="connsiteX19" fmla="*/ 503082 w 2376256"/>
                <a:gd name="connsiteY19" fmla="*/ 7490 h 1224078"/>
                <a:gd name="connsiteX20" fmla="*/ 505885 w 2376256"/>
                <a:gd name="connsiteY20" fmla="*/ 4689 h 1224078"/>
                <a:gd name="connsiteX21" fmla="*/ 550420 w 2376256"/>
                <a:gd name="connsiteY21" fmla="*/ 4689 h 1224078"/>
                <a:gd name="connsiteX22" fmla="*/ 553224 w 2376256"/>
                <a:gd name="connsiteY22" fmla="*/ 7490 h 1224078"/>
                <a:gd name="connsiteX23" fmla="*/ 553224 w 2376256"/>
                <a:gd name="connsiteY23" fmla="*/ 279920 h 1224078"/>
                <a:gd name="connsiteX24" fmla="*/ 550420 w 2376256"/>
                <a:gd name="connsiteY24" fmla="*/ 282720 h 1224078"/>
                <a:gd name="connsiteX25" fmla="*/ 503342 w 2376256"/>
                <a:gd name="connsiteY25" fmla="*/ 282720 h 1224078"/>
                <a:gd name="connsiteX26" fmla="*/ 501060 w 2376256"/>
                <a:gd name="connsiteY26" fmla="*/ 281548 h 1224078"/>
                <a:gd name="connsiteX27" fmla="*/ 363152 w 2376256"/>
                <a:gd name="connsiteY27" fmla="*/ 86555 h 1224078"/>
                <a:gd name="connsiteX28" fmla="*/ 363152 w 2376256"/>
                <a:gd name="connsiteY28" fmla="*/ 279985 h 1224078"/>
                <a:gd name="connsiteX29" fmla="*/ 360349 w 2376256"/>
                <a:gd name="connsiteY29" fmla="*/ 282785 h 1224078"/>
                <a:gd name="connsiteX30" fmla="*/ 315814 w 2376256"/>
                <a:gd name="connsiteY30" fmla="*/ 282785 h 1224078"/>
                <a:gd name="connsiteX31" fmla="*/ 313010 w 2376256"/>
                <a:gd name="connsiteY31" fmla="*/ 279985 h 1224078"/>
                <a:gd name="connsiteX32" fmla="*/ 313010 w 2376256"/>
                <a:gd name="connsiteY32" fmla="*/ 7555 h 1224078"/>
                <a:gd name="connsiteX33" fmla="*/ 315814 w 2376256"/>
                <a:gd name="connsiteY33" fmla="*/ 4754 h 1224078"/>
                <a:gd name="connsiteX34" fmla="*/ 622732 w 2376256"/>
                <a:gd name="connsiteY34" fmla="*/ 4754 h 1224078"/>
                <a:gd name="connsiteX35" fmla="*/ 667267 w 2376256"/>
                <a:gd name="connsiteY35" fmla="*/ 4754 h 1224078"/>
                <a:gd name="connsiteX36" fmla="*/ 670071 w 2376256"/>
                <a:gd name="connsiteY36" fmla="*/ 7555 h 1224078"/>
                <a:gd name="connsiteX37" fmla="*/ 670071 w 2376256"/>
                <a:gd name="connsiteY37" fmla="*/ 279985 h 1224078"/>
                <a:gd name="connsiteX38" fmla="*/ 667267 w 2376256"/>
                <a:gd name="connsiteY38" fmla="*/ 282785 h 1224078"/>
                <a:gd name="connsiteX39" fmla="*/ 622732 w 2376256"/>
                <a:gd name="connsiteY39" fmla="*/ 282785 h 1224078"/>
                <a:gd name="connsiteX40" fmla="*/ 619928 w 2376256"/>
                <a:gd name="connsiteY40" fmla="*/ 279985 h 1224078"/>
                <a:gd name="connsiteX41" fmla="*/ 619928 w 2376256"/>
                <a:gd name="connsiteY41" fmla="*/ 7555 h 1224078"/>
                <a:gd name="connsiteX42" fmla="*/ 622732 w 2376256"/>
                <a:gd name="connsiteY42" fmla="*/ 4754 h 1224078"/>
                <a:gd name="connsiteX43" fmla="*/ 711867 w 2376256"/>
                <a:gd name="connsiteY43" fmla="*/ 4754 h 1224078"/>
                <a:gd name="connsiteX44" fmla="*/ 759206 w 2376256"/>
                <a:gd name="connsiteY44" fmla="*/ 4754 h 1224078"/>
                <a:gd name="connsiteX45" fmla="*/ 761814 w 2376256"/>
                <a:gd name="connsiteY45" fmla="*/ 6578 h 1224078"/>
                <a:gd name="connsiteX46" fmla="*/ 841885 w 2376256"/>
                <a:gd name="connsiteY46" fmla="*/ 223193 h 1224078"/>
                <a:gd name="connsiteX47" fmla="*/ 922348 w 2376256"/>
                <a:gd name="connsiteY47" fmla="*/ 6578 h 1224078"/>
                <a:gd name="connsiteX48" fmla="*/ 924956 w 2376256"/>
                <a:gd name="connsiteY48" fmla="*/ 4754 h 1224078"/>
                <a:gd name="connsiteX49" fmla="*/ 972295 w 2376256"/>
                <a:gd name="connsiteY49" fmla="*/ 4754 h 1224078"/>
                <a:gd name="connsiteX50" fmla="*/ 974903 w 2376256"/>
                <a:gd name="connsiteY50" fmla="*/ 8532 h 1224078"/>
                <a:gd name="connsiteX51" fmla="*/ 871227 w 2376256"/>
                <a:gd name="connsiteY51" fmla="*/ 280962 h 1224078"/>
                <a:gd name="connsiteX52" fmla="*/ 868619 w 2376256"/>
                <a:gd name="connsiteY52" fmla="*/ 282720 h 1224078"/>
                <a:gd name="connsiteX53" fmla="*/ 815608 w 2376256"/>
                <a:gd name="connsiteY53" fmla="*/ 282720 h 1224078"/>
                <a:gd name="connsiteX54" fmla="*/ 812999 w 2376256"/>
                <a:gd name="connsiteY54" fmla="*/ 280962 h 1224078"/>
                <a:gd name="connsiteX55" fmla="*/ 709324 w 2376256"/>
                <a:gd name="connsiteY55" fmla="*/ 8532 h 1224078"/>
                <a:gd name="connsiteX56" fmla="*/ 711932 w 2376256"/>
                <a:gd name="connsiteY56" fmla="*/ 4754 h 1224078"/>
                <a:gd name="connsiteX57" fmla="*/ 1016764 w 2376256"/>
                <a:gd name="connsiteY57" fmla="*/ 4754 h 1224078"/>
                <a:gd name="connsiteX58" fmla="*/ 1206445 w 2376256"/>
                <a:gd name="connsiteY58" fmla="*/ 4754 h 1224078"/>
                <a:gd name="connsiteX59" fmla="*/ 1209249 w 2376256"/>
                <a:gd name="connsiteY59" fmla="*/ 7555 h 1224078"/>
                <a:gd name="connsiteX60" fmla="*/ 1209249 w 2376256"/>
                <a:gd name="connsiteY60" fmla="*/ 48455 h 1224078"/>
                <a:gd name="connsiteX61" fmla="*/ 1206445 w 2376256"/>
                <a:gd name="connsiteY61" fmla="*/ 51256 h 1224078"/>
                <a:gd name="connsiteX62" fmla="*/ 1064103 w 2376256"/>
                <a:gd name="connsiteY62" fmla="*/ 51256 h 1224078"/>
                <a:gd name="connsiteX63" fmla="*/ 1064103 w 2376256"/>
                <a:gd name="connsiteY63" fmla="*/ 115602 h 1224078"/>
                <a:gd name="connsiteX64" fmla="*/ 1187796 w 2376256"/>
                <a:gd name="connsiteY64" fmla="*/ 115602 h 1224078"/>
                <a:gd name="connsiteX65" fmla="*/ 1190600 w 2376256"/>
                <a:gd name="connsiteY65" fmla="*/ 118402 h 1224078"/>
                <a:gd name="connsiteX66" fmla="*/ 1190600 w 2376256"/>
                <a:gd name="connsiteY66" fmla="*/ 158912 h 1224078"/>
                <a:gd name="connsiteX67" fmla="*/ 1187796 w 2376256"/>
                <a:gd name="connsiteY67" fmla="*/ 161713 h 1224078"/>
                <a:gd name="connsiteX68" fmla="*/ 1064103 w 2376256"/>
                <a:gd name="connsiteY68" fmla="*/ 161713 h 1224078"/>
                <a:gd name="connsiteX69" fmla="*/ 1064103 w 2376256"/>
                <a:gd name="connsiteY69" fmla="*/ 236349 h 1224078"/>
                <a:gd name="connsiteX70" fmla="*/ 1206445 w 2376256"/>
                <a:gd name="connsiteY70" fmla="*/ 236349 h 1224078"/>
                <a:gd name="connsiteX71" fmla="*/ 1209249 w 2376256"/>
                <a:gd name="connsiteY71" fmla="*/ 239150 h 1224078"/>
                <a:gd name="connsiteX72" fmla="*/ 1209249 w 2376256"/>
                <a:gd name="connsiteY72" fmla="*/ 280050 h 1224078"/>
                <a:gd name="connsiteX73" fmla="*/ 1206445 w 2376256"/>
                <a:gd name="connsiteY73" fmla="*/ 282850 h 1224078"/>
                <a:gd name="connsiteX74" fmla="*/ 1016764 w 2376256"/>
                <a:gd name="connsiteY74" fmla="*/ 282850 h 1224078"/>
                <a:gd name="connsiteX75" fmla="*/ 1013960 w 2376256"/>
                <a:gd name="connsiteY75" fmla="*/ 280050 h 1224078"/>
                <a:gd name="connsiteX76" fmla="*/ 1013960 w 2376256"/>
                <a:gd name="connsiteY76" fmla="*/ 7620 h 1224078"/>
                <a:gd name="connsiteX77" fmla="*/ 1016764 w 2376256"/>
                <a:gd name="connsiteY77" fmla="*/ 4819 h 1224078"/>
                <a:gd name="connsiteX78" fmla="*/ 1266042 w 2376256"/>
                <a:gd name="connsiteY78" fmla="*/ 7555 h 1224078"/>
                <a:gd name="connsiteX79" fmla="*/ 1268846 w 2376256"/>
                <a:gd name="connsiteY79" fmla="*/ 4754 h 1224078"/>
                <a:gd name="connsiteX80" fmla="*/ 1381780 w 2376256"/>
                <a:gd name="connsiteY80" fmla="*/ 4754 h 1224078"/>
                <a:gd name="connsiteX81" fmla="*/ 1479587 w 2376256"/>
                <a:gd name="connsiteY81" fmla="*/ 92547 h 1224078"/>
                <a:gd name="connsiteX82" fmla="*/ 1411579 w 2376256"/>
                <a:gd name="connsiteY82" fmla="*/ 176757 h 1224078"/>
                <a:gd name="connsiteX83" fmla="*/ 1488520 w 2376256"/>
                <a:gd name="connsiteY83" fmla="*/ 278357 h 1224078"/>
                <a:gd name="connsiteX84" fmla="*/ 1486303 w 2376256"/>
                <a:gd name="connsiteY84" fmla="*/ 282785 h 1224078"/>
                <a:gd name="connsiteX85" fmla="*/ 1432445 w 2376256"/>
                <a:gd name="connsiteY85" fmla="*/ 282785 h 1224078"/>
                <a:gd name="connsiteX86" fmla="*/ 1430227 w 2376256"/>
                <a:gd name="connsiteY86" fmla="*/ 281678 h 1224078"/>
                <a:gd name="connsiteX87" fmla="*/ 1355111 w 2376256"/>
                <a:gd name="connsiteY87" fmla="*/ 179948 h 1224078"/>
                <a:gd name="connsiteX88" fmla="*/ 1316119 w 2376256"/>
                <a:gd name="connsiteY88" fmla="*/ 179948 h 1224078"/>
                <a:gd name="connsiteX89" fmla="*/ 1316119 w 2376256"/>
                <a:gd name="connsiteY89" fmla="*/ 280050 h 1224078"/>
                <a:gd name="connsiteX90" fmla="*/ 1313315 w 2376256"/>
                <a:gd name="connsiteY90" fmla="*/ 282850 h 1224078"/>
                <a:gd name="connsiteX91" fmla="*/ 1268781 w 2376256"/>
                <a:gd name="connsiteY91" fmla="*/ 282850 h 1224078"/>
                <a:gd name="connsiteX92" fmla="*/ 1265977 w 2376256"/>
                <a:gd name="connsiteY92" fmla="*/ 280050 h 1224078"/>
                <a:gd name="connsiteX93" fmla="*/ 1265977 w 2376256"/>
                <a:gd name="connsiteY93" fmla="*/ 7620 h 1224078"/>
                <a:gd name="connsiteX94" fmla="*/ 1376955 w 2376256"/>
                <a:gd name="connsiteY94" fmla="*/ 133447 h 1224078"/>
                <a:gd name="connsiteX95" fmla="*/ 1427880 w 2376256"/>
                <a:gd name="connsiteY95" fmla="*/ 92547 h 1224078"/>
                <a:gd name="connsiteX96" fmla="*/ 1376955 w 2376256"/>
                <a:gd name="connsiteY96" fmla="*/ 51646 h 1224078"/>
                <a:gd name="connsiteX97" fmla="*/ 1316119 w 2376256"/>
                <a:gd name="connsiteY97" fmla="*/ 51646 h 1224078"/>
                <a:gd name="connsiteX98" fmla="*/ 1316119 w 2376256"/>
                <a:gd name="connsiteY98" fmla="*/ 133447 h 1224078"/>
                <a:gd name="connsiteX99" fmla="*/ 1376955 w 2376256"/>
                <a:gd name="connsiteY99" fmla="*/ 133447 h 1224078"/>
                <a:gd name="connsiteX100" fmla="*/ 1521319 w 2376256"/>
                <a:gd name="connsiteY100" fmla="*/ 248398 h 1224078"/>
                <a:gd name="connsiteX101" fmla="*/ 1547139 w 2376256"/>
                <a:gd name="connsiteY101" fmla="*/ 213489 h 1224078"/>
                <a:gd name="connsiteX102" fmla="*/ 1550986 w 2376256"/>
                <a:gd name="connsiteY102" fmla="*/ 212903 h 1224078"/>
                <a:gd name="connsiteX103" fmla="*/ 1631058 w 2376256"/>
                <a:gd name="connsiteY103" fmla="*/ 241820 h 1224078"/>
                <a:gd name="connsiteX104" fmla="*/ 1683939 w 2376256"/>
                <a:gd name="connsiteY104" fmla="*/ 204111 h 1224078"/>
                <a:gd name="connsiteX105" fmla="*/ 1642208 w 2376256"/>
                <a:gd name="connsiteY105" fmla="*/ 167965 h 1224078"/>
                <a:gd name="connsiteX106" fmla="*/ 1593304 w 2376256"/>
                <a:gd name="connsiteY106" fmla="*/ 156437 h 1224078"/>
                <a:gd name="connsiteX107" fmla="*/ 1524904 w 2376256"/>
                <a:gd name="connsiteY107" fmla="*/ 83364 h 1224078"/>
                <a:gd name="connsiteX108" fmla="*/ 1627080 w 2376256"/>
                <a:gd name="connsiteY108" fmla="*/ 0 h 1224078"/>
                <a:gd name="connsiteX109" fmla="*/ 1726843 w 2376256"/>
                <a:gd name="connsiteY109" fmla="*/ 36993 h 1224078"/>
                <a:gd name="connsiteX110" fmla="*/ 1726974 w 2376256"/>
                <a:gd name="connsiteY110" fmla="*/ 40965 h 1224078"/>
                <a:gd name="connsiteX111" fmla="*/ 1698088 w 2376256"/>
                <a:gd name="connsiteY111" fmla="*/ 71901 h 1224078"/>
                <a:gd name="connsiteX112" fmla="*/ 1694241 w 2376256"/>
                <a:gd name="connsiteY112" fmla="*/ 72031 h 1224078"/>
                <a:gd name="connsiteX113" fmla="*/ 1626298 w 2376256"/>
                <a:gd name="connsiteY113" fmla="*/ 45264 h 1224078"/>
                <a:gd name="connsiteX114" fmla="*/ 1575373 w 2376256"/>
                <a:gd name="connsiteY114" fmla="*/ 80238 h 1224078"/>
                <a:gd name="connsiteX115" fmla="*/ 1617886 w 2376256"/>
                <a:gd name="connsiteY115" fmla="*/ 114365 h 1224078"/>
                <a:gd name="connsiteX116" fmla="*/ 1666790 w 2376256"/>
                <a:gd name="connsiteY116" fmla="*/ 125892 h 1224078"/>
                <a:gd name="connsiteX117" fmla="*/ 1734799 w 2376256"/>
                <a:gd name="connsiteY117" fmla="*/ 200529 h 1224078"/>
                <a:gd name="connsiteX118" fmla="*/ 1629428 w 2376256"/>
                <a:gd name="connsiteY118" fmla="*/ 287474 h 1224078"/>
                <a:gd name="connsiteX119" fmla="*/ 1521840 w 2376256"/>
                <a:gd name="connsiteY119" fmla="*/ 252240 h 1224078"/>
                <a:gd name="connsiteX120" fmla="*/ 1521319 w 2376256"/>
                <a:gd name="connsiteY120" fmla="*/ 248333 h 1224078"/>
                <a:gd name="connsiteX121" fmla="*/ 1783702 w 2376256"/>
                <a:gd name="connsiteY121" fmla="*/ 4754 h 1224078"/>
                <a:gd name="connsiteX122" fmla="*/ 1828237 w 2376256"/>
                <a:gd name="connsiteY122" fmla="*/ 4754 h 1224078"/>
                <a:gd name="connsiteX123" fmla="*/ 1831041 w 2376256"/>
                <a:gd name="connsiteY123" fmla="*/ 7555 h 1224078"/>
                <a:gd name="connsiteX124" fmla="*/ 1831041 w 2376256"/>
                <a:gd name="connsiteY124" fmla="*/ 279985 h 1224078"/>
                <a:gd name="connsiteX125" fmla="*/ 1828237 w 2376256"/>
                <a:gd name="connsiteY125" fmla="*/ 282785 h 1224078"/>
                <a:gd name="connsiteX126" fmla="*/ 1783702 w 2376256"/>
                <a:gd name="connsiteY126" fmla="*/ 282785 h 1224078"/>
                <a:gd name="connsiteX127" fmla="*/ 1780898 w 2376256"/>
                <a:gd name="connsiteY127" fmla="*/ 279985 h 1224078"/>
                <a:gd name="connsiteX128" fmla="*/ 1780898 w 2376256"/>
                <a:gd name="connsiteY128" fmla="*/ 7555 h 1224078"/>
                <a:gd name="connsiteX129" fmla="*/ 1783702 w 2376256"/>
                <a:gd name="connsiteY129" fmla="*/ 4754 h 1224078"/>
                <a:gd name="connsiteX130" fmla="*/ 1961450 w 2376256"/>
                <a:gd name="connsiteY130" fmla="*/ 51646 h 1224078"/>
                <a:gd name="connsiteX131" fmla="*/ 1875966 w 2376256"/>
                <a:gd name="connsiteY131" fmla="*/ 51646 h 1224078"/>
                <a:gd name="connsiteX132" fmla="*/ 1873163 w 2376256"/>
                <a:gd name="connsiteY132" fmla="*/ 48846 h 1224078"/>
                <a:gd name="connsiteX133" fmla="*/ 1873163 w 2376256"/>
                <a:gd name="connsiteY133" fmla="*/ 7555 h 1224078"/>
                <a:gd name="connsiteX134" fmla="*/ 1875966 w 2376256"/>
                <a:gd name="connsiteY134" fmla="*/ 4754 h 1224078"/>
                <a:gd name="connsiteX135" fmla="*/ 2097467 w 2376256"/>
                <a:gd name="connsiteY135" fmla="*/ 4754 h 1224078"/>
                <a:gd name="connsiteX136" fmla="*/ 2100271 w 2376256"/>
                <a:gd name="connsiteY136" fmla="*/ 7555 h 1224078"/>
                <a:gd name="connsiteX137" fmla="*/ 2100271 w 2376256"/>
                <a:gd name="connsiteY137" fmla="*/ 48846 h 1224078"/>
                <a:gd name="connsiteX138" fmla="*/ 2097467 w 2376256"/>
                <a:gd name="connsiteY138" fmla="*/ 51646 h 1224078"/>
                <a:gd name="connsiteX139" fmla="*/ 2011984 w 2376256"/>
                <a:gd name="connsiteY139" fmla="*/ 51646 h 1224078"/>
                <a:gd name="connsiteX140" fmla="*/ 2011984 w 2376256"/>
                <a:gd name="connsiteY140" fmla="*/ 279985 h 1224078"/>
                <a:gd name="connsiteX141" fmla="*/ 2009180 w 2376256"/>
                <a:gd name="connsiteY141" fmla="*/ 282785 h 1224078"/>
                <a:gd name="connsiteX142" fmla="*/ 1964254 w 2376256"/>
                <a:gd name="connsiteY142" fmla="*/ 282785 h 1224078"/>
                <a:gd name="connsiteX143" fmla="*/ 1961450 w 2376256"/>
                <a:gd name="connsiteY143" fmla="*/ 279985 h 1224078"/>
                <a:gd name="connsiteX144" fmla="*/ 1961450 w 2376256"/>
                <a:gd name="connsiteY144" fmla="*/ 51646 h 1224078"/>
                <a:gd name="connsiteX145" fmla="*/ 2225464 w 2376256"/>
                <a:gd name="connsiteY145" fmla="*/ 173566 h 1224078"/>
                <a:gd name="connsiteX146" fmla="*/ 2125440 w 2376256"/>
                <a:gd name="connsiteY146" fmla="*/ 8988 h 1224078"/>
                <a:gd name="connsiteX147" fmla="*/ 2127787 w 2376256"/>
                <a:gd name="connsiteY147" fmla="*/ 4754 h 1224078"/>
                <a:gd name="connsiteX148" fmla="*/ 2177734 w 2376256"/>
                <a:gd name="connsiteY148" fmla="*/ 4754 h 1224078"/>
                <a:gd name="connsiteX149" fmla="*/ 2180081 w 2376256"/>
                <a:gd name="connsiteY149" fmla="*/ 6122 h 1224078"/>
                <a:gd name="connsiteX150" fmla="*/ 2250828 w 2376256"/>
                <a:gd name="connsiteY150" fmla="*/ 123548 h 1224078"/>
                <a:gd name="connsiteX151" fmla="*/ 2321184 w 2376256"/>
                <a:gd name="connsiteY151" fmla="*/ 6187 h 1224078"/>
                <a:gd name="connsiteX152" fmla="*/ 2323531 w 2376256"/>
                <a:gd name="connsiteY152" fmla="*/ 4819 h 1224078"/>
                <a:gd name="connsiteX153" fmla="*/ 2373478 w 2376256"/>
                <a:gd name="connsiteY153" fmla="*/ 4819 h 1224078"/>
                <a:gd name="connsiteX154" fmla="*/ 2375826 w 2376256"/>
                <a:gd name="connsiteY154" fmla="*/ 9053 h 1224078"/>
                <a:gd name="connsiteX155" fmla="*/ 2275802 w 2376256"/>
                <a:gd name="connsiteY155" fmla="*/ 173631 h 1224078"/>
                <a:gd name="connsiteX156" fmla="*/ 2275802 w 2376256"/>
                <a:gd name="connsiteY156" fmla="*/ 280050 h 1224078"/>
                <a:gd name="connsiteX157" fmla="*/ 2272998 w 2376256"/>
                <a:gd name="connsiteY157" fmla="*/ 282850 h 1224078"/>
                <a:gd name="connsiteX158" fmla="*/ 2228072 w 2376256"/>
                <a:gd name="connsiteY158" fmla="*/ 282850 h 1224078"/>
                <a:gd name="connsiteX159" fmla="*/ 2225268 w 2376256"/>
                <a:gd name="connsiteY159" fmla="*/ 280050 h 1224078"/>
                <a:gd name="connsiteX160" fmla="*/ 2225268 w 2376256"/>
                <a:gd name="connsiteY160" fmla="*/ 173631 h 1224078"/>
                <a:gd name="connsiteX161" fmla="*/ 2114 w 2376256"/>
                <a:gd name="connsiteY161" fmla="*/ 612007 h 1224078"/>
                <a:gd name="connsiteX162" fmla="*/ 145630 w 2376256"/>
                <a:gd name="connsiteY162" fmla="*/ 468269 h 1224078"/>
                <a:gd name="connsiteX163" fmla="*/ 288754 w 2376256"/>
                <a:gd name="connsiteY163" fmla="*/ 612007 h 1224078"/>
                <a:gd name="connsiteX164" fmla="*/ 145630 w 2376256"/>
                <a:gd name="connsiteY164" fmla="*/ 755744 h 1224078"/>
                <a:gd name="connsiteX165" fmla="*/ 2114 w 2376256"/>
                <a:gd name="connsiteY165" fmla="*/ 612007 h 1224078"/>
                <a:gd name="connsiteX166" fmla="*/ 145630 w 2376256"/>
                <a:gd name="connsiteY166" fmla="*/ 708526 h 1224078"/>
                <a:gd name="connsiteX167" fmla="*/ 237046 w 2376256"/>
                <a:gd name="connsiteY167" fmla="*/ 612007 h 1224078"/>
                <a:gd name="connsiteX168" fmla="*/ 145630 w 2376256"/>
                <a:gd name="connsiteY168" fmla="*/ 515487 h 1224078"/>
                <a:gd name="connsiteX169" fmla="*/ 53756 w 2376256"/>
                <a:gd name="connsiteY169" fmla="*/ 612007 h 1224078"/>
                <a:gd name="connsiteX170" fmla="*/ 145630 w 2376256"/>
                <a:gd name="connsiteY170" fmla="*/ 708526 h 1224078"/>
                <a:gd name="connsiteX171" fmla="*/ 343200 w 2376256"/>
                <a:gd name="connsiteY171" fmla="*/ 473024 h 1224078"/>
                <a:gd name="connsiteX172" fmla="*/ 532880 w 2376256"/>
                <a:gd name="connsiteY172" fmla="*/ 473024 h 1224078"/>
                <a:gd name="connsiteX173" fmla="*/ 535684 w 2376256"/>
                <a:gd name="connsiteY173" fmla="*/ 475824 h 1224078"/>
                <a:gd name="connsiteX174" fmla="*/ 535684 w 2376256"/>
                <a:gd name="connsiteY174" fmla="*/ 516725 h 1224078"/>
                <a:gd name="connsiteX175" fmla="*/ 532880 w 2376256"/>
                <a:gd name="connsiteY175" fmla="*/ 519525 h 1224078"/>
                <a:gd name="connsiteX176" fmla="*/ 390538 w 2376256"/>
                <a:gd name="connsiteY176" fmla="*/ 519525 h 1224078"/>
                <a:gd name="connsiteX177" fmla="*/ 390538 w 2376256"/>
                <a:gd name="connsiteY177" fmla="*/ 592599 h 1224078"/>
                <a:gd name="connsiteX178" fmla="*/ 520948 w 2376256"/>
                <a:gd name="connsiteY178" fmla="*/ 592599 h 1224078"/>
                <a:gd name="connsiteX179" fmla="*/ 523752 w 2376256"/>
                <a:gd name="connsiteY179" fmla="*/ 595399 h 1224078"/>
                <a:gd name="connsiteX180" fmla="*/ 523752 w 2376256"/>
                <a:gd name="connsiteY180" fmla="*/ 636299 h 1224078"/>
                <a:gd name="connsiteX181" fmla="*/ 520948 w 2376256"/>
                <a:gd name="connsiteY181" fmla="*/ 639100 h 1224078"/>
                <a:gd name="connsiteX182" fmla="*/ 390538 w 2376256"/>
                <a:gd name="connsiteY182" fmla="*/ 639100 h 1224078"/>
                <a:gd name="connsiteX183" fmla="*/ 390538 w 2376256"/>
                <a:gd name="connsiteY183" fmla="*/ 748319 h 1224078"/>
                <a:gd name="connsiteX184" fmla="*/ 387735 w 2376256"/>
                <a:gd name="connsiteY184" fmla="*/ 751120 h 1224078"/>
                <a:gd name="connsiteX185" fmla="*/ 343200 w 2376256"/>
                <a:gd name="connsiteY185" fmla="*/ 751120 h 1224078"/>
                <a:gd name="connsiteX186" fmla="*/ 340396 w 2376256"/>
                <a:gd name="connsiteY186" fmla="*/ 748319 h 1224078"/>
                <a:gd name="connsiteX187" fmla="*/ 340396 w 2376256"/>
                <a:gd name="connsiteY187" fmla="*/ 475889 h 1224078"/>
                <a:gd name="connsiteX188" fmla="*/ 343200 w 2376256"/>
                <a:gd name="connsiteY188" fmla="*/ 473089 h 1224078"/>
                <a:gd name="connsiteX189" fmla="*/ 768921 w 2376256"/>
                <a:gd name="connsiteY189" fmla="*/ 473024 h 1224078"/>
                <a:gd name="connsiteX190" fmla="*/ 822780 w 2376256"/>
                <a:gd name="connsiteY190" fmla="*/ 473024 h 1224078"/>
                <a:gd name="connsiteX191" fmla="*/ 825389 w 2376256"/>
                <a:gd name="connsiteY191" fmla="*/ 474782 h 1224078"/>
                <a:gd name="connsiteX192" fmla="*/ 931803 w 2376256"/>
                <a:gd name="connsiteY192" fmla="*/ 747212 h 1224078"/>
                <a:gd name="connsiteX193" fmla="*/ 929194 w 2376256"/>
                <a:gd name="connsiteY193" fmla="*/ 750990 h 1224078"/>
                <a:gd name="connsiteX194" fmla="*/ 881856 w 2376256"/>
                <a:gd name="connsiteY194" fmla="*/ 750990 h 1224078"/>
                <a:gd name="connsiteX195" fmla="*/ 879248 w 2376256"/>
                <a:gd name="connsiteY195" fmla="*/ 749231 h 1224078"/>
                <a:gd name="connsiteX196" fmla="*/ 855252 w 2376256"/>
                <a:gd name="connsiteY196" fmla="*/ 686708 h 1224078"/>
                <a:gd name="connsiteX197" fmla="*/ 735993 w 2376256"/>
                <a:gd name="connsiteY197" fmla="*/ 686708 h 1224078"/>
                <a:gd name="connsiteX198" fmla="*/ 711997 w 2376256"/>
                <a:gd name="connsiteY198" fmla="*/ 749231 h 1224078"/>
                <a:gd name="connsiteX199" fmla="*/ 709389 w 2376256"/>
                <a:gd name="connsiteY199" fmla="*/ 750990 h 1224078"/>
                <a:gd name="connsiteX200" fmla="*/ 662507 w 2376256"/>
                <a:gd name="connsiteY200" fmla="*/ 750990 h 1224078"/>
                <a:gd name="connsiteX201" fmla="*/ 659899 w 2376256"/>
                <a:gd name="connsiteY201" fmla="*/ 747212 h 1224078"/>
                <a:gd name="connsiteX202" fmla="*/ 766248 w 2376256"/>
                <a:gd name="connsiteY202" fmla="*/ 474782 h 1224078"/>
                <a:gd name="connsiteX203" fmla="*/ 768856 w 2376256"/>
                <a:gd name="connsiteY203" fmla="*/ 473024 h 1224078"/>
                <a:gd name="connsiteX204" fmla="*/ 839016 w 2376256"/>
                <a:gd name="connsiteY204" fmla="*/ 643398 h 1224078"/>
                <a:gd name="connsiteX205" fmla="*/ 795655 w 2376256"/>
                <a:gd name="connsiteY205" fmla="*/ 530206 h 1224078"/>
                <a:gd name="connsiteX206" fmla="*/ 752294 w 2376256"/>
                <a:gd name="connsiteY206" fmla="*/ 643398 h 1224078"/>
                <a:gd name="connsiteX207" fmla="*/ 838951 w 2376256"/>
                <a:gd name="connsiteY207" fmla="*/ 643398 h 1224078"/>
                <a:gd name="connsiteX208" fmla="*/ 970990 w 2376256"/>
                <a:gd name="connsiteY208" fmla="*/ 475824 h 1224078"/>
                <a:gd name="connsiteX209" fmla="*/ 973794 w 2376256"/>
                <a:gd name="connsiteY209" fmla="*/ 473024 h 1224078"/>
                <a:gd name="connsiteX210" fmla="*/ 1081969 w 2376256"/>
                <a:gd name="connsiteY210" fmla="*/ 473024 h 1224078"/>
                <a:gd name="connsiteX211" fmla="*/ 1181732 w 2376256"/>
                <a:gd name="connsiteY211" fmla="*/ 561598 h 1224078"/>
                <a:gd name="connsiteX212" fmla="*/ 1081969 w 2376256"/>
                <a:gd name="connsiteY212" fmla="*/ 650562 h 1224078"/>
                <a:gd name="connsiteX213" fmla="*/ 1021133 w 2376256"/>
                <a:gd name="connsiteY213" fmla="*/ 650562 h 1224078"/>
                <a:gd name="connsiteX214" fmla="*/ 1021133 w 2376256"/>
                <a:gd name="connsiteY214" fmla="*/ 748254 h 1224078"/>
                <a:gd name="connsiteX215" fmla="*/ 1018329 w 2376256"/>
                <a:gd name="connsiteY215" fmla="*/ 751055 h 1224078"/>
                <a:gd name="connsiteX216" fmla="*/ 973794 w 2376256"/>
                <a:gd name="connsiteY216" fmla="*/ 751055 h 1224078"/>
                <a:gd name="connsiteX217" fmla="*/ 970990 w 2376256"/>
                <a:gd name="connsiteY217" fmla="*/ 748254 h 1224078"/>
                <a:gd name="connsiteX218" fmla="*/ 970990 w 2376256"/>
                <a:gd name="connsiteY218" fmla="*/ 475824 h 1224078"/>
                <a:gd name="connsiteX219" fmla="*/ 1077926 w 2376256"/>
                <a:gd name="connsiteY219" fmla="*/ 603736 h 1224078"/>
                <a:gd name="connsiteX220" fmla="*/ 1130416 w 2376256"/>
                <a:gd name="connsiteY220" fmla="*/ 561663 h 1224078"/>
                <a:gd name="connsiteX221" fmla="*/ 1077926 w 2376256"/>
                <a:gd name="connsiteY221" fmla="*/ 519981 h 1224078"/>
                <a:gd name="connsiteX222" fmla="*/ 1021068 w 2376256"/>
                <a:gd name="connsiteY222" fmla="*/ 519981 h 1224078"/>
                <a:gd name="connsiteX223" fmla="*/ 1021068 w 2376256"/>
                <a:gd name="connsiteY223" fmla="*/ 603801 h 1224078"/>
                <a:gd name="connsiteX224" fmla="*/ 1077926 w 2376256"/>
                <a:gd name="connsiteY224" fmla="*/ 603801 h 1224078"/>
                <a:gd name="connsiteX225" fmla="*/ 1232200 w 2376256"/>
                <a:gd name="connsiteY225" fmla="*/ 475824 h 1224078"/>
                <a:gd name="connsiteX226" fmla="*/ 1235005 w 2376256"/>
                <a:gd name="connsiteY226" fmla="*/ 473024 h 1224078"/>
                <a:gd name="connsiteX227" fmla="*/ 1343179 w 2376256"/>
                <a:gd name="connsiteY227" fmla="*/ 473024 h 1224078"/>
                <a:gd name="connsiteX228" fmla="*/ 1442942 w 2376256"/>
                <a:gd name="connsiteY228" fmla="*/ 561598 h 1224078"/>
                <a:gd name="connsiteX229" fmla="*/ 1343179 w 2376256"/>
                <a:gd name="connsiteY229" fmla="*/ 650562 h 1224078"/>
                <a:gd name="connsiteX230" fmla="*/ 1282343 w 2376256"/>
                <a:gd name="connsiteY230" fmla="*/ 650562 h 1224078"/>
                <a:gd name="connsiteX231" fmla="*/ 1282343 w 2376256"/>
                <a:gd name="connsiteY231" fmla="*/ 748254 h 1224078"/>
                <a:gd name="connsiteX232" fmla="*/ 1279539 w 2376256"/>
                <a:gd name="connsiteY232" fmla="*/ 751055 h 1224078"/>
                <a:gd name="connsiteX233" fmla="*/ 1235005 w 2376256"/>
                <a:gd name="connsiteY233" fmla="*/ 751055 h 1224078"/>
                <a:gd name="connsiteX234" fmla="*/ 1232200 w 2376256"/>
                <a:gd name="connsiteY234" fmla="*/ 748254 h 1224078"/>
                <a:gd name="connsiteX235" fmla="*/ 1232200 w 2376256"/>
                <a:gd name="connsiteY235" fmla="*/ 475824 h 1224078"/>
                <a:gd name="connsiteX236" fmla="*/ 1339136 w 2376256"/>
                <a:gd name="connsiteY236" fmla="*/ 603736 h 1224078"/>
                <a:gd name="connsiteX237" fmla="*/ 1391626 w 2376256"/>
                <a:gd name="connsiteY237" fmla="*/ 561663 h 1224078"/>
                <a:gd name="connsiteX238" fmla="*/ 1339136 w 2376256"/>
                <a:gd name="connsiteY238" fmla="*/ 519981 h 1224078"/>
                <a:gd name="connsiteX239" fmla="*/ 1282278 w 2376256"/>
                <a:gd name="connsiteY239" fmla="*/ 519981 h 1224078"/>
                <a:gd name="connsiteX240" fmla="*/ 1282278 w 2376256"/>
                <a:gd name="connsiteY240" fmla="*/ 603801 h 1224078"/>
                <a:gd name="connsiteX241" fmla="*/ 1339136 w 2376256"/>
                <a:gd name="connsiteY241" fmla="*/ 603801 h 1224078"/>
                <a:gd name="connsiteX242" fmla="*/ 1496149 w 2376256"/>
                <a:gd name="connsiteY242" fmla="*/ 473089 h 1224078"/>
                <a:gd name="connsiteX243" fmla="*/ 1540684 w 2376256"/>
                <a:gd name="connsiteY243" fmla="*/ 473089 h 1224078"/>
                <a:gd name="connsiteX244" fmla="*/ 1543488 w 2376256"/>
                <a:gd name="connsiteY244" fmla="*/ 475889 h 1224078"/>
                <a:gd name="connsiteX245" fmla="*/ 1543488 w 2376256"/>
                <a:gd name="connsiteY245" fmla="*/ 704228 h 1224078"/>
                <a:gd name="connsiteX246" fmla="*/ 1674289 w 2376256"/>
                <a:gd name="connsiteY246" fmla="*/ 704228 h 1224078"/>
                <a:gd name="connsiteX247" fmla="*/ 1677092 w 2376256"/>
                <a:gd name="connsiteY247" fmla="*/ 707028 h 1224078"/>
                <a:gd name="connsiteX248" fmla="*/ 1677092 w 2376256"/>
                <a:gd name="connsiteY248" fmla="*/ 748319 h 1224078"/>
                <a:gd name="connsiteX249" fmla="*/ 1674289 w 2376256"/>
                <a:gd name="connsiteY249" fmla="*/ 751120 h 1224078"/>
                <a:gd name="connsiteX250" fmla="*/ 1493345 w 2376256"/>
                <a:gd name="connsiteY250" fmla="*/ 751120 h 1224078"/>
                <a:gd name="connsiteX251" fmla="*/ 1493345 w 2376256"/>
                <a:gd name="connsiteY251" fmla="*/ 475889 h 1224078"/>
                <a:gd name="connsiteX252" fmla="*/ 1496149 w 2376256"/>
                <a:gd name="connsiteY252" fmla="*/ 473089 h 1224078"/>
                <a:gd name="connsiteX253" fmla="*/ 1727169 w 2376256"/>
                <a:gd name="connsiteY253" fmla="*/ 473089 h 1224078"/>
                <a:gd name="connsiteX254" fmla="*/ 1771704 w 2376256"/>
                <a:gd name="connsiteY254" fmla="*/ 473089 h 1224078"/>
                <a:gd name="connsiteX255" fmla="*/ 1774508 w 2376256"/>
                <a:gd name="connsiteY255" fmla="*/ 475889 h 1224078"/>
                <a:gd name="connsiteX256" fmla="*/ 1774508 w 2376256"/>
                <a:gd name="connsiteY256" fmla="*/ 748319 h 1224078"/>
                <a:gd name="connsiteX257" fmla="*/ 1771704 w 2376256"/>
                <a:gd name="connsiteY257" fmla="*/ 751120 h 1224078"/>
                <a:gd name="connsiteX258" fmla="*/ 1727169 w 2376256"/>
                <a:gd name="connsiteY258" fmla="*/ 751120 h 1224078"/>
                <a:gd name="connsiteX259" fmla="*/ 1724365 w 2376256"/>
                <a:gd name="connsiteY259" fmla="*/ 748319 h 1224078"/>
                <a:gd name="connsiteX260" fmla="*/ 1724365 w 2376256"/>
                <a:gd name="connsiteY260" fmla="*/ 475889 h 1224078"/>
                <a:gd name="connsiteX261" fmla="*/ 1727169 w 2376256"/>
                <a:gd name="connsiteY261" fmla="*/ 473089 h 1224078"/>
                <a:gd name="connsiteX262" fmla="*/ 1844082 w 2376256"/>
                <a:gd name="connsiteY262" fmla="*/ 473089 h 1224078"/>
                <a:gd name="connsiteX263" fmla="*/ 2033762 w 2376256"/>
                <a:gd name="connsiteY263" fmla="*/ 473089 h 1224078"/>
                <a:gd name="connsiteX264" fmla="*/ 2036565 w 2376256"/>
                <a:gd name="connsiteY264" fmla="*/ 475889 h 1224078"/>
                <a:gd name="connsiteX265" fmla="*/ 2036565 w 2376256"/>
                <a:gd name="connsiteY265" fmla="*/ 516790 h 1224078"/>
                <a:gd name="connsiteX266" fmla="*/ 2033762 w 2376256"/>
                <a:gd name="connsiteY266" fmla="*/ 519590 h 1224078"/>
                <a:gd name="connsiteX267" fmla="*/ 1891420 w 2376256"/>
                <a:gd name="connsiteY267" fmla="*/ 519590 h 1224078"/>
                <a:gd name="connsiteX268" fmla="*/ 1891420 w 2376256"/>
                <a:gd name="connsiteY268" fmla="*/ 583937 h 1224078"/>
                <a:gd name="connsiteX269" fmla="*/ 2015114 w 2376256"/>
                <a:gd name="connsiteY269" fmla="*/ 583937 h 1224078"/>
                <a:gd name="connsiteX270" fmla="*/ 2017917 w 2376256"/>
                <a:gd name="connsiteY270" fmla="*/ 586737 h 1224078"/>
                <a:gd name="connsiteX271" fmla="*/ 2017917 w 2376256"/>
                <a:gd name="connsiteY271" fmla="*/ 627247 h 1224078"/>
                <a:gd name="connsiteX272" fmla="*/ 2015114 w 2376256"/>
                <a:gd name="connsiteY272" fmla="*/ 630047 h 1224078"/>
                <a:gd name="connsiteX273" fmla="*/ 1891420 w 2376256"/>
                <a:gd name="connsiteY273" fmla="*/ 630047 h 1224078"/>
                <a:gd name="connsiteX274" fmla="*/ 1891420 w 2376256"/>
                <a:gd name="connsiteY274" fmla="*/ 704684 h 1224078"/>
                <a:gd name="connsiteX275" fmla="*/ 2033762 w 2376256"/>
                <a:gd name="connsiteY275" fmla="*/ 704684 h 1224078"/>
                <a:gd name="connsiteX276" fmla="*/ 2036565 w 2376256"/>
                <a:gd name="connsiteY276" fmla="*/ 707484 h 1224078"/>
                <a:gd name="connsiteX277" fmla="*/ 2036565 w 2376256"/>
                <a:gd name="connsiteY277" fmla="*/ 748384 h 1224078"/>
                <a:gd name="connsiteX278" fmla="*/ 2033762 w 2376256"/>
                <a:gd name="connsiteY278" fmla="*/ 751185 h 1224078"/>
                <a:gd name="connsiteX279" fmla="*/ 1844082 w 2376256"/>
                <a:gd name="connsiteY279" fmla="*/ 751185 h 1224078"/>
                <a:gd name="connsiteX280" fmla="*/ 1841278 w 2376256"/>
                <a:gd name="connsiteY280" fmla="*/ 748384 h 1224078"/>
                <a:gd name="connsiteX281" fmla="*/ 1841278 w 2376256"/>
                <a:gd name="connsiteY281" fmla="*/ 475955 h 1224078"/>
                <a:gd name="connsiteX282" fmla="*/ 1844082 w 2376256"/>
                <a:gd name="connsiteY282" fmla="*/ 473154 h 1224078"/>
                <a:gd name="connsiteX283" fmla="*/ 2093359 w 2376256"/>
                <a:gd name="connsiteY283" fmla="*/ 475889 h 1224078"/>
                <a:gd name="connsiteX284" fmla="*/ 2096163 w 2376256"/>
                <a:gd name="connsiteY284" fmla="*/ 473089 h 1224078"/>
                <a:gd name="connsiteX285" fmla="*/ 2183276 w 2376256"/>
                <a:gd name="connsiteY285" fmla="*/ 473089 h 1224078"/>
                <a:gd name="connsiteX286" fmla="*/ 2326401 w 2376256"/>
                <a:gd name="connsiteY286" fmla="*/ 612072 h 1224078"/>
                <a:gd name="connsiteX287" fmla="*/ 2183276 w 2376256"/>
                <a:gd name="connsiteY287" fmla="*/ 751055 h 1224078"/>
                <a:gd name="connsiteX288" fmla="*/ 2096163 w 2376256"/>
                <a:gd name="connsiteY288" fmla="*/ 751055 h 1224078"/>
                <a:gd name="connsiteX289" fmla="*/ 2093359 w 2376256"/>
                <a:gd name="connsiteY289" fmla="*/ 748254 h 1224078"/>
                <a:gd name="connsiteX290" fmla="*/ 2093359 w 2376256"/>
                <a:gd name="connsiteY290" fmla="*/ 475824 h 1224078"/>
                <a:gd name="connsiteX291" fmla="*/ 2180798 w 2376256"/>
                <a:gd name="connsiteY291" fmla="*/ 704228 h 1224078"/>
                <a:gd name="connsiteX292" fmla="*/ 2274628 w 2376256"/>
                <a:gd name="connsiteY292" fmla="*/ 612072 h 1224078"/>
                <a:gd name="connsiteX293" fmla="*/ 2180798 w 2376256"/>
                <a:gd name="connsiteY293" fmla="*/ 519916 h 1224078"/>
                <a:gd name="connsiteX294" fmla="*/ 2143436 w 2376256"/>
                <a:gd name="connsiteY294" fmla="*/ 519916 h 1224078"/>
                <a:gd name="connsiteX295" fmla="*/ 2143436 w 2376256"/>
                <a:gd name="connsiteY295" fmla="*/ 704163 h 1224078"/>
                <a:gd name="connsiteX296" fmla="*/ 2180798 w 2376256"/>
                <a:gd name="connsiteY296" fmla="*/ 704163 h 1224078"/>
                <a:gd name="connsiteX297" fmla="*/ 549 w 2376256"/>
                <a:gd name="connsiteY297" fmla="*/ 1184937 h 1224078"/>
                <a:gd name="connsiteX298" fmla="*/ 26370 w 2376256"/>
                <a:gd name="connsiteY298" fmla="*/ 1150028 h 1224078"/>
                <a:gd name="connsiteX299" fmla="*/ 30217 w 2376256"/>
                <a:gd name="connsiteY299" fmla="*/ 1149442 h 1224078"/>
                <a:gd name="connsiteX300" fmla="*/ 110288 w 2376256"/>
                <a:gd name="connsiteY300" fmla="*/ 1178359 h 1224078"/>
                <a:gd name="connsiteX301" fmla="*/ 163170 w 2376256"/>
                <a:gd name="connsiteY301" fmla="*/ 1140650 h 1224078"/>
                <a:gd name="connsiteX302" fmla="*/ 121438 w 2376256"/>
                <a:gd name="connsiteY302" fmla="*/ 1104504 h 1224078"/>
                <a:gd name="connsiteX303" fmla="*/ 72535 w 2376256"/>
                <a:gd name="connsiteY303" fmla="*/ 1092976 h 1224078"/>
                <a:gd name="connsiteX304" fmla="*/ 4135 w 2376256"/>
                <a:gd name="connsiteY304" fmla="*/ 1019903 h 1224078"/>
                <a:gd name="connsiteX305" fmla="*/ 106311 w 2376256"/>
                <a:gd name="connsiteY305" fmla="*/ 936539 h 1224078"/>
                <a:gd name="connsiteX306" fmla="*/ 206074 w 2376256"/>
                <a:gd name="connsiteY306" fmla="*/ 973532 h 1224078"/>
                <a:gd name="connsiteX307" fmla="*/ 206205 w 2376256"/>
                <a:gd name="connsiteY307" fmla="*/ 977504 h 1224078"/>
                <a:gd name="connsiteX308" fmla="*/ 177319 w 2376256"/>
                <a:gd name="connsiteY308" fmla="*/ 1008440 h 1224078"/>
                <a:gd name="connsiteX309" fmla="*/ 173472 w 2376256"/>
                <a:gd name="connsiteY309" fmla="*/ 1008570 h 1224078"/>
                <a:gd name="connsiteX310" fmla="*/ 105528 w 2376256"/>
                <a:gd name="connsiteY310" fmla="*/ 981803 h 1224078"/>
                <a:gd name="connsiteX311" fmla="*/ 54604 w 2376256"/>
                <a:gd name="connsiteY311" fmla="*/ 1016777 h 1224078"/>
                <a:gd name="connsiteX312" fmla="*/ 97117 w 2376256"/>
                <a:gd name="connsiteY312" fmla="*/ 1050903 h 1224078"/>
                <a:gd name="connsiteX313" fmla="*/ 146021 w 2376256"/>
                <a:gd name="connsiteY313" fmla="*/ 1062431 h 1224078"/>
                <a:gd name="connsiteX314" fmla="*/ 214029 w 2376256"/>
                <a:gd name="connsiteY314" fmla="*/ 1137068 h 1224078"/>
                <a:gd name="connsiteX315" fmla="*/ 108658 w 2376256"/>
                <a:gd name="connsiteY315" fmla="*/ 1224014 h 1224078"/>
                <a:gd name="connsiteX316" fmla="*/ 1070 w 2376256"/>
                <a:gd name="connsiteY316" fmla="*/ 1188779 h 1224078"/>
                <a:gd name="connsiteX317" fmla="*/ 549 w 2376256"/>
                <a:gd name="connsiteY317" fmla="*/ 1184872 h 1224078"/>
                <a:gd name="connsiteX318" fmla="*/ 249435 w 2376256"/>
                <a:gd name="connsiteY318" fmla="*/ 1080667 h 1224078"/>
                <a:gd name="connsiteX319" fmla="*/ 393342 w 2376256"/>
                <a:gd name="connsiteY319" fmla="*/ 936539 h 1224078"/>
                <a:gd name="connsiteX320" fmla="*/ 515992 w 2376256"/>
                <a:gd name="connsiteY320" fmla="*/ 1003621 h 1224078"/>
                <a:gd name="connsiteX321" fmla="*/ 515014 w 2376256"/>
                <a:gd name="connsiteY321" fmla="*/ 1007463 h 1224078"/>
                <a:gd name="connsiteX322" fmla="*/ 476478 w 2376256"/>
                <a:gd name="connsiteY322" fmla="*/ 1030388 h 1224078"/>
                <a:gd name="connsiteX323" fmla="*/ 472696 w 2376256"/>
                <a:gd name="connsiteY323" fmla="*/ 1029346 h 1224078"/>
                <a:gd name="connsiteX324" fmla="*/ 393342 w 2376256"/>
                <a:gd name="connsiteY324" fmla="*/ 983757 h 1224078"/>
                <a:gd name="connsiteX325" fmla="*/ 301469 w 2376256"/>
                <a:gd name="connsiteY325" fmla="*/ 1080276 h 1224078"/>
                <a:gd name="connsiteX326" fmla="*/ 393342 w 2376256"/>
                <a:gd name="connsiteY326" fmla="*/ 1176796 h 1224078"/>
                <a:gd name="connsiteX327" fmla="*/ 473087 w 2376256"/>
                <a:gd name="connsiteY327" fmla="*/ 1131206 h 1224078"/>
                <a:gd name="connsiteX328" fmla="*/ 476869 w 2376256"/>
                <a:gd name="connsiteY328" fmla="*/ 1130164 h 1224078"/>
                <a:gd name="connsiteX329" fmla="*/ 515340 w 2376256"/>
                <a:gd name="connsiteY329" fmla="*/ 1152764 h 1224078"/>
                <a:gd name="connsiteX330" fmla="*/ 516318 w 2376256"/>
                <a:gd name="connsiteY330" fmla="*/ 1156606 h 1224078"/>
                <a:gd name="connsiteX331" fmla="*/ 392886 w 2376256"/>
                <a:gd name="connsiteY331" fmla="*/ 1224078 h 1224078"/>
                <a:gd name="connsiteX332" fmla="*/ 249370 w 2376256"/>
                <a:gd name="connsiteY332" fmla="*/ 1080732 h 1224078"/>
                <a:gd name="connsiteX333" fmla="*/ 566721 w 2376256"/>
                <a:gd name="connsiteY333" fmla="*/ 941293 h 1224078"/>
                <a:gd name="connsiteX334" fmla="*/ 611256 w 2376256"/>
                <a:gd name="connsiteY334" fmla="*/ 941293 h 1224078"/>
                <a:gd name="connsiteX335" fmla="*/ 614060 w 2376256"/>
                <a:gd name="connsiteY335" fmla="*/ 944094 h 1224078"/>
                <a:gd name="connsiteX336" fmla="*/ 614060 w 2376256"/>
                <a:gd name="connsiteY336" fmla="*/ 1216524 h 1224078"/>
                <a:gd name="connsiteX337" fmla="*/ 611256 w 2376256"/>
                <a:gd name="connsiteY337" fmla="*/ 1219324 h 1224078"/>
                <a:gd name="connsiteX338" fmla="*/ 566721 w 2376256"/>
                <a:gd name="connsiteY338" fmla="*/ 1219324 h 1224078"/>
                <a:gd name="connsiteX339" fmla="*/ 563917 w 2376256"/>
                <a:gd name="connsiteY339" fmla="*/ 1216524 h 1224078"/>
                <a:gd name="connsiteX340" fmla="*/ 563917 w 2376256"/>
                <a:gd name="connsiteY340" fmla="*/ 944094 h 1224078"/>
                <a:gd name="connsiteX341" fmla="*/ 566721 w 2376256"/>
                <a:gd name="connsiteY341" fmla="*/ 941293 h 1224078"/>
                <a:gd name="connsiteX342" fmla="*/ 683634 w 2376256"/>
                <a:gd name="connsiteY342" fmla="*/ 941293 h 1224078"/>
                <a:gd name="connsiteX343" fmla="*/ 873314 w 2376256"/>
                <a:gd name="connsiteY343" fmla="*/ 941293 h 1224078"/>
                <a:gd name="connsiteX344" fmla="*/ 876118 w 2376256"/>
                <a:gd name="connsiteY344" fmla="*/ 944094 h 1224078"/>
                <a:gd name="connsiteX345" fmla="*/ 876118 w 2376256"/>
                <a:gd name="connsiteY345" fmla="*/ 984994 h 1224078"/>
                <a:gd name="connsiteX346" fmla="*/ 873314 w 2376256"/>
                <a:gd name="connsiteY346" fmla="*/ 987795 h 1224078"/>
                <a:gd name="connsiteX347" fmla="*/ 730972 w 2376256"/>
                <a:gd name="connsiteY347" fmla="*/ 987795 h 1224078"/>
                <a:gd name="connsiteX348" fmla="*/ 730972 w 2376256"/>
                <a:gd name="connsiteY348" fmla="*/ 1052141 h 1224078"/>
                <a:gd name="connsiteX349" fmla="*/ 854665 w 2376256"/>
                <a:gd name="connsiteY349" fmla="*/ 1052141 h 1224078"/>
                <a:gd name="connsiteX350" fmla="*/ 857469 w 2376256"/>
                <a:gd name="connsiteY350" fmla="*/ 1054941 h 1224078"/>
                <a:gd name="connsiteX351" fmla="*/ 857469 w 2376256"/>
                <a:gd name="connsiteY351" fmla="*/ 1095451 h 1224078"/>
                <a:gd name="connsiteX352" fmla="*/ 854665 w 2376256"/>
                <a:gd name="connsiteY352" fmla="*/ 1098252 h 1224078"/>
                <a:gd name="connsiteX353" fmla="*/ 730972 w 2376256"/>
                <a:gd name="connsiteY353" fmla="*/ 1098252 h 1224078"/>
                <a:gd name="connsiteX354" fmla="*/ 730972 w 2376256"/>
                <a:gd name="connsiteY354" fmla="*/ 1172888 h 1224078"/>
                <a:gd name="connsiteX355" fmla="*/ 873314 w 2376256"/>
                <a:gd name="connsiteY355" fmla="*/ 1172888 h 1224078"/>
                <a:gd name="connsiteX356" fmla="*/ 876118 w 2376256"/>
                <a:gd name="connsiteY356" fmla="*/ 1175689 h 1224078"/>
                <a:gd name="connsiteX357" fmla="*/ 876118 w 2376256"/>
                <a:gd name="connsiteY357" fmla="*/ 1216589 h 1224078"/>
                <a:gd name="connsiteX358" fmla="*/ 873314 w 2376256"/>
                <a:gd name="connsiteY358" fmla="*/ 1219389 h 1224078"/>
                <a:gd name="connsiteX359" fmla="*/ 683634 w 2376256"/>
                <a:gd name="connsiteY359" fmla="*/ 1219389 h 1224078"/>
                <a:gd name="connsiteX360" fmla="*/ 680829 w 2376256"/>
                <a:gd name="connsiteY360" fmla="*/ 1216589 h 1224078"/>
                <a:gd name="connsiteX361" fmla="*/ 680829 w 2376256"/>
                <a:gd name="connsiteY361" fmla="*/ 944159 h 1224078"/>
                <a:gd name="connsiteX362" fmla="*/ 683634 w 2376256"/>
                <a:gd name="connsiteY362" fmla="*/ 941358 h 1224078"/>
                <a:gd name="connsiteX363" fmla="*/ 935715 w 2376256"/>
                <a:gd name="connsiteY363" fmla="*/ 941293 h 1224078"/>
                <a:gd name="connsiteX364" fmla="*/ 982792 w 2376256"/>
                <a:gd name="connsiteY364" fmla="*/ 941293 h 1224078"/>
                <a:gd name="connsiteX365" fmla="*/ 985075 w 2376256"/>
                <a:gd name="connsiteY365" fmla="*/ 942466 h 1224078"/>
                <a:gd name="connsiteX366" fmla="*/ 1122982 w 2376256"/>
                <a:gd name="connsiteY366" fmla="*/ 1137068 h 1224078"/>
                <a:gd name="connsiteX367" fmla="*/ 1122982 w 2376256"/>
                <a:gd name="connsiteY367" fmla="*/ 944029 h 1224078"/>
                <a:gd name="connsiteX368" fmla="*/ 1125787 w 2376256"/>
                <a:gd name="connsiteY368" fmla="*/ 941228 h 1224078"/>
                <a:gd name="connsiteX369" fmla="*/ 1170321 w 2376256"/>
                <a:gd name="connsiteY369" fmla="*/ 941228 h 1224078"/>
                <a:gd name="connsiteX370" fmla="*/ 1173125 w 2376256"/>
                <a:gd name="connsiteY370" fmla="*/ 944029 h 1224078"/>
                <a:gd name="connsiteX371" fmla="*/ 1173125 w 2376256"/>
                <a:gd name="connsiteY371" fmla="*/ 1216459 h 1224078"/>
                <a:gd name="connsiteX372" fmla="*/ 1170321 w 2376256"/>
                <a:gd name="connsiteY372" fmla="*/ 1219259 h 1224078"/>
                <a:gd name="connsiteX373" fmla="*/ 1123244 w 2376256"/>
                <a:gd name="connsiteY373" fmla="*/ 1219259 h 1224078"/>
                <a:gd name="connsiteX374" fmla="*/ 1120961 w 2376256"/>
                <a:gd name="connsiteY374" fmla="*/ 1218087 h 1224078"/>
                <a:gd name="connsiteX375" fmla="*/ 983053 w 2376256"/>
                <a:gd name="connsiteY375" fmla="*/ 1023094 h 1224078"/>
                <a:gd name="connsiteX376" fmla="*/ 983053 w 2376256"/>
                <a:gd name="connsiteY376" fmla="*/ 1216524 h 1224078"/>
                <a:gd name="connsiteX377" fmla="*/ 980250 w 2376256"/>
                <a:gd name="connsiteY377" fmla="*/ 1219324 h 1224078"/>
                <a:gd name="connsiteX378" fmla="*/ 935715 w 2376256"/>
                <a:gd name="connsiteY378" fmla="*/ 1219324 h 1224078"/>
                <a:gd name="connsiteX379" fmla="*/ 932911 w 2376256"/>
                <a:gd name="connsiteY379" fmla="*/ 1216524 h 1224078"/>
                <a:gd name="connsiteX380" fmla="*/ 932911 w 2376256"/>
                <a:gd name="connsiteY380" fmla="*/ 944094 h 1224078"/>
                <a:gd name="connsiteX381" fmla="*/ 935715 w 2376256"/>
                <a:gd name="connsiteY381" fmla="*/ 941293 h 1224078"/>
                <a:gd name="connsiteX382" fmla="*/ 1224767 w 2376256"/>
                <a:gd name="connsiteY382" fmla="*/ 1080667 h 1224078"/>
                <a:gd name="connsiteX383" fmla="*/ 1368674 w 2376256"/>
                <a:gd name="connsiteY383" fmla="*/ 936539 h 1224078"/>
                <a:gd name="connsiteX384" fmla="*/ 1491324 w 2376256"/>
                <a:gd name="connsiteY384" fmla="*/ 1003621 h 1224078"/>
                <a:gd name="connsiteX385" fmla="*/ 1490346 w 2376256"/>
                <a:gd name="connsiteY385" fmla="*/ 1007463 h 1224078"/>
                <a:gd name="connsiteX386" fmla="*/ 1451810 w 2376256"/>
                <a:gd name="connsiteY386" fmla="*/ 1030388 h 1224078"/>
                <a:gd name="connsiteX387" fmla="*/ 1448028 w 2376256"/>
                <a:gd name="connsiteY387" fmla="*/ 1029346 h 1224078"/>
                <a:gd name="connsiteX388" fmla="*/ 1368674 w 2376256"/>
                <a:gd name="connsiteY388" fmla="*/ 983757 h 1224078"/>
                <a:gd name="connsiteX389" fmla="*/ 1276866 w 2376256"/>
                <a:gd name="connsiteY389" fmla="*/ 1080276 h 1224078"/>
                <a:gd name="connsiteX390" fmla="*/ 1368674 w 2376256"/>
                <a:gd name="connsiteY390" fmla="*/ 1176796 h 1224078"/>
                <a:gd name="connsiteX391" fmla="*/ 1448419 w 2376256"/>
                <a:gd name="connsiteY391" fmla="*/ 1131206 h 1224078"/>
                <a:gd name="connsiteX392" fmla="*/ 1452201 w 2376256"/>
                <a:gd name="connsiteY392" fmla="*/ 1130164 h 1224078"/>
                <a:gd name="connsiteX393" fmla="*/ 1490672 w 2376256"/>
                <a:gd name="connsiteY393" fmla="*/ 1152764 h 1224078"/>
                <a:gd name="connsiteX394" fmla="*/ 1491650 w 2376256"/>
                <a:gd name="connsiteY394" fmla="*/ 1156606 h 1224078"/>
                <a:gd name="connsiteX395" fmla="*/ 1368217 w 2376256"/>
                <a:gd name="connsiteY395" fmla="*/ 1224078 h 1224078"/>
                <a:gd name="connsiteX396" fmla="*/ 1224702 w 2376256"/>
                <a:gd name="connsiteY396" fmla="*/ 1080732 h 1224078"/>
                <a:gd name="connsiteX397" fmla="*/ 1542053 w 2376256"/>
                <a:gd name="connsiteY397" fmla="*/ 941293 h 1224078"/>
                <a:gd name="connsiteX398" fmla="*/ 1731733 w 2376256"/>
                <a:gd name="connsiteY398" fmla="*/ 941293 h 1224078"/>
                <a:gd name="connsiteX399" fmla="*/ 1734538 w 2376256"/>
                <a:gd name="connsiteY399" fmla="*/ 944094 h 1224078"/>
                <a:gd name="connsiteX400" fmla="*/ 1734538 w 2376256"/>
                <a:gd name="connsiteY400" fmla="*/ 984994 h 1224078"/>
                <a:gd name="connsiteX401" fmla="*/ 1731733 w 2376256"/>
                <a:gd name="connsiteY401" fmla="*/ 987795 h 1224078"/>
                <a:gd name="connsiteX402" fmla="*/ 1589392 w 2376256"/>
                <a:gd name="connsiteY402" fmla="*/ 987795 h 1224078"/>
                <a:gd name="connsiteX403" fmla="*/ 1589392 w 2376256"/>
                <a:gd name="connsiteY403" fmla="*/ 1052141 h 1224078"/>
                <a:gd name="connsiteX404" fmla="*/ 1713085 w 2376256"/>
                <a:gd name="connsiteY404" fmla="*/ 1052141 h 1224078"/>
                <a:gd name="connsiteX405" fmla="*/ 1715889 w 2376256"/>
                <a:gd name="connsiteY405" fmla="*/ 1054941 h 1224078"/>
                <a:gd name="connsiteX406" fmla="*/ 1715889 w 2376256"/>
                <a:gd name="connsiteY406" fmla="*/ 1095451 h 1224078"/>
                <a:gd name="connsiteX407" fmla="*/ 1713085 w 2376256"/>
                <a:gd name="connsiteY407" fmla="*/ 1098252 h 1224078"/>
                <a:gd name="connsiteX408" fmla="*/ 1589392 w 2376256"/>
                <a:gd name="connsiteY408" fmla="*/ 1098252 h 1224078"/>
                <a:gd name="connsiteX409" fmla="*/ 1589392 w 2376256"/>
                <a:gd name="connsiteY409" fmla="*/ 1172888 h 1224078"/>
                <a:gd name="connsiteX410" fmla="*/ 1731733 w 2376256"/>
                <a:gd name="connsiteY410" fmla="*/ 1172888 h 1224078"/>
                <a:gd name="connsiteX411" fmla="*/ 1734538 w 2376256"/>
                <a:gd name="connsiteY411" fmla="*/ 1175689 h 1224078"/>
                <a:gd name="connsiteX412" fmla="*/ 1734538 w 2376256"/>
                <a:gd name="connsiteY412" fmla="*/ 1216589 h 1224078"/>
                <a:gd name="connsiteX413" fmla="*/ 1731733 w 2376256"/>
                <a:gd name="connsiteY413" fmla="*/ 1219389 h 1224078"/>
                <a:gd name="connsiteX414" fmla="*/ 1542053 w 2376256"/>
                <a:gd name="connsiteY414" fmla="*/ 1219389 h 1224078"/>
                <a:gd name="connsiteX415" fmla="*/ 1539250 w 2376256"/>
                <a:gd name="connsiteY415" fmla="*/ 1216589 h 1224078"/>
                <a:gd name="connsiteX416" fmla="*/ 1539250 w 2376256"/>
                <a:gd name="connsiteY416" fmla="*/ 944159 h 1224078"/>
                <a:gd name="connsiteX417" fmla="*/ 1542053 w 2376256"/>
                <a:gd name="connsiteY417" fmla="*/ 941358 h 1224078"/>
                <a:gd name="connsiteX418" fmla="*/ 1773856 w 2376256"/>
                <a:gd name="connsiteY418" fmla="*/ 1184937 h 1224078"/>
                <a:gd name="connsiteX419" fmla="*/ 1799677 w 2376256"/>
                <a:gd name="connsiteY419" fmla="*/ 1150028 h 1224078"/>
                <a:gd name="connsiteX420" fmla="*/ 1803524 w 2376256"/>
                <a:gd name="connsiteY420" fmla="*/ 1149442 h 1224078"/>
                <a:gd name="connsiteX421" fmla="*/ 1883595 w 2376256"/>
                <a:gd name="connsiteY421" fmla="*/ 1178359 h 1224078"/>
                <a:gd name="connsiteX422" fmla="*/ 1936476 w 2376256"/>
                <a:gd name="connsiteY422" fmla="*/ 1140650 h 1224078"/>
                <a:gd name="connsiteX423" fmla="*/ 1894745 w 2376256"/>
                <a:gd name="connsiteY423" fmla="*/ 1104504 h 1224078"/>
                <a:gd name="connsiteX424" fmla="*/ 1845842 w 2376256"/>
                <a:gd name="connsiteY424" fmla="*/ 1092976 h 1224078"/>
                <a:gd name="connsiteX425" fmla="*/ 1777442 w 2376256"/>
                <a:gd name="connsiteY425" fmla="*/ 1019903 h 1224078"/>
                <a:gd name="connsiteX426" fmla="*/ 1879618 w 2376256"/>
                <a:gd name="connsiteY426" fmla="*/ 936539 h 1224078"/>
                <a:gd name="connsiteX427" fmla="*/ 1979382 w 2376256"/>
                <a:gd name="connsiteY427" fmla="*/ 973532 h 1224078"/>
                <a:gd name="connsiteX428" fmla="*/ 1979511 w 2376256"/>
                <a:gd name="connsiteY428" fmla="*/ 977504 h 1224078"/>
                <a:gd name="connsiteX429" fmla="*/ 1950626 w 2376256"/>
                <a:gd name="connsiteY429" fmla="*/ 1008440 h 1224078"/>
                <a:gd name="connsiteX430" fmla="*/ 1946779 w 2376256"/>
                <a:gd name="connsiteY430" fmla="*/ 1008570 h 1224078"/>
                <a:gd name="connsiteX431" fmla="*/ 1878836 w 2376256"/>
                <a:gd name="connsiteY431" fmla="*/ 981803 h 1224078"/>
                <a:gd name="connsiteX432" fmla="*/ 1827910 w 2376256"/>
                <a:gd name="connsiteY432" fmla="*/ 1016777 h 1224078"/>
                <a:gd name="connsiteX433" fmla="*/ 1870424 w 2376256"/>
                <a:gd name="connsiteY433" fmla="*/ 1050903 h 1224078"/>
                <a:gd name="connsiteX434" fmla="*/ 1919328 w 2376256"/>
                <a:gd name="connsiteY434" fmla="*/ 1062431 h 1224078"/>
                <a:gd name="connsiteX435" fmla="*/ 1987336 w 2376256"/>
                <a:gd name="connsiteY435" fmla="*/ 1137068 h 1224078"/>
                <a:gd name="connsiteX436" fmla="*/ 1881965 w 2376256"/>
                <a:gd name="connsiteY436" fmla="*/ 1224014 h 1224078"/>
                <a:gd name="connsiteX437" fmla="*/ 1774378 w 2376256"/>
                <a:gd name="connsiteY437" fmla="*/ 1188779 h 1224078"/>
                <a:gd name="connsiteX438" fmla="*/ 1773856 w 2376256"/>
                <a:gd name="connsiteY438" fmla="*/ 1184872 h 122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Lst>
              <a:rect l="l" t="t" r="r" b="b"/>
              <a:pathLst>
                <a:path w="2376256" h="1224078">
                  <a:moveTo>
                    <a:pt x="16850" y="171547"/>
                  </a:moveTo>
                  <a:lnTo>
                    <a:pt x="16850" y="7555"/>
                  </a:lnTo>
                  <a:cubicBezTo>
                    <a:pt x="16850" y="6057"/>
                    <a:pt x="18089" y="4754"/>
                    <a:pt x="19654" y="4754"/>
                  </a:cubicBezTo>
                  <a:lnTo>
                    <a:pt x="64189" y="4754"/>
                  </a:lnTo>
                  <a:cubicBezTo>
                    <a:pt x="65688" y="4754"/>
                    <a:pt x="66993" y="5992"/>
                    <a:pt x="66993" y="7555"/>
                  </a:cubicBezTo>
                  <a:lnTo>
                    <a:pt x="66993" y="166402"/>
                  </a:lnTo>
                  <a:cubicBezTo>
                    <a:pt x="66993" y="216420"/>
                    <a:pt x="91640" y="240257"/>
                    <a:pt x="133371" y="240257"/>
                  </a:cubicBezTo>
                  <a:cubicBezTo>
                    <a:pt x="175102" y="240257"/>
                    <a:pt x="199358" y="216420"/>
                    <a:pt x="199358" y="166402"/>
                  </a:cubicBezTo>
                  <a:lnTo>
                    <a:pt x="199358" y="7555"/>
                  </a:lnTo>
                  <a:cubicBezTo>
                    <a:pt x="199358" y="6057"/>
                    <a:pt x="200597" y="4754"/>
                    <a:pt x="202162" y="4754"/>
                  </a:cubicBezTo>
                  <a:lnTo>
                    <a:pt x="247088" y="4754"/>
                  </a:lnTo>
                  <a:cubicBezTo>
                    <a:pt x="248588" y="4754"/>
                    <a:pt x="249892" y="5992"/>
                    <a:pt x="249892" y="7555"/>
                  </a:cubicBezTo>
                  <a:lnTo>
                    <a:pt x="249892" y="171547"/>
                  </a:lnTo>
                  <a:cubicBezTo>
                    <a:pt x="249892" y="246183"/>
                    <a:pt x="205357" y="287540"/>
                    <a:pt x="133371" y="287540"/>
                  </a:cubicBezTo>
                  <a:cubicBezTo>
                    <a:pt x="61385" y="287540"/>
                    <a:pt x="16850" y="246249"/>
                    <a:pt x="16850" y="171547"/>
                  </a:cubicBezTo>
                  <a:close/>
                  <a:moveTo>
                    <a:pt x="315814" y="4754"/>
                  </a:moveTo>
                  <a:lnTo>
                    <a:pt x="362892" y="4754"/>
                  </a:lnTo>
                  <a:cubicBezTo>
                    <a:pt x="363804" y="4754"/>
                    <a:pt x="364652" y="5210"/>
                    <a:pt x="365174" y="5927"/>
                  </a:cubicBezTo>
                  <a:lnTo>
                    <a:pt x="503082" y="200529"/>
                  </a:lnTo>
                  <a:lnTo>
                    <a:pt x="503082" y="7490"/>
                  </a:lnTo>
                  <a:cubicBezTo>
                    <a:pt x="503082" y="5992"/>
                    <a:pt x="504321" y="4689"/>
                    <a:pt x="505885" y="4689"/>
                  </a:cubicBezTo>
                  <a:lnTo>
                    <a:pt x="550420" y="4689"/>
                  </a:lnTo>
                  <a:cubicBezTo>
                    <a:pt x="551920" y="4689"/>
                    <a:pt x="553224" y="5927"/>
                    <a:pt x="553224" y="7490"/>
                  </a:cubicBezTo>
                  <a:lnTo>
                    <a:pt x="553224" y="279920"/>
                  </a:lnTo>
                  <a:cubicBezTo>
                    <a:pt x="553224" y="281418"/>
                    <a:pt x="551985" y="282720"/>
                    <a:pt x="550420" y="282720"/>
                  </a:cubicBezTo>
                  <a:lnTo>
                    <a:pt x="503342" y="282720"/>
                  </a:lnTo>
                  <a:cubicBezTo>
                    <a:pt x="502429" y="282720"/>
                    <a:pt x="501582" y="282264"/>
                    <a:pt x="501060" y="281548"/>
                  </a:cubicBezTo>
                  <a:lnTo>
                    <a:pt x="363152" y="86555"/>
                  </a:lnTo>
                  <a:lnTo>
                    <a:pt x="363152" y="279985"/>
                  </a:lnTo>
                  <a:cubicBezTo>
                    <a:pt x="363152" y="281483"/>
                    <a:pt x="361913" y="282785"/>
                    <a:pt x="360349" y="282785"/>
                  </a:cubicBezTo>
                  <a:lnTo>
                    <a:pt x="315814" y="282785"/>
                  </a:lnTo>
                  <a:cubicBezTo>
                    <a:pt x="314314" y="282785"/>
                    <a:pt x="313010" y="281548"/>
                    <a:pt x="313010" y="279985"/>
                  </a:cubicBezTo>
                  <a:lnTo>
                    <a:pt x="313010" y="7555"/>
                  </a:lnTo>
                  <a:cubicBezTo>
                    <a:pt x="313010" y="6057"/>
                    <a:pt x="314249" y="4754"/>
                    <a:pt x="315814" y="4754"/>
                  </a:cubicBezTo>
                  <a:close/>
                  <a:moveTo>
                    <a:pt x="622732" y="4754"/>
                  </a:moveTo>
                  <a:lnTo>
                    <a:pt x="667267" y="4754"/>
                  </a:lnTo>
                  <a:cubicBezTo>
                    <a:pt x="668767" y="4754"/>
                    <a:pt x="670071" y="5992"/>
                    <a:pt x="670071" y="7555"/>
                  </a:cubicBezTo>
                  <a:lnTo>
                    <a:pt x="670071" y="279985"/>
                  </a:lnTo>
                  <a:cubicBezTo>
                    <a:pt x="670071" y="281483"/>
                    <a:pt x="668832" y="282785"/>
                    <a:pt x="667267" y="282785"/>
                  </a:cubicBezTo>
                  <a:lnTo>
                    <a:pt x="622732" y="282785"/>
                  </a:lnTo>
                  <a:cubicBezTo>
                    <a:pt x="621233" y="282785"/>
                    <a:pt x="619928" y="281548"/>
                    <a:pt x="619928" y="279985"/>
                  </a:cubicBezTo>
                  <a:lnTo>
                    <a:pt x="619928" y="7555"/>
                  </a:lnTo>
                  <a:cubicBezTo>
                    <a:pt x="619928" y="6057"/>
                    <a:pt x="621167" y="4754"/>
                    <a:pt x="622732" y="4754"/>
                  </a:cubicBezTo>
                  <a:close/>
                  <a:moveTo>
                    <a:pt x="711867" y="4754"/>
                  </a:moveTo>
                  <a:lnTo>
                    <a:pt x="759206" y="4754"/>
                  </a:lnTo>
                  <a:cubicBezTo>
                    <a:pt x="760379" y="4754"/>
                    <a:pt x="761423" y="5471"/>
                    <a:pt x="761814" y="6578"/>
                  </a:cubicBezTo>
                  <a:lnTo>
                    <a:pt x="841885" y="223193"/>
                  </a:lnTo>
                  <a:lnTo>
                    <a:pt x="922348" y="6578"/>
                  </a:lnTo>
                  <a:cubicBezTo>
                    <a:pt x="922739" y="5471"/>
                    <a:pt x="923782" y="4754"/>
                    <a:pt x="924956" y="4754"/>
                  </a:cubicBezTo>
                  <a:lnTo>
                    <a:pt x="972295" y="4754"/>
                  </a:lnTo>
                  <a:cubicBezTo>
                    <a:pt x="974251" y="4754"/>
                    <a:pt x="975555" y="6708"/>
                    <a:pt x="974903" y="8532"/>
                  </a:cubicBezTo>
                  <a:lnTo>
                    <a:pt x="871227" y="280962"/>
                  </a:lnTo>
                  <a:cubicBezTo>
                    <a:pt x="870836" y="282069"/>
                    <a:pt x="869793" y="282720"/>
                    <a:pt x="868619" y="282720"/>
                  </a:cubicBezTo>
                  <a:lnTo>
                    <a:pt x="815608" y="282720"/>
                  </a:lnTo>
                  <a:cubicBezTo>
                    <a:pt x="814434" y="282720"/>
                    <a:pt x="813456" y="282004"/>
                    <a:pt x="812999" y="280962"/>
                  </a:cubicBezTo>
                  <a:lnTo>
                    <a:pt x="709324" y="8532"/>
                  </a:lnTo>
                  <a:cubicBezTo>
                    <a:pt x="708607" y="6708"/>
                    <a:pt x="709976" y="4754"/>
                    <a:pt x="711932" y="4754"/>
                  </a:cubicBezTo>
                  <a:close/>
                  <a:moveTo>
                    <a:pt x="1016764" y="4754"/>
                  </a:moveTo>
                  <a:lnTo>
                    <a:pt x="1206445" y="4754"/>
                  </a:lnTo>
                  <a:cubicBezTo>
                    <a:pt x="1207944" y="4754"/>
                    <a:pt x="1209249" y="5992"/>
                    <a:pt x="1209249" y="7555"/>
                  </a:cubicBezTo>
                  <a:lnTo>
                    <a:pt x="1209249" y="48455"/>
                  </a:lnTo>
                  <a:cubicBezTo>
                    <a:pt x="1209249" y="49953"/>
                    <a:pt x="1208010" y="51256"/>
                    <a:pt x="1206445" y="51256"/>
                  </a:cubicBezTo>
                  <a:lnTo>
                    <a:pt x="1064103" y="51256"/>
                  </a:lnTo>
                  <a:lnTo>
                    <a:pt x="1064103" y="115602"/>
                  </a:lnTo>
                  <a:lnTo>
                    <a:pt x="1187796" y="115602"/>
                  </a:lnTo>
                  <a:cubicBezTo>
                    <a:pt x="1189296" y="115602"/>
                    <a:pt x="1190600" y="116839"/>
                    <a:pt x="1190600" y="118402"/>
                  </a:cubicBezTo>
                  <a:lnTo>
                    <a:pt x="1190600" y="158912"/>
                  </a:lnTo>
                  <a:cubicBezTo>
                    <a:pt x="1190600" y="160410"/>
                    <a:pt x="1189361" y="161713"/>
                    <a:pt x="1187796" y="161713"/>
                  </a:cubicBezTo>
                  <a:lnTo>
                    <a:pt x="1064103" y="161713"/>
                  </a:lnTo>
                  <a:lnTo>
                    <a:pt x="1064103" y="236349"/>
                  </a:lnTo>
                  <a:lnTo>
                    <a:pt x="1206445" y="236349"/>
                  </a:lnTo>
                  <a:cubicBezTo>
                    <a:pt x="1207944" y="236349"/>
                    <a:pt x="1209249" y="237587"/>
                    <a:pt x="1209249" y="239150"/>
                  </a:cubicBezTo>
                  <a:lnTo>
                    <a:pt x="1209249" y="280050"/>
                  </a:lnTo>
                  <a:cubicBezTo>
                    <a:pt x="1209249" y="281548"/>
                    <a:pt x="1208010" y="282850"/>
                    <a:pt x="1206445" y="282850"/>
                  </a:cubicBezTo>
                  <a:lnTo>
                    <a:pt x="1016764" y="282850"/>
                  </a:lnTo>
                  <a:cubicBezTo>
                    <a:pt x="1015265" y="282850"/>
                    <a:pt x="1013960" y="281613"/>
                    <a:pt x="1013960" y="280050"/>
                  </a:cubicBezTo>
                  <a:lnTo>
                    <a:pt x="1013960" y="7620"/>
                  </a:lnTo>
                  <a:cubicBezTo>
                    <a:pt x="1013960" y="6122"/>
                    <a:pt x="1015199" y="4819"/>
                    <a:pt x="1016764" y="4819"/>
                  </a:cubicBezTo>
                  <a:close/>
                  <a:moveTo>
                    <a:pt x="1266042" y="7555"/>
                  </a:moveTo>
                  <a:cubicBezTo>
                    <a:pt x="1266042" y="6057"/>
                    <a:pt x="1267281" y="4754"/>
                    <a:pt x="1268846" y="4754"/>
                  </a:cubicBezTo>
                  <a:lnTo>
                    <a:pt x="1381780" y="4754"/>
                  </a:lnTo>
                  <a:cubicBezTo>
                    <a:pt x="1441834" y="4754"/>
                    <a:pt x="1479587" y="38491"/>
                    <a:pt x="1479587" y="92547"/>
                  </a:cubicBezTo>
                  <a:cubicBezTo>
                    <a:pt x="1479587" y="136638"/>
                    <a:pt x="1454157" y="167183"/>
                    <a:pt x="1411579" y="176757"/>
                  </a:cubicBezTo>
                  <a:lnTo>
                    <a:pt x="1488520" y="278357"/>
                  </a:lnTo>
                  <a:cubicBezTo>
                    <a:pt x="1489889" y="280180"/>
                    <a:pt x="1488586" y="282785"/>
                    <a:pt x="1486303" y="282785"/>
                  </a:cubicBezTo>
                  <a:lnTo>
                    <a:pt x="1432445" y="282785"/>
                  </a:lnTo>
                  <a:cubicBezTo>
                    <a:pt x="1431532" y="282785"/>
                    <a:pt x="1430749" y="282394"/>
                    <a:pt x="1430227" y="281678"/>
                  </a:cubicBezTo>
                  <a:lnTo>
                    <a:pt x="1355111" y="179948"/>
                  </a:lnTo>
                  <a:lnTo>
                    <a:pt x="1316119" y="179948"/>
                  </a:lnTo>
                  <a:lnTo>
                    <a:pt x="1316119" y="280050"/>
                  </a:lnTo>
                  <a:cubicBezTo>
                    <a:pt x="1316119" y="281548"/>
                    <a:pt x="1314880" y="282850"/>
                    <a:pt x="1313315" y="282850"/>
                  </a:cubicBezTo>
                  <a:lnTo>
                    <a:pt x="1268781" y="282850"/>
                  </a:lnTo>
                  <a:cubicBezTo>
                    <a:pt x="1267281" y="282850"/>
                    <a:pt x="1265977" y="281613"/>
                    <a:pt x="1265977" y="280050"/>
                  </a:cubicBezTo>
                  <a:lnTo>
                    <a:pt x="1265977" y="7620"/>
                  </a:lnTo>
                  <a:close/>
                  <a:moveTo>
                    <a:pt x="1376955" y="133447"/>
                  </a:moveTo>
                  <a:cubicBezTo>
                    <a:pt x="1411513" y="133447"/>
                    <a:pt x="1427880" y="118728"/>
                    <a:pt x="1427880" y="92547"/>
                  </a:cubicBezTo>
                  <a:cubicBezTo>
                    <a:pt x="1427880" y="66365"/>
                    <a:pt x="1411579" y="51646"/>
                    <a:pt x="1376955" y="51646"/>
                  </a:cubicBezTo>
                  <a:lnTo>
                    <a:pt x="1316119" y="51646"/>
                  </a:lnTo>
                  <a:lnTo>
                    <a:pt x="1316119" y="133447"/>
                  </a:lnTo>
                  <a:lnTo>
                    <a:pt x="1376955" y="133447"/>
                  </a:lnTo>
                  <a:close/>
                  <a:moveTo>
                    <a:pt x="1521319" y="248398"/>
                  </a:moveTo>
                  <a:lnTo>
                    <a:pt x="1547139" y="213489"/>
                  </a:lnTo>
                  <a:cubicBezTo>
                    <a:pt x="1548052" y="212252"/>
                    <a:pt x="1549748" y="212056"/>
                    <a:pt x="1550986" y="212903"/>
                  </a:cubicBezTo>
                  <a:cubicBezTo>
                    <a:pt x="1578437" y="232832"/>
                    <a:pt x="1605497" y="241820"/>
                    <a:pt x="1631058" y="241820"/>
                  </a:cubicBezTo>
                  <a:cubicBezTo>
                    <a:pt x="1664833" y="241820"/>
                    <a:pt x="1683939" y="225929"/>
                    <a:pt x="1683939" y="204111"/>
                  </a:cubicBezTo>
                  <a:cubicBezTo>
                    <a:pt x="1683939" y="187047"/>
                    <a:pt x="1672397" y="175129"/>
                    <a:pt x="1642208" y="167965"/>
                  </a:cubicBezTo>
                  <a:lnTo>
                    <a:pt x="1593304" y="156437"/>
                  </a:lnTo>
                  <a:cubicBezTo>
                    <a:pt x="1549160" y="145691"/>
                    <a:pt x="1524904" y="120291"/>
                    <a:pt x="1524904" y="83364"/>
                  </a:cubicBezTo>
                  <a:cubicBezTo>
                    <a:pt x="1524904" y="34909"/>
                    <a:pt x="1565071" y="0"/>
                    <a:pt x="1627080" y="0"/>
                  </a:cubicBezTo>
                  <a:cubicBezTo>
                    <a:pt x="1664638" y="0"/>
                    <a:pt x="1700761" y="12830"/>
                    <a:pt x="1726843" y="36993"/>
                  </a:cubicBezTo>
                  <a:cubicBezTo>
                    <a:pt x="1727952" y="38035"/>
                    <a:pt x="1728017" y="39858"/>
                    <a:pt x="1726974" y="40965"/>
                  </a:cubicBezTo>
                  <a:lnTo>
                    <a:pt x="1698088" y="71901"/>
                  </a:lnTo>
                  <a:cubicBezTo>
                    <a:pt x="1697045" y="73008"/>
                    <a:pt x="1695350" y="73008"/>
                    <a:pt x="1694241" y="72031"/>
                  </a:cubicBezTo>
                  <a:cubicBezTo>
                    <a:pt x="1673310" y="53470"/>
                    <a:pt x="1650162" y="45264"/>
                    <a:pt x="1626298" y="45264"/>
                  </a:cubicBezTo>
                  <a:cubicBezTo>
                    <a:pt x="1593304" y="45264"/>
                    <a:pt x="1575373" y="60374"/>
                    <a:pt x="1575373" y="80238"/>
                  </a:cubicBezTo>
                  <a:cubicBezTo>
                    <a:pt x="1575373" y="96129"/>
                    <a:pt x="1586132" y="106875"/>
                    <a:pt x="1617886" y="114365"/>
                  </a:cubicBezTo>
                  <a:lnTo>
                    <a:pt x="1666790" y="125892"/>
                  </a:lnTo>
                  <a:cubicBezTo>
                    <a:pt x="1712107" y="137029"/>
                    <a:pt x="1734799" y="161647"/>
                    <a:pt x="1734799" y="200529"/>
                  </a:cubicBezTo>
                  <a:cubicBezTo>
                    <a:pt x="1734799" y="252566"/>
                    <a:pt x="1695415" y="287474"/>
                    <a:pt x="1629428" y="287474"/>
                  </a:cubicBezTo>
                  <a:cubicBezTo>
                    <a:pt x="1589457" y="287474"/>
                    <a:pt x="1550986" y="274970"/>
                    <a:pt x="1521840" y="252240"/>
                  </a:cubicBezTo>
                  <a:cubicBezTo>
                    <a:pt x="1520666" y="251329"/>
                    <a:pt x="1520406" y="249570"/>
                    <a:pt x="1521319" y="248333"/>
                  </a:cubicBezTo>
                  <a:close/>
                  <a:moveTo>
                    <a:pt x="1783702" y="4754"/>
                  </a:moveTo>
                  <a:lnTo>
                    <a:pt x="1828237" y="4754"/>
                  </a:lnTo>
                  <a:cubicBezTo>
                    <a:pt x="1829736" y="4754"/>
                    <a:pt x="1831041" y="5992"/>
                    <a:pt x="1831041" y="7555"/>
                  </a:cubicBezTo>
                  <a:lnTo>
                    <a:pt x="1831041" y="279985"/>
                  </a:lnTo>
                  <a:cubicBezTo>
                    <a:pt x="1831041" y="281483"/>
                    <a:pt x="1829802" y="282785"/>
                    <a:pt x="1828237" y="282785"/>
                  </a:cubicBezTo>
                  <a:lnTo>
                    <a:pt x="1783702" y="282785"/>
                  </a:lnTo>
                  <a:cubicBezTo>
                    <a:pt x="1782202" y="282785"/>
                    <a:pt x="1780898" y="281548"/>
                    <a:pt x="1780898" y="279985"/>
                  </a:cubicBezTo>
                  <a:lnTo>
                    <a:pt x="1780898" y="7555"/>
                  </a:lnTo>
                  <a:cubicBezTo>
                    <a:pt x="1780898" y="6057"/>
                    <a:pt x="1782137" y="4754"/>
                    <a:pt x="1783702" y="4754"/>
                  </a:cubicBezTo>
                  <a:close/>
                  <a:moveTo>
                    <a:pt x="1961450" y="51646"/>
                  </a:moveTo>
                  <a:lnTo>
                    <a:pt x="1875966" y="51646"/>
                  </a:lnTo>
                  <a:cubicBezTo>
                    <a:pt x="1874467" y="51646"/>
                    <a:pt x="1873163" y="50409"/>
                    <a:pt x="1873163" y="48846"/>
                  </a:cubicBezTo>
                  <a:lnTo>
                    <a:pt x="1873163" y="7555"/>
                  </a:lnTo>
                  <a:cubicBezTo>
                    <a:pt x="1873163" y="6057"/>
                    <a:pt x="1874401" y="4754"/>
                    <a:pt x="1875966" y="4754"/>
                  </a:cubicBezTo>
                  <a:lnTo>
                    <a:pt x="2097467" y="4754"/>
                  </a:lnTo>
                  <a:cubicBezTo>
                    <a:pt x="2098967" y="4754"/>
                    <a:pt x="2100271" y="5992"/>
                    <a:pt x="2100271" y="7555"/>
                  </a:cubicBezTo>
                  <a:lnTo>
                    <a:pt x="2100271" y="48846"/>
                  </a:lnTo>
                  <a:cubicBezTo>
                    <a:pt x="2100271" y="50344"/>
                    <a:pt x="2099032" y="51646"/>
                    <a:pt x="2097467" y="51646"/>
                  </a:cubicBezTo>
                  <a:lnTo>
                    <a:pt x="2011984" y="51646"/>
                  </a:lnTo>
                  <a:lnTo>
                    <a:pt x="2011984" y="279985"/>
                  </a:lnTo>
                  <a:cubicBezTo>
                    <a:pt x="2011984" y="281483"/>
                    <a:pt x="2010745" y="282785"/>
                    <a:pt x="2009180" y="282785"/>
                  </a:cubicBezTo>
                  <a:lnTo>
                    <a:pt x="1964254" y="282785"/>
                  </a:lnTo>
                  <a:cubicBezTo>
                    <a:pt x="1962754" y="282785"/>
                    <a:pt x="1961450" y="281548"/>
                    <a:pt x="1961450" y="279985"/>
                  </a:cubicBezTo>
                  <a:lnTo>
                    <a:pt x="1961450" y="51646"/>
                  </a:lnTo>
                  <a:close/>
                  <a:moveTo>
                    <a:pt x="2225464" y="173566"/>
                  </a:moveTo>
                  <a:lnTo>
                    <a:pt x="2125440" y="8988"/>
                  </a:lnTo>
                  <a:cubicBezTo>
                    <a:pt x="2124332" y="7164"/>
                    <a:pt x="2125635" y="4754"/>
                    <a:pt x="2127787" y="4754"/>
                  </a:cubicBezTo>
                  <a:lnTo>
                    <a:pt x="2177734" y="4754"/>
                  </a:lnTo>
                  <a:cubicBezTo>
                    <a:pt x="2178712" y="4754"/>
                    <a:pt x="2179625" y="5275"/>
                    <a:pt x="2180081" y="6122"/>
                  </a:cubicBezTo>
                  <a:lnTo>
                    <a:pt x="2250828" y="123548"/>
                  </a:lnTo>
                  <a:lnTo>
                    <a:pt x="2321184" y="6187"/>
                  </a:lnTo>
                  <a:cubicBezTo>
                    <a:pt x="2321706" y="5340"/>
                    <a:pt x="2322618" y="4819"/>
                    <a:pt x="2323531" y="4819"/>
                  </a:cubicBezTo>
                  <a:lnTo>
                    <a:pt x="2373478" y="4819"/>
                  </a:lnTo>
                  <a:cubicBezTo>
                    <a:pt x="2375630" y="4819"/>
                    <a:pt x="2377000" y="7164"/>
                    <a:pt x="2375826" y="9053"/>
                  </a:cubicBezTo>
                  <a:lnTo>
                    <a:pt x="2275802" y="173631"/>
                  </a:lnTo>
                  <a:lnTo>
                    <a:pt x="2275802" y="280050"/>
                  </a:lnTo>
                  <a:cubicBezTo>
                    <a:pt x="2275802" y="281548"/>
                    <a:pt x="2274563" y="282850"/>
                    <a:pt x="2272998" y="282850"/>
                  </a:cubicBezTo>
                  <a:lnTo>
                    <a:pt x="2228072" y="282850"/>
                  </a:lnTo>
                  <a:cubicBezTo>
                    <a:pt x="2226572" y="282850"/>
                    <a:pt x="2225268" y="281613"/>
                    <a:pt x="2225268" y="280050"/>
                  </a:cubicBezTo>
                  <a:lnTo>
                    <a:pt x="2225268" y="173631"/>
                  </a:lnTo>
                  <a:close/>
                  <a:moveTo>
                    <a:pt x="2114" y="612007"/>
                  </a:moveTo>
                  <a:cubicBezTo>
                    <a:pt x="2114" y="528187"/>
                    <a:pt x="65363" y="468269"/>
                    <a:pt x="145630" y="468269"/>
                  </a:cubicBezTo>
                  <a:cubicBezTo>
                    <a:pt x="225896" y="468269"/>
                    <a:pt x="288754" y="528252"/>
                    <a:pt x="288754" y="612007"/>
                  </a:cubicBezTo>
                  <a:cubicBezTo>
                    <a:pt x="288754" y="695761"/>
                    <a:pt x="225505" y="755744"/>
                    <a:pt x="145630" y="755744"/>
                  </a:cubicBezTo>
                  <a:cubicBezTo>
                    <a:pt x="65754" y="755744"/>
                    <a:pt x="2114" y="695761"/>
                    <a:pt x="2114" y="612007"/>
                  </a:cubicBezTo>
                  <a:close/>
                  <a:moveTo>
                    <a:pt x="145630" y="708526"/>
                  </a:moveTo>
                  <a:cubicBezTo>
                    <a:pt x="197337" y="708526"/>
                    <a:pt x="237046" y="670426"/>
                    <a:pt x="237046" y="612007"/>
                  </a:cubicBezTo>
                  <a:cubicBezTo>
                    <a:pt x="237046" y="553587"/>
                    <a:pt x="197272" y="515487"/>
                    <a:pt x="145630" y="515487"/>
                  </a:cubicBezTo>
                  <a:cubicBezTo>
                    <a:pt x="93987" y="515487"/>
                    <a:pt x="53756" y="553587"/>
                    <a:pt x="53756" y="612007"/>
                  </a:cubicBezTo>
                  <a:cubicBezTo>
                    <a:pt x="53756" y="670426"/>
                    <a:pt x="93531" y="708526"/>
                    <a:pt x="145630" y="708526"/>
                  </a:cubicBezTo>
                  <a:close/>
                  <a:moveTo>
                    <a:pt x="343200" y="473024"/>
                  </a:moveTo>
                  <a:lnTo>
                    <a:pt x="532880" y="473024"/>
                  </a:lnTo>
                  <a:cubicBezTo>
                    <a:pt x="534380" y="473024"/>
                    <a:pt x="535684" y="474261"/>
                    <a:pt x="535684" y="475824"/>
                  </a:cubicBezTo>
                  <a:lnTo>
                    <a:pt x="535684" y="516725"/>
                  </a:lnTo>
                  <a:cubicBezTo>
                    <a:pt x="535684" y="518223"/>
                    <a:pt x="534445" y="519525"/>
                    <a:pt x="532880" y="519525"/>
                  </a:cubicBezTo>
                  <a:lnTo>
                    <a:pt x="390538" y="519525"/>
                  </a:lnTo>
                  <a:lnTo>
                    <a:pt x="390538" y="592599"/>
                  </a:lnTo>
                  <a:lnTo>
                    <a:pt x="520948" y="592599"/>
                  </a:lnTo>
                  <a:cubicBezTo>
                    <a:pt x="522447" y="592599"/>
                    <a:pt x="523752" y="593836"/>
                    <a:pt x="523752" y="595399"/>
                  </a:cubicBezTo>
                  <a:lnTo>
                    <a:pt x="523752" y="636299"/>
                  </a:lnTo>
                  <a:cubicBezTo>
                    <a:pt x="523752" y="637797"/>
                    <a:pt x="522513" y="639100"/>
                    <a:pt x="520948" y="639100"/>
                  </a:cubicBezTo>
                  <a:lnTo>
                    <a:pt x="390538" y="639100"/>
                  </a:lnTo>
                  <a:lnTo>
                    <a:pt x="390538" y="748319"/>
                  </a:lnTo>
                  <a:cubicBezTo>
                    <a:pt x="390538" y="749817"/>
                    <a:pt x="389299" y="751120"/>
                    <a:pt x="387735" y="751120"/>
                  </a:cubicBezTo>
                  <a:lnTo>
                    <a:pt x="343200" y="751120"/>
                  </a:lnTo>
                  <a:cubicBezTo>
                    <a:pt x="341700" y="751120"/>
                    <a:pt x="340396" y="749882"/>
                    <a:pt x="340396" y="748319"/>
                  </a:cubicBezTo>
                  <a:lnTo>
                    <a:pt x="340396" y="475889"/>
                  </a:lnTo>
                  <a:cubicBezTo>
                    <a:pt x="340396" y="474392"/>
                    <a:pt x="341635" y="473089"/>
                    <a:pt x="343200" y="473089"/>
                  </a:cubicBezTo>
                  <a:close/>
                  <a:moveTo>
                    <a:pt x="768921" y="473024"/>
                  </a:moveTo>
                  <a:lnTo>
                    <a:pt x="822780" y="473024"/>
                  </a:lnTo>
                  <a:cubicBezTo>
                    <a:pt x="823954" y="473024"/>
                    <a:pt x="824932" y="473740"/>
                    <a:pt x="825389" y="474782"/>
                  </a:cubicBezTo>
                  <a:lnTo>
                    <a:pt x="931803" y="747212"/>
                  </a:lnTo>
                  <a:cubicBezTo>
                    <a:pt x="932520" y="749036"/>
                    <a:pt x="931150" y="750990"/>
                    <a:pt x="929194" y="750990"/>
                  </a:cubicBezTo>
                  <a:lnTo>
                    <a:pt x="881856" y="750990"/>
                  </a:lnTo>
                  <a:cubicBezTo>
                    <a:pt x="880682" y="750990"/>
                    <a:pt x="879704" y="750273"/>
                    <a:pt x="879248" y="749231"/>
                  </a:cubicBezTo>
                  <a:lnTo>
                    <a:pt x="855252" y="686708"/>
                  </a:lnTo>
                  <a:lnTo>
                    <a:pt x="735993" y="686708"/>
                  </a:lnTo>
                  <a:lnTo>
                    <a:pt x="711997" y="749231"/>
                  </a:lnTo>
                  <a:cubicBezTo>
                    <a:pt x="711606" y="750273"/>
                    <a:pt x="710563" y="750990"/>
                    <a:pt x="709389" y="750990"/>
                  </a:cubicBezTo>
                  <a:lnTo>
                    <a:pt x="662507" y="750990"/>
                  </a:lnTo>
                  <a:cubicBezTo>
                    <a:pt x="660551" y="750990"/>
                    <a:pt x="659247" y="749036"/>
                    <a:pt x="659899" y="747212"/>
                  </a:cubicBezTo>
                  <a:lnTo>
                    <a:pt x="766248" y="474782"/>
                  </a:lnTo>
                  <a:cubicBezTo>
                    <a:pt x="766639" y="473740"/>
                    <a:pt x="767682" y="473024"/>
                    <a:pt x="768856" y="473024"/>
                  </a:cubicBezTo>
                  <a:close/>
                  <a:moveTo>
                    <a:pt x="839016" y="643398"/>
                  </a:moveTo>
                  <a:lnTo>
                    <a:pt x="795655" y="530206"/>
                  </a:lnTo>
                  <a:lnTo>
                    <a:pt x="752294" y="643398"/>
                  </a:lnTo>
                  <a:lnTo>
                    <a:pt x="838951" y="643398"/>
                  </a:lnTo>
                  <a:close/>
                  <a:moveTo>
                    <a:pt x="970990" y="475824"/>
                  </a:moveTo>
                  <a:cubicBezTo>
                    <a:pt x="970990" y="474326"/>
                    <a:pt x="972229" y="473024"/>
                    <a:pt x="973794" y="473024"/>
                  </a:cubicBezTo>
                  <a:lnTo>
                    <a:pt x="1081969" y="473024"/>
                  </a:lnTo>
                  <a:cubicBezTo>
                    <a:pt x="1143979" y="473024"/>
                    <a:pt x="1181732" y="506369"/>
                    <a:pt x="1181732" y="561598"/>
                  </a:cubicBezTo>
                  <a:cubicBezTo>
                    <a:pt x="1181732" y="616826"/>
                    <a:pt x="1143979" y="650562"/>
                    <a:pt x="1081969" y="650562"/>
                  </a:cubicBezTo>
                  <a:lnTo>
                    <a:pt x="1021133" y="650562"/>
                  </a:lnTo>
                  <a:lnTo>
                    <a:pt x="1021133" y="748254"/>
                  </a:lnTo>
                  <a:cubicBezTo>
                    <a:pt x="1021133" y="749752"/>
                    <a:pt x="1019894" y="751055"/>
                    <a:pt x="1018329" y="751055"/>
                  </a:cubicBezTo>
                  <a:lnTo>
                    <a:pt x="973794" y="751055"/>
                  </a:lnTo>
                  <a:cubicBezTo>
                    <a:pt x="972295" y="751055"/>
                    <a:pt x="970990" y="749817"/>
                    <a:pt x="970990" y="748254"/>
                  </a:cubicBezTo>
                  <a:lnTo>
                    <a:pt x="970990" y="475824"/>
                  </a:lnTo>
                  <a:close/>
                  <a:moveTo>
                    <a:pt x="1077926" y="603736"/>
                  </a:moveTo>
                  <a:cubicBezTo>
                    <a:pt x="1113724" y="603736"/>
                    <a:pt x="1130416" y="589017"/>
                    <a:pt x="1130416" y="561663"/>
                  </a:cubicBezTo>
                  <a:cubicBezTo>
                    <a:pt x="1130416" y="534309"/>
                    <a:pt x="1113724" y="519981"/>
                    <a:pt x="1077926" y="519981"/>
                  </a:cubicBezTo>
                  <a:lnTo>
                    <a:pt x="1021068" y="519981"/>
                  </a:lnTo>
                  <a:lnTo>
                    <a:pt x="1021068" y="603801"/>
                  </a:lnTo>
                  <a:lnTo>
                    <a:pt x="1077926" y="603801"/>
                  </a:lnTo>
                  <a:close/>
                  <a:moveTo>
                    <a:pt x="1232200" y="475824"/>
                  </a:moveTo>
                  <a:cubicBezTo>
                    <a:pt x="1232200" y="474326"/>
                    <a:pt x="1233439" y="473024"/>
                    <a:pt x="1235005" y="473024"/>
                  </a:cubicBezTo>
                  <a:lnTo>
                    <a:pt x="1343179" y="473024"/>
                  </a:lnTo>
                  <a:cubicBezTo>
                    <a:pt x="1405189" y="473024"/>
                    <a:pt x="1442942" y="506369"/>
                    <a:pt x="1442942" y="561598"/>
                  </a:cubicBezTo>
                  <a:cubicBezTo>
                    <a:pt x="1442942" y="616826"/>
                    <a:pt x="1405189" y="650562"/>
                    <a:pt x="1343179" y="650562"/>
                  </a:cubicBezTo>
                  <a:lnTo>
                    <a:pt x="1282343" y="650562"/>
                  </a:lnTo>
                  <a:lnTo>
                    <a:pt x="1282343" y="748254"/>
                  </a:lnTo>
                  <a:cubicBezTo>
                    <a:pt x="1282343" y="749752"/>
                    <a:pt x="1281104" y="751055"/>
                    <a:pt x="1279539" y="751055"/>
                  </a:cubicBezTo>
                  <a:lnTo>
                    <a:pt x="1235005" y="751055"/>
                  </a:lnTo>
                  <a:cubicBezTo>
                    <a:pt x="1233505" y="751055"/>
                    <a:pt x="1232200" y="749817"/>
                    <a:pt x="1232200" y="748254"/>
                  </a:cubicBezTo>
                  <a:lnTo>
                    <a:pt x="1232200" y="475824"/>
                  </a:lnTo>
                  <a:close/>
                  <a:moveTo>
                    <a:pt x="1339136" y="603736"/>
                  </a:moveTo>
                  <a:cubicBezTo>
                    <a:pt x="1374934" y="603736"/>
                    <a:pt x="1391626" y="589017"/>
                    <a:pt x="1391626" y="561663"/>
                  </a:cubicBezTo>
                  <a:cubicBezTo>
                    <a:pt x="1391626" y="534309"/>
                    <a:pt x="1374934" y="519981"/>
                    <a:pt x="1339136" y="519981"/>
                  </a:cubicBezTo>
                  <a:lnTo>
                    <a:pt x="1282278" y="519981"/>
                  </a:lnTo>
                  <a:lnTo>
                    <a:pt x="1282278" y="603801"/>
                  </a:lnTo>
                  <a:lnTo>
                    <a:pt x="1339136" y="603801"/>
                  </a:lnTo>
                  <a:close/>
                  <a:moveTo>
                    <a:pt x="1496149" y="473089"/>
                  </a:moveTo>
                  <a:lnTo>
                    <a:pt x="1540684" y="473089"/>
                  </a:lnTo>
                  <a:cubicBezTo>
                    <a:pt x="1542184" y="473089"/>
                    <a:pt x="1543488" y="474326"/>
                    <a:pt x="1543488" y="475889"/>
                  </a:cubicBezTo>
                  <a:lnTo>
                    <a:pt x="1543488" y="704228"/>
                  </a:lnTo>
                  <a:lnTo>
                    <a:pt x="1674289" y="704228"/>
                  </a:lnTo>
                  <a:cubicBezTo>
                    <a:pt x="1675788" y="704228"/>
                    <a:pt x="1677092" y="705465"/>
                    <a:pt x="1677092" y="707028"/>
                  </a:cubicBezTo>
                  <a:lnTo>
                    <a:pt x="1677092" y="748319"/>
                  </a:lnTo>
                  <a:cubicBezTo>
                    <a:pt x="1677092" y="749817"/>
                    <a:pt x="1675853" y="751120"/>
                    <a:pt x="1674289" y="751120"/>
                  </a:cubicBezTo>
                  <a:lnTo>
                    <a:pt x="1493345" y="751120"/>
                  </a:lnTo>
                  <a:lnTo>
                    <a:pt x="1493345" y="475889"/>
                  </a:lnTo>
                  <a:cubicBezTo>
                    <a:pt x="1493345" y="474392"/>
                    <a:pt x="1494584" y="473089"/>
                    <a:pt x="1496149" y="473089"/>
                  </a:cubicBezTo>
                  <a:close/>
                  <a:moveTo>
                    <a:pt x="1727169" y="473089"/>
                  </a:moveTo>
                  <a:lnTo>
                    <a:pt x="1771704" y="473089"/>
                  </a:lnTo>
                  <a:cubicBezTo>
                    <a:pt x="1773204" y="473089"/>
                    <a:pt x="1774508" y="474326"/>
                    <a:pt x="1774508" y="475889"/>
                  </a:cubicBezTo>
                  <a:lnTo>
                    <a:pt x="1774508" y="748319"/>
                  </a:lnTo>
                  <a:cubicBezTo>
                    <a:pt x="1774508" y="749817"/>
                    <a:pt x="1773269" y="751120"/>
                    <a:pt x="1771704" y="751120"/>
                  </a:cubicBezTo>
                  <a:lnTo>
                    <a:pt x="1727169" y="751120"/>
                  </a:lnTo>
                  <a:cubicBezTo>
                    <a:pt x="1725670" y="751120"/>
                    <a:pt x="1724365" y="749882"/>
                    <a:pt x="1724365" y="748319"/>
                  </a:cubicBezTo>
                  <a:lnTo>
                    <a:pt x="1724365" y="475889"/>
                  </a:lnTo>
                  <a:cubicBezTo>
                    <a:pt x="1724365" y="474392"/>
                    <a:pt x="1725605" y="473089"/>
                    <a:pt x="1727169" y="473089"/>
                  </a:cubicBezTo>
                  <a:close/>
                  <a:moveTo>
                    <a:pt x="1844082" y="473089"/>
                  </a:moveTo>
                  <a:lnTo>
                    <a:pt x="2033762" y="473089"/>
                  </a:lnTo>
                  <a:cubicBezTo>
                    <a:pt x="2035262" y="473089"/>
                    <a:pt x="2036565" y="474326"/>
                    <a:pt x="2036565" y="475889"/>
                  </a:cubicBezTo>
                  <a:lnTo>
                    <a:pt x="2036565" y="516790"/>
                  </a:lnTo>
                  <a:cubicBezTo>
                    <a:pt x="2036565" y="518288"/>
                    <a:pt x="2035327" y="519590"/>
                    <a:pt x="2033762" y="519590"/>
                  </a:cubicBezTo>
                  <a:lnTo>
                    <a:pt x="1891420" y="519590"/>
                  </a:lnTo>
                  <a:lnTo>
                    <a:pt x="1891420" y="583937"/>
                  </a:lnTo>
                  <a:lnTo>
                    <a:pt x="2015114" y="583937"/>
                  </a:lnTo>
                  <a:cubicBezTo>
                    <a:pt x="2016613" y="583937"/>
                    <a:pt x="2017917" y="585174"/>
                    <a:pt x="2017917" y="586737"/>
                  </a:cubicBezTo>
                  <a:lnTo>
                    <a:pt x="2017917" y="627247"/>
                  </a:lnTo>
                  <a:cubicBezTo>
                    <a:pt x="2017917" y="628745"/>
                    <a:pt x="2016678" y="630047"/>
                    <a:pt x="2015114" y="630047"/>
                  </a:cubicBezTo>
                  <a:lnTo>
                    <a:pt x="1891420" y="630047"/>
                  </a:lnTo>
                  <a:lnTo>
                    <a:pt x="1891420" y="704684"/>
                  </a:lnTo>
                  <a:lnTo>
                    <a:pt x="2033762" y="704684"/>
                  </a:lnTo>
                  <a:cubicBezTo>
                    <a:pt x="2035262" y="704684"/>
                    <a:pt x="2036565" y="705921"/>
                    <a:pt x="2036565" y="707484"/>
                  </a:cubicBezTo>
                  <a:lnTo>
                    <a:pt x="2036565" y="748384"/>
                  </a:lnTo>
                  <a:cubicBezTo>
                    <a:pt x="2036565" y="749882"/>
                    <a:pt x="2035327" y="751185"/>
                    <a:pt x="2033762" y="751185"/>
                  </a:cubicBezTo>
                  <a:lnTo>
                    <a:pt x="1844082" y="751185"/>
                  </a:lnTo>
                  <a:cubicBezTo>
                    <a:pt x="1842581" y="751185"/>
                    <a:pt x="1841278" y="749948"/>
                    <a:pt x="1841278" y="748384"/>
                  </a:cubicBezTo>
                  <a:lnTo>
                    <a:pt x="1841278" y="475955"/>
                  </a:lnTo>
                  <a:cubicBezTo>
                    <a:pt x="1841278" y="474457"/>
                    <a:pt x="1842516" y="473154"/>
                    <a:pt x="1844082" y="473154"/>
                  </a:cubicBezTo>
                  <a:close/>
                  <a:moveTo>
                    <a:pt x="2093359" y="475889"/>
                  </a:moveTo>
                  <a:cubicBezTo>
                    <a:pt x="2093359" y="474392"/>
                    <a:pt x="2094598" y="473089"/>
                    <a:pt x="2096163" y="473089"/>
                  </a:cubicBezTo>
                  <a:lnTo>
                    <a:pt x="2183276" y="473089"/>
                  </a:lnTo>
                  <a:cubicBezTo>
                    <a:pt x="2266804" y="473089"/>
                    <a:pt x="2326401" y="525908"/>
                    <a:pt x="2326401" y="612072"/>
                  </a:cubicBezTo>
                  <a:cubicBezTo>
                    <a:pt x="2326401" y="698236"/>
                    <a:pt x="2266738" y="751055"/>
                    <a:pt x="2183276" y="751055"/>
                  </a:cubicBezTo>
                  <a:lnTo>
                    <a:pt x="2096163" y="751055"/>
                  </a:lnTo>
                  <a:cubicBezTo>
                    <a:pt x="2094663" y="751055"/>
                    <a:pt x="2093359" y="749817"/>
                    <a:pt x="2093359" y="748254"/>
                  </a:cubicBezTo>
                  <a:lnTo>
                    <a:pt x="2093359" y="475824"/>
                  </a:lnTo>
                  <a:close/>
                  <a:moveTo>
                    <a:pt x="2180798" y="704228"/>
                  </a:moveTo>
                  <a:cubicBezTo>
                    <a:pt x="2238440" y="704228"/>
                    <a:pt x="2274628" y="672055"/>
                    <a:pt x="2274628" y="612072"/>
                  </a:cubicBezTo>
                  <a:cubicBezTo>
                    <a:pt x="2274628" y="552089"/>
                    <a:pt x="2238440" y="519916"/>
                    <a:pt x="2180798" y="519916"/>
                  </a:cubicBezTo>
                  <a:lnTo>
                    <a:pt x="2143436" y="519916"/>
                  </a:lnTo>
                  <a:lnTo>
                    <a:pt x="2143436" y="704163"/>
                  </a:lnTo>
                  <a:lnTo>
                    <a:pt x="2180798" y="704163"/>
                  </a:lnTo>
                  <a:close/>
                  <a:moveTo>
                    <a:pt x="549" y="1184937"/>
                  </a:moveTo>
                  <a:lnTo>
                    <a:pt x="26370" y="1150028"/>
                  </a:lnTo>
                  <a:cubicBezTo>
                    <a:pt x="27283" y="1148791"/>
                    <a:pt x="28978" y="1148595"/>
                    <a:pt x="30217" y="1149442"/>
                  </a:cubicBezTo>
                  <a:cubicBezTo>
                    <a:pt x="57668" y="1169371"/>
                    <a:pt x="84728" y="1178359"/>
                    <a:pt x="110288" y="1178359"/>
                  </a:cubicBezTo>
                  <a:cubicBezTo>
                    <a:pt x="144065" y="1178359"/>
                    <a:pt x="163170" y="1162468"/>
                    <a:pt x="163170" y="1140650"/>
                  </a:cubicBezTo>
                  <a:cubicBezTo>
                    <a:pt x="163170" y="1123586"/>
                    <a:pt x="151628" y="1111668"/>
                    <a:pt x="121438" y="1104504"/>
                  </a:cubicBezTo>
                  <a:lnTo>
                    <a:pt x="72535" y="1092976"/>
                  </a:lnTo>
                  <a:cubicBezTo>
                    <a:pt x="28391" y="1082230"/>
                    <a:pt x="4135" y="1056830"/>
                    <a:pt x="4135" y="1019903"/>
                  </a:cubicBezTo>
                  <a:cubicBezTo>
                    <a:pt x="4135" y="971447"/>
                    <a:pt x="44301" y="936539"/>
                    <a:pt x="106311" y="936539"/>
                  </a:cubicBezTo>
                  <a:cubicBezTo>
                    <a:pt x="143869" y="936539"/>
                    <a:pt x="179992" y="949369"/>
                    <a:pt x="206074" y="973532"/>
                  </a:cubicBezTo>
                  <a:cubicBezTo>
                    <a:pt x="207183" y="974574"/>
                    <a:pt x="207248" y="976397"/>
                    <a:pt x="206205" y="977504"/>
                  </a:cubicBezTo>
                  <a:lnTo>
                    <a:pt x="177319" y="1008440"/>
                  </a:lnTo>
                  <a:cubicBezTo>
                    <a:pt x="176276" y="1009547"/>
                    <a:pt x="174580" y="1009547"/>
                    <a:pt x="173472" y="1008570"/>
                  </a:cubicBezTo>
                  <a:cubicBezTo>
                    <a:pt x="152541" y="990009"/>
                    <a:pt x="129394" y="981803"/>
                    <a:pt x="105528" y="981803"/>
                  </a:cubicBezTo>
                  <a:cubicBezTo>
                    <a:pt x="72535" y="981803"/>
                    <a:pt x="54604" y="996912"/>
                    <a:pt x="54604" y="1016777"/>
                  </a:cubicBezTo>
                  <a:cubicBezTo>
                    <a:pt x="54604" y="1032668"/>
                    <a:pt x="65363" y="1043414"/>
                    <a:pt x="97117" y="1050903"/>
                  </a:cubicBezTo>
                  <a:lnTo>
                    <a:pt x="146021" y="1062431"/>
                  </a:lnTo>
                  <a:cubicBezTo>
                    <a:pt x="191338" y="1073568"/>
                    <a:pt x="214029" y="1098186"/>
                    <a:pt x="214029" y="1137068"/>
                  </a:cubicBezTo>
                  <a:cubicBezTo>
                    <a:pt x="214029" y="1189105"/>
                    <a:pt x="174646" y="1224014"/>
                    <a:pt x="108658" y="1224014"/>
                  </a:cubicBezTo>
                  <a:cubicBezTo>
                    <a:pt x="68688" y="1224014"/>
                    <a:pt x="30217" y="1211509"/>
                    <a:pt x="1070" y="1188779"/>
                  </a:cubicBezTo>
                  <a:cubicBezTo>
                    <a:pt x="-103" y="1187867"/>
                    <a:pt x="-364" y="1186109"/>
                    <a:pt x="549" y="1184872"/>
                  </a:cubicBezTo>
                  <a:close/>
                  <a:moveTo>
                    <a:pt x="249435" y="1080667"/>
                  </a:moveTo>
                  <a:cubicBezTo>
                    <a:pt x="249435" y="996457"/>
                    <a:pt x="312684" y="936539"/>
                    <a:pt x="393342" y="936539"/>
                  </a:cubicBezTo>
                  <a:cubicBezTo>
                    <a:pt x="443680" y="936539"/>
                    <a:pt x="489845" y="960245"/>
                    <a:pt x="515992" y="1003621"/>
                  </a:cubicBezTo>
                  <a:cubicBezTo>
                    <a:pt x="516775" y="1004923"/>
                    <a:pt x="516318" y="1006682"/>
                    <a:pt x="515014" y="1007463"/>
                  </a:cubicBezTo>
                  <a:lnTo>
                    <a:pt x="476478" y="1030388"/>
                  </a:lnTo>
                  <a:cubicBezTo>
                    <a:pt x="475174" y="1031170"/>
                    <a:pt x="473479" y="1030714"/>
                    <a:pt x="472696" y="1029346"/>
                  </a:cubicBezTo>
                  <a:cubicBezTo>
                    <a:pt x="455743" y="999583"/>
                    <a:pt x="426662" y="983757"/>
                    <a:pt x="393342" y="983757"/>
                  </a:cubicBezTo>
                  <a:cubicBezTo>
                    <a:pt x="341244" y="983757"/>
                    <a:pt x="301469" y="1021856"/>
                    <a:pt x="301469" y="1080276"/>
                  </a:cubicBezTo>
                  <a:cubicBezTo>
                    <a:pt x="301469" y="1138696"/>
                    <a:pt x="341244" y="1176796"/>
                    <a:pt x="393342" y="1176796"/>
                  </a:cubicBezTo>
                  <a:cubicBezTo>
                    <a:pt x="427379" y="1176796"/>
                    <a:pt x="456851" y="1159928"/>
                    <a:pt x="473087" y="1131206"/>
                  </a:cubicBezTo>
                  <a:cubicBezTo>
                    <a:pt x="473870" y="1129838"/>
                    <a:pt x="475500" y="1129383"/>
                    <a:pt x="476869" y="1130164"/>
                  </a:cubicBezTo>
                  <a:lnTo>
                    <a:pt x="515340" y="1152764"/>
                  </a:lnTo>
                  <a:cubicBezTo>
                    <a:pt x="516709" y="1153545"/>
                    <a:pt x="517166" y="1155303"/>
                    <a:pt x="516318" y="1156606"/>
                  </a:cubicBezTo>
                  <a:cubicBezTo>
                    <a:pt x="490627" y="1199200"/>
                    <a:pt x="445180" y="1224078"/>
                    <a:pt x="392886" y="1224078"/>
                  </a:cubicBezTo>
                  <a:cubicBezTo>
                    <a:pt x="310989" y="1224078"/>
                    <a:pt x="249370" y="1164487"/>
                    <a:pt x="249370" y="1080732"/>
                  </a:cubicBezTo>
                  <a:close/>
                  <a:moveTo>
                    <a:pt x="566721" y="941293"/>
                  </a:moveTo>
                  <a:lnTo>
                    <a:pt x="611256" y="941293"/>
                  </a:lnTo>
                  <a:cubicBezTo>
                    <a:pt x="612756" y="941293"/>
                    <a:pt x="614060" y="942531"/>
                    <a:pt x="614060" y="944094"/>
                  </a:cubicBezTo>
                  <a:lnTo>
                    <a:pt x="614060" y="1216524"/>
                  </a:lnTo>
                  <a:cubicBezTo>
                    <a:pt x="614060" y="1218022"/>
                    <a:pt x="612821" y="1219324"/>
                    <a:pt x="611256" y="1219324"/>
                  </a:cubicBezTo>
                  <a:lnTo>
                    <a:pt x="566721" y="1219324"/>
                  </a:lnTo>
                  <a:cubicBezTo>
                    <a:pt x="565222" y="1219324"/>
                    <a:pt x="563917" y="1218087"/>
                    <a:pt x="563917" y="1216524"/>
                  </a:cubicBezTo>
                  <a:lnTo>
                    <a:pt x="563917" y="944094"/>
                  </a:lnTo>
                  <a:cubicBezTo>
                    <a:pt x="563917" y="942596"/>
                    <a:pt x="565156" y="941293"/>
                    <a:pt x="566721" y="941293"/>
                  </a:cubicBezTo>
                  <a:close/>
                  <a:moveTo>
                    <a:pt x="683634" y="941293"/>
                  </a:moveTo>
                  <a:lnTo>
                    <a:pt x="873314" y="941293"/>
                  </a:lnTo>
                  <a:cubicBezTo>
                    <a:pt x="874813" y="941293"/>
                    <a:pt x="876118" y="942531"/>
                    <a:pt x="876118" y="944094"/>
                  </a:cubicBezTo>
                  <a:lnTo>
                    <a:pt x="876118" y="984994"/>
                  </a:lnTo>
                  <a:cubicBezTo>
                    <a:pt x="876118" y="986492"/>
                    <a:pt x="874879" y="987795"/>
                    <a:pt x="873314" y="987795"/>
                  </a:cubicBezTo>
                  <a:lnTo>
                    <a:pt x="730972" y="987795"/>
                  </a:lnTo>
                  <a:lnTo>
                    <a:pt x="730972" y="1052141"/>
                  </a:lnTo>
                  <a:lnTo>
                    <a:pt x="854665" y="1052141"/>
                  </a:lnTo>
                  <a:cubicBezTo>
                    <a:pt x="856165" y="1052141"/>
                    <a:pt x="857469" y="1053378"/>
                    <a:pt x="857469" y="1054941"/>
                  </a:cubicBezTo>
                  <a:lnTo>
                    <a:pt x="857469" y="1095451"/>
                  </a:lnTo>
                  <a:cubicBezTo>
                    <a:pt x="857469" y="1096949"/>
                    <a:pt x="856230" y="1098252"/>
                    <a:pt x="854665" y="1098252"/>
                  </a:cubicBezTo>
                  <a:lnTo>
                    <a:pt x="730972" y="1098252"/>
                  </a:lnTo>
                  <a:lnTo>
                    <a:pt x="730972" y="1172888"/>
                  </a:lnTo>
                  <a:lnTo>
                    <a:pt x="873314" y="1172888"/>
                  </a:lnTo>
                  <a:cubicBezTo>
                    <a:pt x="874813" y="1172888"/>
                    <a:pt x="876118" y="1174126"/>
                    <a:pt x="876118" y="1175689"/>
                  </a:cubicBezTo>
                  <a:lnTo>
                    <a:pt x="876118" y="1216589"/>
                  </a:lnTo>
                  <a:cubicBezTo>
                    <a:pt x="876118" y="1218087"/>
                    <a:pt x="874879" y="1219389"/>
                    <a:pt x="873314" y="1219389"/>
                  </a:cubicBezTo>
                  <a:lnTo>
                    <a:pt x="683634" y="1219389"/>
                  </a:lnTo>
                  <a:cubicBezTo>
                    <a:pt x="682134" y="1219389"/>
                    <a:pt x="680829" y="1218152"/>
                    <a:pt x="680829" y="1216589"/>
                  </a:cubicBezTo>
                  <a:lnTo>
                    <a:pt x="680829" y="944159"/>
                  </a:lnTo>
                  <a:cubicBezTo>
                    <a:pt x="680829" y="942661"/>
                    <a:pt x="682068" y="941358"/>
                    <a:pt x="683634" y="941358"/>
                  </a:cubicBezTo>
                  <a:close/>
                  <a:moveTo>
                    <a:pt x="935715" y="941293"/>
                  </a:moveTo>
                  <a:lnTo>
                    <a:pt x="982792" y="941293"/>
                  </a:lnTo>
                  <a:cubicBezTo>
                    <a:pt x="983705" y="941293"/>
                    <a:pt x="984553" y="941749"/>
                    <a:pt x="985075" y="942466"/>
                  </a:cubicBezTo>
                  <a:lnTo>
                    <a:pt x="1122982" y="1137068"/>
                  </a:lnTo>
                  <a:lnTo>
                    <a:pt x="1122982" y="944029"/>
                  </a:lnTo>
                  <a:cubicBezTo>
                    <a:pt x="1122982" y="942531"/>
                    <a:pt x="1124221" y="941228"/>
                    <a:pt x="1125787" y="941228"/>
                  </a:cubicBezTo>
                  <a:lnTo>
                    <a:pt x="1170321" y="941228"/>
                  </a:lnTo>
                  <a:cubicBezTo>
                    <a:pt x="1171821" y="941228"/>
                    <a:pt x="1173125" y="942466"/>
                    <a:pt x="1173125" y="944029"/>
                  </a:cubicBezTo>
                  <a:lnTo>
                    <a:pt x="1173125" y="1216459"/>
                  </a:lnTo>
                  <a:cubicBezTo>
                    <a:pt x="1173125" y="1217956"/>
                    <a:pt x="1171886" y="1219259"/>
                    <a:pt x="1170321" y="1219259"/>
                  </a:cubicBezTo>
                  <a:lnTo>
                    <a:pt x="1123244" y="1219259"/>
                  </a:lnTo>
                  <a:cubicBezTo>
                    <a:pt x="1122331" y="1219259"/>
                    <a:pt x="1121483" y="1218803"/>
                    <a:pt x="1120961" y="1218087"/>
                  </a:cubicBezTo>
                  <a:lnTo>
                    <a:pt x="983053" y="1023094"/>
                  </a:lnTo>
                  <a:lnTo>
                    <a:pt x="983053" y="1216524"/>
                  </a:lnTo>
                  <a:cubicBezTo>
                    <a:pt x="983053" y="1218022"/>
                    <a:pt x="981815" y="1219324"/>
                    <a:pt x="980250" y="1219324"/>
                  </a:cubicBezTo>
                  <a:lnTo>
                    <a:pt x="935715" y="1219324"/>
                  </a:lnTo>
                  <a:cubicBezTo>
                    <a:pt x="934215" y="1219324"/>
                    <a:pt x="932911" y="1218087"/>
                    <a:pt x="932911" y="1216524"/>
                  </a:cubicBezTo>
                  <a:lnTo>
                    <a:pt x="932911" y="944094"/>
                  </a:lnTo>
                  <a:cubicBezTo>
                    <a:pt x="932911" y="942596"/>
                    <a:pt x="934150" y="941293"/>
                    <a:pt x="935715" y="941293"/>
                  </a:cubicBezTo>
                  <a:close/>
                  <a:moveTo>
                    <a:pt x="1224767" y="1080667"/>
                  </a:moveTo>
                  <a:cubicBezTo>
                    <a:pt x="1224767" y="996457"/>
                    <a:pt x="1288016" y="936539"/>
                    <a:pt x="1368674" y="936539"/>
                  </a:cubicBezTo>
                  <a:cubicBezTo>
                    <a:pt x="1419012" y="936539"/>
                    <a:pt x="1465177" y="960245"/>
                    <a:pt x="1491324" y="1003621"/>
                  </a:cubicBezTo>
                  <a:cubicBezTo>
                    <a:pt x="1492106" y="1004923"/>
                    <a:pt x="1491650" y="1006682"/>
                    <a:pt x="1490346" y="1007463"/>
                  </a:cubicBezTo>
                  <a:lnTo>
                    <a:pt x="1451810" y="1030388"/>
                  </a:lnTo>
                  <a:cubicBezTo>
                    <a:pt x="1450506" y="1031170"/>
                    <a:pt x="1448810" y="1030714"/>
                    <a:pt x="1448028" y="1029346"/>
                  </a:cubicBezTo>
                  <a:cubicBezTo>
                    <a:pt x="1431075" y="999583"/>
                    <a:pt x="1401994" y="983757"/>
                    <a:pt x="1368674" y="983757"/>
                  </a:cubicBezTo>
                  <a:cubicBezTo>
                    <a:pt x="1316576" y="983757"/>
                    <a:pt x="1276866" y="1021856"/>
                    <a:pt x="1276866" y="1080276"/>
                  </a:cubicBezTo>
                  <a:cubicBezTo>
                    <a:pt x="1276866" y="1138696"/>
                    <a:pt x="1316641" y="1176796"/>
                    <a:pt x="1368674" y="1176796"/>
                  </a:cubicBezTo>
                  <a:cubicBezTo>
                    <a:pt x="1402711" y="1176796"/>
                    <a:pt x="1432183" y="1159928"/>
                    <a:pt x="1448419" y="1131206"/>
                  </a:cubicBezTo>
                  <a:cubicBezTo>
                    <a:pt x="1449202" y="1129838"/>
                    <a:pt x="1450832" y="1129383"/>
                    <a:pt x="1452201" y="1130164"/>
                  </a:cubicBezTo>
                  <a:lnTo>
                    <a:pt x="1490672" y="1152764"/>
                  </a:lnTo>
                  <a:cubicBezTo>
                    <a:pt x="1492041" y="1153545"/>
                    <a:pt x="1492498" y="1155303"/>
                    <a:pt x="1491650" y="1156606"/>
                  </a:cubicBezTo>
                  <a:cubicBezTo>
                    <a:pt x="1465959" y="1199200"/>
                    <a:pt x="1420512" y="1224078"/>
                    <a:pt x="1368217" y="1224078"/>
                  </a:cubicBezTo>
                  <a:cubicBezTo>
                    <a:pt x="1286321" y="1224078"/>
                    <a:pt x="1224702" y="1164487"/>
                    <a:pt x="1224702" y="1080732"/>
                  </a:cubicBezTo>
                  <a:close/>
                  <a:moveTo>
                    <a:pt x="1542053" y="941293"/>
                  </a:moveTo>
                  <a:lnTo>
                    <a:pt x="1731733" y="941293"/>
                  </a:lnTo>
                  <a:cubicBezTo>
                    <a:pt x="1733234" y="941293"/>
                    <a:pt x="1734538" y="942531"/>
                    <a:pt x="1734538" y="944094"/>
                  </a:cubicBezTo>
                  <a:lnTo>
                    <a:pt x="1734538" y="984994"/>
                  </a:lnTo>
                  <a:cubicBezTo>
                    <a:pt x="1734538" y="986492"/>
                    <a:pt x="1733298" y="987795"/>
                    <a:pt x="1731733" y="987795"/>
                  </a:cubicBezTo>
                  <a:lnTo>
                    <a:pt x="1589392" y="987795"/>
                  </a:lnTo>
                  <a:lnTo>
                    <a:pt x="1589392" y="1052141"/>
                  </a:lnTo>
                  <a:lnTo>
                    <a:pt x="1713085" y="1052141"/>
                  </a:lnTo>
                  <a:cubicBezTo>
                    <a:pt x="1714585" y="1052141"/>
                    <a:pt x="1715889" y="1053378"/>
                    <a:pt x="1715889" y="1054941"/>
                  </a:cubicBezTo>
                  <a:lnTo>
                    <a:pt x="1715889" y="1095451"/>
                  </a:lnTo>
                  <a:cubicBezTo>
                    <a:pt x="1715889" y="1096949"/>
                    <a:pt x="1714650" y="1098252"/>
                    <a:pt x="1713085" y="1098252"/>
                  </a:cubicBezTo>
                  <a:lnTo>
                    <a:pt x="1589392" y="1098252"/>
                  </a:lnTo>
                  <a:lnTo>
                    <a:pt x="1589392" y="1172888"/>
                  </a:lnTo>
                  <a:lnTo>
                    <a:pt x="1731733" y="1172888"/>
                  </a:lnTo>
                  <a:cubicBezTo>
                    <a:pt x="1733234" y="1172888"/>
                    <a:pt x="1734538" y="1174126"/>
                    <a:pt x="1734538" y="1175689"/>
                  </a:cubicBezTo>
                  <a:lnTo>
                    <a:pt x="1734538" y="1216589"/>
                  </a:lnTo>
                  <a:cubicBezTo>
                    <a:pt x="1734538" y="1218087"/>
                    <a:pt x="1733298" y="1219389"/>
                    <a:pt x="1731733" y="1219389"/>
                  </a:cubicBezTo>
                  <a:lnTo>
                    <a:pt x="1542053" y="1219389"/>
                  </a:lnTo>
                  <a:cubicBezTo>
                    <a:pt x="1540554" y="1219389"/>
                    <a:pt x="1539250" y="1218152"/>
                    <a:pt x="1539250" y="1216589"/>
                  </a:cubicBezTo>
                  <a:lnTo>
                    <a:pt x="1539250" y="944159"/>
                  </a:lnTo>
                  <a:cubicBezTo>
                    <a:pt x="1539250" y="942661"/>
                    <a:pt x="1540488" y="941358"/>
                    <a:pt x="1542053" y="941358"/>
                  </a:cubicBezTo>
                  <a:close/>
                  <a:moveTo>
                    <a:pt x="1773856" y="1184937"/>
                  </a:moveTo>
                  <a:lnTo>
                    <a:pt x="1799677" y="1150028"/>
                  </a:lnTo>
                  <a:cubicBezTo>
                    <a:pt x="1800590" y="1148791"/>
                    <a:pt x="1802285" y="1148595"/>
                    <a:pt x="1803524" y="1149442"/>
                  </a:cubicBezTo>
                  <a:cubicBezTo>
                    <a:pt x="1830976" y="1169371"/>
                    <a:pt x="1858035" y="1178359"/>
                    <a:pt x="1883595" y="1178359"/>
                  </a:cubicBezTo>
                  <a:cubicBezTo>
                    <a:pt x="1917372" y="1178359"/>
                    <a:pt x="1936476" y="1162468"/>
                    <a:pt x="1936476" y="1140650"/>
                  </a:cubicBezTo>
                  <a:cubicBezTo>
                    <a:pt x="1936476" y="1123586"/>
                    <a:pt x="1924935" y="1111668"/>
                    <a:pt x="1894745" y="1104504"/>
                  </a:cubicBezTo>
                  <a:lnTo>
                    <a:pt x="1845842" y="1092976"/>
                  </a:lnTo>
                  <a:cubicBezTo>
                    <a:pt x="1801699" y="1082230"/>
                    <a:pt x="1777442" y="1056830"/>
                    <a:pt x="1777442" y="1019903"/>
                  </a:cubicBezTo>
                  <a:cubicBezTo>
                    <a:pt x="1777442" y="971447"/>
                    <a:pt x="1817608" y="936539"/>
                    <a:pt x="1879618" y="936539"/>
                  </a:cubicBezTo>
                  <a:cubicBezTo>
                    <a:pt x="1917176" y="936539"/>
                    <a:pt x="1953300" y="949369"/>
                    <a:pt x="1979382" y="973532"/>
                  </a:cubicBezTo>
                  <a:cubicBezTo>
                    <a:pt x="1980490" y="974574"/>
                    <a:pt x="1980555" y="976397"/>
                    <a:pt x="1979511" y="977504"/>
                  </a:cubicBezTo>
                  <a:lnTo>
                    <a:pt x="1950626" y="1008440"/>
                  </a:lnTo>
                  <a:cubicBezTo>
                    <a:pt x="1949583" y="1009547"/>
                    <a:pt x="1947887" y="1009547"/>
                    <a:pt x="1946779" y="1008570"/>
                  </a:cubicBezTo>
                  <a:cubicBezTo>
                    <a:pt x="1925848" y="990009"/>
                    <a:pt x="1902701" y="981803"/>
                    <a:pt x="1878836" y="981803"/>
                  </a:cubicBezTo>
                  <a:cubicBezTo>
                    <a:pt x="1845842" y="981803"/>
                    <a:pt x="1827910" y="996912"/>
                    <a:pt x="1827910" y="1016777"/>
                  </a:cubicBezTo>
                  <a:cubicBezTo>
                    <a:pt x="1827910" y="1032668"/>
                    <a:pt x="1838669" y="1043414"/>
                    <a:pt x="1870424" y="1050903"/>
                  </a:cubicBezTo>
                  <a:lnTo>
                    <a:pt x="1919328" y="1062431"/>
                  </a:lnTo>
                  <a:cubicBezTo>
                    <a:pt x="1964645" y="1073568"/>
                    <a:pt x="1987336" y="1098186"/>
                    <a:pt x="1987336" y="1137068"/>
                  </a:cubicBezTo>
                  <a:cubicBezTo>
                    <a:pt x="1987336" y="1189105"/>
                    <a:pt x="1947952" y="1224014"/>
                    <a:pt x="1881965" y="1224014"/>
                  </a:cubicBezTo>
                  <a:cubicBezTo>
                    <a:pt x="1841995" y="1224014"/>
                    <a:pt x="1803524" y="1211509"/>
                    <a:pt x="1774378" y="1188779"/>
                  </a:cubicBezTo>
                  <a:cubicBezTo>
                    <a:pt x="1773204" y="1187867"/>
                    <a:pt x="1772943" y="1186109"/>
                    <a:pt x="1773856" y="1184872"/>
                  </a:cubicBezTo>
                  <a:close/>
                </a:path>
              </a:pathLst>
            </a:custGeom>
            <a:grpFill/>
            <a:ln w="6520" cap="flat">
              <a:noFill/>
              <a:prstDash val="solid"/>
              <a:miter/>
            </a:ln>
          </p:spPr>
          <p:txBody>
            <a:bodyPr rtlCol="0" anchor="ctr"/>
            <a:lstStyle/>
            <a:p>
              <a:endParaRPr lang="en-BE"/>
            </a:p>
          </p:txBody>
        </p:sp>
        <p:sp>
          <p:nvSpPr>
            <p:cNvPr id="10" name="Freeform 9">
              <a:extLst>
                <a:ext uri="{FF2B5EF4-FFF2-40B4-BE49-F238E27FC236}">
                  <a16:creationId xmlns:a16="http://schemas.microsoft.com/office/drawing/2014/main" id="{3DEEAC99-079F-B185-6068-5CF626F22FA8}"/>
                </a:ext>
              </a:extLst>
            </p:cNvPr>
            <p:cNvSpPr/>
            <p:nvPr/>
          </p:nvSpPr>
          <p:spPr>
            <a:xfrm>
              <a:off x="5409541" y="2685493"/>
              <a:ext cx="36971" cy="1223948"/>
            </a:xfrm>
            <a:custGeom>
              <a:avLst/>
              <a:gdLst>
                <a:gd name="connsiteX0" fmla="*/ 34167 w 36971"/>
                <a:gd name="connsiteY0" fmla="*/ 0 h 1223948"/>
                <a:gd name="connsiteX1" fmla="*/ 36971 w 36971"/>
                <a:gd name="connsiteY1" fmla="*/ 2801 h 1223948"/>
                <a:gd name="connsiteX2" fmla="*/ 36971 w 36971"/>
                <a:gd name="connsiteY2" fmla="*/ 1221148 h 1223948"/>
                <a:gd name="connsiteX3" fmla="*/ 34167 w 36971"/>
                <a:gd name="connsiteY3" fmla="*/ 1223948 h 1223948"/>
                <a:gd name="connsiteX4" fmla="*/ 2804 w 36971"/>
                <a:gd name="connsiteY4" fmla="*/ 1223948 h 1223948"/>
                <a:gd name="connsiteX5" fmla="*/ 0 w 36971"/>
                <a:gd name="connsiteY5" fmla="*/ 1221148 h 1223948"/>
                <a:gd name="connsiteX6" fmla="*/ 0 w 36971"/>
                <a:gd name="connsiteY6" fmla="*/ 2801 h 1223948"/>
                <a:gd name="connsiteX7" fmla="*/ 2804 w 36971"/>
                <a:gd name="connsiteY7" fmla="*/ 0 h 122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71" h="1223948">
                  <a:moveTo>
                    <a:pt x="34167" y="0"/>
                  </a:moveTo>
                  <a:cubicBezTo>
                    <a:pt x="35716" y="0"/>
                    <a:pt x="36971" y="1254"/>
                    <a:pt x="36971" y="2801"/>
                  </a:cubicBezTo>
                  <a:lnTo>
                    <a:pt x="36971" y="1221148"/>
                  </a:lnTo>
                  <a:cubicBezTo>
                    <a:pt x="36971" y="1222695"/>
                    <a:pt x="35716" y="1223948"/>
                    <a:pt x="34167" y="1223948"/>
                  </a:cubicBezTo>
                  <a:lnTo>
                    <a:pt x="2804" y="1223948"/>
                  </a:lnTo>
                  <a:cubicBezTo>
                    <a:pt x="1255" y="1223948"/>
                    <a:pt x="0" y="1222695"/>
                    <a:pt x="0" y="1221148"/>
                  </a:cubicBezTo>
                  <a:lnTo>
                    <a:pt x="0" y="2801"/>
                  </a:lnTo>
                  <a:cubicBezTo>
                    <a:pt x="0" y="1254"/>
                    <a:pt x="1255" y="0"/>
                    <a:pt x="2804" y="0"/>
                  </a:cubicBezTo>
                  <a:close/>
                </a:path>
              </a:pathLst>
            </a:custGeom>
            <a:grpFill/>
            <a:ln w="6520" cap="flat">
              <a:noFill/>
              <a:prstDash val="solid"/>
              <a:miter/>
            </a:ln>
          </p:spPr>
          <p:txBody>
            <a:bodyPr rtlCol="0" anchor="ctr"/>
            <a:lstStyle/>
            <a:p>
              <a:endParaRPr lang="en-BE"/>
            </a:p>
          </p:txBody>
        </p:sp>
      </p:grpSp>
    </p:spTree>
    <p:extLst>
      <p:ext uri="{BB962C8B-B14F-4D97-AF65-F5344CB8AC3E}">
        <p14:creationId xmlns:p14="http://schemas.microsoft.com/office/powerpoint/2010/main" val="459442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2.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0000" tIns="45720" rIns="90000" bIns="45720" rtlCol="0" anchor="ctr">
            <a:noAutofit/>
          </a:bodyPr>
          <a:lstStyle/>
          <a:p>
            <a:endParaRPr lang="en-BE"/>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tx1">
                    <a:lumMod val="50000"/>
                    <a:lumOff val="50000"/>
                  </a:schemeClr>
                </a:solidFill>
              </a:defRPr>
            </a:lvl1pPr>
          </a:lstStyle>
          <a:p>
            <a:fld id="{7C0B730E-F41D-4473-A2C9-8CFF586046B6}" type="datetime4">
              <a:rPr lang="en-US" smtClean="0"/>
              <a:t>October 15, 2026</a:t>
            </a:fld>
            <a:endParaRPr lang="en-BE"/>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tx1">
                    <a:lumMod val="50000"/>
                    <a:lumOff val="50000"/>
                  </a:schemeClr>
                </a:solidFill>
              </a:defRPr>
            </a:lvl1pPr>
          </a:lstStyle>
          <a:p>
            <a:r>
              <a:rPr lang="en-GB"/>
              <a:t>Voettekst</a:t>
            </a:r>
            <a:endParaRPr lang="en-BE"/>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tx1">
                    <a:lumMod val="50000"/>
                    <a:lumOff val="50000"/>
                  </a:schemeClr>
                </a:solidFill>
              </a:defRPr>
            </a:lvl1pPr>
          </a:lstStyle>
          <a:p>
            <a:fld id="{8B70248A-FD0F-534C-919E-E8EB9B0FC062}" type="slidenum">
              <a:rPr lang="en-BE" smtClean="0"/>
              <a:pPr/>
              <a:t>‹#›</a:t>
            </a:fld>
            <a:endParaRPr lang="en-BE"/>
          </a:p>
        </p:txBody>
      </p:sp>
      <p:sp>
        <p:nvSpPr>
          <p:cNvPr id="10" name="Tijdelijke aanduiding voor tekst 9">
            <a:extLst>
              <a:ext uri="{FF2B5EF4-FFF2-40B4-BE49-F238E27FC236}">
                <a16:creationId xmlns:a16="http://schemas.microsoft.com/office/drawing/2014/main" id="{0E091F03-845A-8529-F345-791EAB8839E4}"/>
              </a:ext>
            </a:extLst>
          </p:cNvPr>
          <p:cNvSpPr>
            <a:spLocks noGrp="1"/>
          </p:cNvSpPr>
          <p:nvPr>
            <p:ph type="body" idx="1"/>
          </p:nvPr>
        </p:nvSpPr>
        <p:spPr>
          <a:xfrm>
            <a:off x="515938" y="1628774"/>
            <a:ext cx="11160124" cy="4716463"/>
          </a:xfrm>
          <a:prstGeom prst="rect">
            <a:avLst/>
          </a:prstGeom>
        </p:spPr>
        <p:txBody>
          <a:bodyPr vert="horz" lIns="91440" tIns="45720" rIns="91440" bIns="45720" rtlCol="0">
            <a:normAutofit/>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084859822"/>
      </p:ext>
    </p:extLst>
  </p:cSld>
  <p:clrMap bg1="lt1" tx1="dk1" bg2="lt2" tx2="dk2" accent1="accent1" accent2="accent2" accent3="accent3" accent4="accent4" accent5="accent5" accent6="accent6" hlink="hlink" folHlink="folHlink"/>
  <p:sldLayoutIdLst>
    <p:sldLayoutId id="2147483650" r:id="rId1"/>
    <p:sldLayoutId id="2147483661" r:id="rId2"/>
    <p:sldLayoutId id="2147483662" r:id="rId3"/>
    <p:sldLayoutId id="2147483663" r:id="rId4"/>
    <p:sldLayoutId id="2147483824" r:id="rId5"/>
    <p:sldLayoutId id="2147483787" r:id="rId6"/>
    <p:sldLayoutId id="2147483832" r:id="rId7"/>
    <p:sldLayoutId id="2147483785" r:id="rId8"/>
    <p:sldLayoutId id="2147483675" r:id="rId9"/>
    <p:sldLayoutId id="2147483678" r:id="rId10"/>
    <p:sldLayoutId id="2147483751" r:id="rId11"/>
    <p:sldLayoutId id="2147483752" r:id="rId12"/>
    <p:sldLayoutId id="2147483753" r:id="rId13"/>
    <p:sldLayoutId id="2147483905" r:id="rId14"/>
    <p:sldLayoutId id="2147483756" r:id="rId15"/>
    <p:sldLayoutId id="2147483910" r:id="rId16"/>
    <p:sldLayoutId id="2147483755" r:id="rId17"/>
    <p:sldLayoutId id="2147483761" r:id="rId18"/>
    <p:sldLayoutId id="2147483840" r:id="rId19"/>
    <p:sldLayoutId id="2147483841" r:id="rId20"/>
    <p:sldLayoutId id="2147483906" r:id="rId21"/>
    <p:sldLayoutId id="2147483766" r:id="rId22"/>
    <p:sldLayoutId id="2147483767" r:id="rId23"/>
    <p:sldLayoutId id="2147483768" r:id="rId24"/>
    <p:sldLayoutId id="2147483769" r:id="rId25"/>
    <p:sldLayoutId id="2147483775" r:id="rId26"/>
    <p:sldLayoutId id="2147483791" r:id="rId27"/>
    <p:sldLayoutId id="2147483909" r:id="rId28"/>
    <p:sldLayoutId id="2147483835" r:id="rId29"/>
    <p:sldLayoutId id="2147483834" r:id="rId30"/>
    <p:sldLayoutId id="2147483836" r:id="rId31"/>
    <p:sldLayoutId id="2147483838" r:id="rId32"/>
    <p:sldLayoutId id="2147483839" r:id="rId33"/>
    <p:sldLayoutId id="2147483793" r:id="rId34"/>
    <p:sldLayoutId id="2147483795" r:id="rId35"/>
    <p:sldLayoutId id="2147483801" r:id="rId36"/>
    <p:sldLayoutId id="2147483802" r:id="rId37"/>
    <p:sldLayoutId id="2147483798" r:id="rId38"/>
    <p:sldLayoutId id="2147483796" r:id="rId39"/>
    <p:sldLayoutId id="2147483781" r:id="rId40"/>
    <p:sldLayoutId id="2147483809" r:id="rId41"/>
    <p:sldLayoutId id="2147483805" r:id="rId42"/>
    <p:sldLayoutId id="2147483812" r:id="rId43"/>
    <p:sldLayoutId id="2147483771" r:id="rId44"/>
    <p:sldLayoutId id="2147483911" r:id="rId45"/>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BE" sz="2400" b="0" i="0" kern="1200" noProof="0" dirty="0" smtClean="0">
          <a:solidFill>
            <a:schemeClr val="tx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BE" sz="2400" b="0" i="0" kern="1200" noProof="0" dirty="0" smtClean="0">
          <a:solidFill>
            <a:schemeClr val="tx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tx2"/>
        </a:buClr>
        <a:buFont typeface="Arial" panose="020B0604020202020204" pitchFamily="34" charset="0"/>
        <a:buChar char="•"/>
        <a:tabLst/>
        <a:defRPr lang="nl-NL" sz="2400" b="0" i="0" kern="1200" noProof="0" dirty="0" smtClean="0">
          <a:solidFill>
            <a:schemeClr val="tx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NL" sz="2000" b="0" i="0" kern="1200" noProof="0" dirty="0" smtClean="0">
          <a:solidFill>
            <a:schemeClr val="tx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800" b="0" i="0" kern="1200" noProof="0" dirty="0" smtClean="0">
          <a:solidFill>
            <a:schemeClr val="tx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600" kern="1200" noProof="0" dirty="0" smtClean="0">
          <a:solidFill>
            <a:schemeClr val="tx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37"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806F2772-D190-40CB-8CDC-626490D882F4}" type="datetime4">
              <a:rPr lang="en-US" smtClean="0"/>
              <a:t>October 15, 2026</a:t>
            </a:fld>
            <a:endParaRPr lang="en-BE"/>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a:p>
        </p:txBody>
      </p:sp>
      <p:sp>
        <p:nvSpPr>
          <p:cNvPr id="9" name="Tijdelijke aanduiding voor tekst 8">
            <a:extLst>
              <a:ext uri="{FF2B5EF4-FFF2-40B4-BE49-F238E27FC236}">
                <a16:creationId xmlns:a16="http://schemas.microsoft.com/office/drawing/2014/main" id="{497E8E72-ED87-850A-5C0A-12455F1F4022}"/>
              </a:ext>
            </a:extLst>
          </p:cNvPr>
          <p:cNvSpPr>
            <a:spLocks noGrp="1"/>
          </p:cNvSpPr>
          <p:nvPr>
            <p:ph type="body" idx="1"/>
          </p:nvPr>
        </p:nvSpPr>
        <p:spPr>
          <a:xfrm>
            <a:off x="515937" y="1628774"/>
            <a:ext cx="11160125" cy="4716463"/>
          </a:xfrm>
          <a:prstGeom prst="rect">
            <a:avLst/>
          </a:prstGeom>
        </p:spPr>
        <p:txBody>
          <a:bodyPr vert="horz" lIns="91440" tIns="45720" rIns="91440" bIns="45720" rtlCol="0">
            <a:normAutofit/>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372488680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52" r:id="rId6"/>
    <p:sldLayoutId id="2147483853" r:id="rId7"/>
    <p:sldLayoutId id="2147483880" r:id="rId8"/>
    <p:sldLayoutId id="2147483882" r:id="rId9"/>
    <p:sldLayoutId id="2147483883" r:id="rId10"/>
    <p:sldLayoutId id="2147483884" r:id="rId11"/>
    <p:sldLayoutId id="2147483885" r:id="rId12"/>
  </p:sldLayoutIdLst>
  <p:hf hdr="0" ftr="0" dt="0"/>
  <p:txStyles>
    <p:titleStyle>
      <a:lvl1pPr algn="l" defTabSz="914400" rtl="0" eaLnBrk="1" latinLnBrk="0" hangingPunct="1">
        <a:lnSpc>
          <a:spcPct val="85000"/>
        </a:lnSpc>
        <a:spcBef>
          <a:spcPct val="0"/>
        </a:spcBef>
        <a:buNone/>
        <a:defRPr sz="4400" b="1" i="0" kern="1200">
          <a:solidFill>
            <a:schemeClr val="bg1"/>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tx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C045D29-26D3-BEAC-0651-975D63113A19}"/>
              </a:ext>
            </a:extLst>
          </p:cNvPr>
          <p:cNvSpPr>
            <a:spLocks noGrp="1"/>
          </p:cNvSpPr>
          <p:nvPr>
            <p:ph type="title"/>
          </p:nvPr>
        </p:nvSpPr>
        <p:spPr>
          <a:xfrm>
            <a:off x="515937" y="304419"/>
            <a:ext cx="11160125" cy="1116012"/>
          </a:xfrm>
          <a:prstGeom prst="rect">
            <a:avLst/>
          </a:prstGeom>
        </p:spPr>
        <p:txBody>
          <a:bodyPr vert="horz" lIns="91440" tIns="45720" rIns="91440" bIns="45720" rtlCol="0" anchor="ctr">
            <a:noAutofit/>
          </a:bodyPr>
          <a:lstStyle/>
          <a:p>
            <a:endParaRPr lang="en-BE"/>
          </a:p>
        </p:txBody>
      </p:sp>
      <p:sp>
        <p:nvSpPr>
          <p:cNvPr id="4" name="Date Placeholder 13">
            <a:extLst>
              <a:ext uri="{FF2B5EF4-FFF2-40B4-BE49-F238E27FC236}">
                <a16:creationId xmlns:a16="http://schemas.microsoft.com/office/drawing/2014/main" id="{EC4786DC-FA24-1268-B040-77FB79F19E57}"/>
              </a:ext>
            </a:extLst>
          </p:cNvPr>
          <p:cNvSpPr>
            <a:spLocks noGrp="1"/>
          </p:cNvSpPr>
          <p:nvPr>
            <p:ph type="dt" sz="half" idx="2"/>
          </p:nvPr>
        </p:nvSpPr>
        <p:spPr>
          <a:xfrm>
            <a:off x="7766613" y="6468675"/>
            <a:ext cx="3298784" cy="276999"/>
          </a:xfrm>
          <a:prstGeom prst="rect">
            <a:avLst/>
          </a:prstGeom>
        </p:spPr>
        <p:txBody>
          <a:bodyPr wrap="square" lIns="0" rIns="90000" anchor="ctr">
            <a:spAutoFit/>
          </a:bodyPr>
          <a:lstStyle>
            <a:lvl1pPr algn="ctr">
              <a:defRPr sz="1200">
                <a:solidFill>
                  <a:schemeClr val="bg1"/>
                </a:solidFill>
              </a:defRPr>
            </a:lvl1pPr>
          </a:lstStyle>
          <a:p>
            <a:fld id="{D4EB287D-7C09-4132-A6A4-787A7D0EB2C1}" type="datetime4">
              <a:rPr lang="en-US" smtClean="0"/>
              <a:t>October 15, 2026</a:t>
            </a:fld>
            <a:endParaRPr lang="en-BE"/>
          </a:p>
        </p:txBody>
      </p:sp>
      <p:sp>
        <p:nvSpPr>
          <p:cNvPr id="5" name="Footer Placeholder 14">
            <a:extLst>
              <a:ext uri="{FF2B5EF4-FFF2-40B4-BE49-F238E27FC236}">
                <a16:creationId xmlns:a16="http://schemas.microsoft.com/office/drawing/2014/main" id="{CC053C61-CA26-0E11-C32B-747FA68F7D27}"/>
              </a:ext>
            </a:extLst>
          </p:cNvPr>
          <p:cNvSpPr>
            <a:spLocks noGrp="1"/>
          </p:cNvSpPr>
          <p:nvPr>
            <p:ph type="ftr" sz="quarter" idx="3"/>
          </p:nvPr>
        </p:nvSpPr>
        <p:spPr>
          <a:xfrm>
            <a:off x="515936" y="6468675"/>
            <a:ext cx="7250677" cy="276999"/>
          </a:xfrm>
          <a:prstGeom prst="rect">
            <a:avLst/>
          </a:prstGeom>
        </p:spPr>
        <p:txBody>
          <a:bodyPr wrap="square" lIns="0" anchor="ctr">
            <a:spAutoFit/>
          </a:bodyPr>
          <a:lstStyle>
            <a:lvl1pPr algn="l">
              <a:defRPr sz="1200">
                <a:solidFill>
                  <a:schemeClr val="bg1"/>
                </a:solidFill>
              </a:defRPr>
            </a:lvl1pPr>
          </a:lstStyle>
          <a:p>
            <a:r>
              <a:rPr lang="en-GB"/>
              <a:t>Voettekst</a:t>
            </a:r>
            <a:endParaRPr lang="en-BE"/>
          </a:p>
        </p:txBody>
      </p:sp>
      <p:sp>
        <p:nvSpPr>
          <p:cNvPr id="6" name="Slide Number Placeholder 15">
            <a:extLst>
              <a:ext uri="{FF2B5EF4-FFF2-40B4-BE49-F238E27FC236}">
                <a16:creationId xmlns:a16="http://schemas.microsoft.com/office/drawing/2014/main" id="{579815E0-778E-A12C-26E0-B2D86FC898D0}"/>
              </a:ext>
            </a:extLst>
          </p:cNvPr>
          <p:cNvSpPr>
            <a:spLocks noGrp="1"/>
          </p:cNvSpPr>
          <p:nvPr>
            <p:ph type="sldNum" sz="quarter" idx="4"/>
          </p:nvPr>
        </p:nvSpPr>
        <p:spPr>
          <a:xfrm>
            <a:off x="11065397" y="6468675"/>
            <a:ext cx="610665" cy="276999"/>
          </a:xfrm>
          <a:prstGeom prst="rect">
            <a:avLst/>
          </a:prstGeom>
        </p:spPr>
        <p:txBody>
          <a:bodyPr wrap="square" rIns="0" anchor="ctr">
            <a:spAutoFit/>
          </a:bodyPr>
          <a:lstStyle>
            <a:lvl1pPr algn="r">
              <a:defRPr sz="1200" b="0">
                <a:solidFill>
                  <a:schemeClr val="bg1"/>
                </a:solidFill>
              </a:defRPr>
            </a:lvl1pPr>
          </a:lstStyle>
          <a:p>
            <a:fld id="{8B70248A-FD0F-534C-919E-E8EB9B0FC062}" type="slidenum">
              <a:rPr lang="en-BE" smtClean="0"/>
              <a:pPr/>
              <a:t>‹#›</a:t>
            </a:fld>
            <a:endParaRPr lang="en-BE"/>
          </a:p>
        </p:txBody>
      </p:sp>
      <p:sp>
        <p:nvSpPr>
          <p:cNvPr id="8" name="Tijdelijke aanduiding voor tekst 7">
            <a:extLst>
              <a:ext uri="{FF2B5EF4-FFF2-40B4-BE49-F238E27FC236}">
                <a16:creationId xmlns:a16="http://schemas.microsoft.com/office/drawing/2014/main" id="{BA14D0A3-721E-DE58-0565-F005FC78AF1E}"/>
              </a:ext>
            </a:extLst>
          </p:cNvPr>
          <p:cNvSpPr>
            <a:spLocks noGrp="1"/>
          </p:cNvSpPr>
          <p:nvPr>
            <p:ph type="body" idx="1"/>
          </p:nvPr>
        </p:nvSpPr>
        <p:spPr>
          <a:xfrm>
            <a:off x="515935" y="1628774"/>
            <a:ext cx="11160125" cy="4716463"/>
          </a:xfrm>
          <a:prstGeom prst="rect">
            <a:avLst/>
          </a:prstGeom>
        </p:spPr>
        <p:txBody>
          <a:bodyPr vert="horz" lIns="91440" tIns="45720" rIns="91440" bIns="45720" rtlCol="0">
            <a:normAutofit/>
          </a:bodyPr>
          <a:lstStyle/>
          <a:p>
            <a:pPr lvl="0"/>
            <a:r>
              <a:rPr lang="nl-BE"/>
              <a:t>Klik om tekst toe te voegen. </a:t>
            </a:r>
            <a:br>
              <a:rPr lang="nl-BE"/>
            </a:br>
            <a:r>
              <a:rPr lang="nl-BE"/>
              <a:t>Voor bullets, selecteer je je tekst + TAB-toets.</a:t>
            </a:r>
          </a:p>
          <a:p>
            <a:pPr lvl="1"/>
            <a:r>
              <a:rPr lang="nl-BE"/>
              <a:t>Bullets 1</a:t>
            </a:r>
          </a:p>
          <a:p>
            <a:pPr lvl="2"/>
            <a:r>
              <a:rPr lang="nl-BE"/>
              <a:t>Bullets 2</a:t>
            </a:r>
          </a:p>
          <a:p>
            <a:pPr lvl="3"/>
            <a:r>
              <a:rPr lang="nl-BE"/>
              <a:t>Bullets 3</a:t>
            </a:r>
          </a:p>
          <a:p>
            <a:pPr lvl="4"/>
            <a:r>
              <a:rPr lang="nl-BE"/>
              <a:t>Bullets 4</a:t>
            </a:r>
          </a:p>
          <a:p>
            <a:pPr lvl="5"/>
            <a:r>
              <a:rPr lang="nl-BE"/>
              <a:t>Bullets 5</a:t>
            </a:r>
          </a:p>
          <a:p>
            <a:pPr lvl="6"/>
            <a:r>
              <a:rPr lang="nl-BE"/>
              <a:t>Bullets 6</a:t>
            </a:r>
          </a:p>
          <a:p>
            <a:pPr lvl="7"/>
            <a:r>
              <a:rPr lang="nl-BE"/>
              <a:t>Bullets 7</a:t>
            </a:r>
          </a:p>
          <a:p>
            <a:pPr lvl="8"/>
            <a:r>
              <a:rPr lang="nl-BE"/>
              <a:t>Bullets 8</a:t>
            </a:r>
          </a:p>
        </p:txBody>
      </p:sp>
    </p:spTree>
    <p:extLst>
      <p:ext uri="{BB962C8B-B14F-4D97-AF65-F5344CB8AC3E}">
        <p14:creationId xmlns:p14="http://schemas.microsoft.com/office/powerpoint/2010/main" val="83524500"/>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7" r:id="rId6"/>
    <p:sldLayoutId id="2147483898" r:id="rId7"/>
    <p:sldLayoutId id="2147483899" r:id="rId8"/>
    <p:sldLayoutId id="2147483900" r:id="rId9"/>
    <p:sldLayoutId id="2147483901" r:id="rId10"/>
    <p:sldLayoutId id="2147483902" r:id="rId11"/>
    <p:sldLayoutId id="2147483908" r:id="rId12"/>
    <p:sldLayoutId id="2147483903" r:id="rId13"/>
  </p:sldLayoutIdLst>
  <p:hf hdr="0" ftr="0" dt="0"/>
  <p:txStyles>
    <p:title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NL" sz="2400" b="0" i="0" kern="1200" noProof="0" dirty="0" smtClean="0">
          <a:solidFill>
            <a:schemeClr val="bg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NL" sz="2400" b="0" i="0" kern="1200" noProof="0" dirty="0" smtClean="0">
          <a:solidFill>
            <a:schemeClr val="bg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bg1"/>
        </a:buClr>
        <a:buFont typeface="Arial" panose="020B0604020202020204" pitchFamily="34" charset="0"/>
        <a:buChar char="•"/>
        <a:tabLst/>
        <a:defRPr lang="nl-NL" sz="2400" b="0" i="0" kern="1200" noProof="0" dirty="0" smtClean="0">
          <a:solidFill>
            <a:schemeClr val="bg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nl-NL" sz="2000" b="0" i="0" kern="1200" noProof="0" dirty="0" smtClean="0">
          <a:solidFill>
            <a:schemeClr val="bg1"/>
          </a:solidFill>
          <a:latin typeface="+mn-lt"/>
          <a:ea typeface="+mn-ea"/>
          <a:cs typeface="+mn-cs"/>
        </a:defRPr>
      </a:lvl4pPr>
      <a:lvl5pPr marL="1364400" indent="-28440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800" b="0" i="0" kern="1200" noProof="0" dirty="0" smtClean="0">
          <a:solidFill>
            <a:schemeClr val="bg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lang="en-BE" sz="1600" kern="1200" noProof="0" dirty="0" smtClean="0">
          <a:solidFill>
            <a:schemeClr val="bg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bg1"/>
        </a:buClr>
        <a:buSzPct val="100000"/>
        <a:buFont typeface="Arial" panose="020B0604020202020204" pitchFamily="34" charset="0"/>
        <a:buChar char="-"/>
        <a:tabLst/>
        <a:defRPr sz="1600" kern="1200">
          <a:solidFill>
            <a:schemeClr val="bg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bg1"/>
        </a:buClr>
        <a:buSzPct val="80000"/>
        <a:buFont typeface="Arial" panose="020B0604020202020204" pitchFamily="34" charset="0"/>
        <a:buChar char="-"/>
        <a:tabLst/>
        <a:defRPr sz="1600" kern="1200">
          <a:solidFill>
            <a:schemeClr val="bg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C35EA4"/>
          </p15:clr>
        </p15:guide>
        <p15:guide id="2" pos="325" userDrawn="1">
          <p15:clr>
            <a:srgbClr val="C35EA4"/>
          </p15:clr>
        </p15:guide>
        <p15:guide id="4" orient="horz" pos="323" userDrawn="1">
          <p15:clr>
            <a:srgbClr val="C35EA4"/>
          </p15:clr>
        </p15:guide>
        <p15:guide id="5" pos="7355" userDrawn="1">
          <p15:clr>
            <a:srgbClr val="C35EA4"/>
          </p15:clr>
        </p15:guide>
        <p15:guide id="6" orient="horz" pos="3997" userDrawn="1">
          <p15:clr>
            <a:srgbClr val="C35EA4"/>
          </p15:clr>
        </p15:guide>
        <p15:guide id="7" pos="1912" userDrawn="1">
          <p15:clr>
            <a:srgbClr val="C35EA4"/>
          </p15:clr>
        </p15:guide>
        <p15:guide id="8" pos="5768" userDrawn="1">
          <p15:clr>
            <a:srgbClr val="C35EA4"/>
          </p15:clr>
        </p15:guide>
        <p15:guide id="9" orient="horz" pos="1026" userDrawn="1">
          <p15:clr>
            <a:srgbClr val="C35EA4"/>
          </p15:clr>
        </p15:guide>
        <p15:guide id="10" orient="horz" pos="1548" userDrawn="1">
          <p15:clr>
            <a:srgbClr val="C35EA4"/>
          </p15:clr>
        </p15:guide>
        <p15:guide id="11" pos="3840"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1.xml"/><Relationship Id="rId1" Type="http://schemas.openxmlformats.org/officeDocument/2006/relationships/slideLayout" Target="../slideLayouts/slideLayout45.xml"/><Relationship Id="rId5" Type="http://schemas.openxmlformats.org/officeDocument/2006/relationships/image" Target="../media/image63.svg"/><Relationship Id="rId4" Type="http://schemas.openxmlformats.org/officeDocument/2006/relationships/image" Target="../media/image62.svg"/></Relationships>
</file>

<file path=ppt/slides/_rels/slide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2.xml"/><Relationship Id="rId1" Type="http://schemas.openxmlformats.org/officeDocument/2006/relationships/slideLayout" Target="../slideLayouts/slideLayout45.xml"/><Relationship Id="rId4" Type="http://schemas.openxmlformats.org/officeDocument/2006/relationships/image" Target="../media/image67.svg"/></Relationships>
</file>

<file path=ppt/slides/_rels/slide7.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69.png"/><Relationship Id="rId7" Type="http://schemas.openxmlformats.org/officeDocument/2006/relationships/slide" Target="slide8.xml"/><Relationship Id="rId2"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slide" Target="slide90.xml"/><Relationship Id="rId5" Type="http://schemas.openxmlformats.org/officeDocument/2006/relationships/image" Target="../media/image71.png"/><Relationship Id="rId10" Type="http://schemas.openxmlformats.org/officeDocument/2006/relationships/slide" Target="slide43.xml"/><Relationship Id="rId4" Type="http://schemas.openxmlformats.org/officeDocument/2006/relationships/image" Target="../media/image70.png"/><Relationship Id="rId9" Type="http://schemas.openxmlformats.org/officeDocument/2006/relationships/slide" Target="slide41.xml"/></Relationships>
</file>

<file path=ppt/slides/_rels/slide8.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hyperlink" Target="https://betfy.co.uk/internet-realtime/" TargetMode="External"/><Relationship Id="rId1" Type="http://schemas.openxmlformats.org/officeDocument/2006/relationships/slideLayout" Target="../slideLayouts/slideLayout11.xml"/><Relationship Id="rId4" Type="http://schemas.openxmlformats.org/officeDocument/2006/relationships/image" Target="../media/image77.png"/></Relationships>
</file>

<file path=ppt/slides/_rels/slide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notesSlide" Target="../notesSlides/notesSlide4.xml"/><Relationship Id="rId1" Type="http://schemas.openxmlformats.org/officeDocument/2006/relationships/slideLayout" Target="../slideLayouts/slideLayout45.xml"/><Relationship Id="rId6" Type="http://schemas.openxmlformats.org/officeDocument/2006/relationships/image" Target="../media/image83.svg"/><Relationship Id="rId5" Type="http://schemas.openxmlformats.org/officeDocument/2006/relationships/image" Target="../media/image82.svg"/><Relationship Id="rId4" Type="http://schemas.openxmlformats.org/officeDocument/2006/relationships/image" Target="../media/image81.svg"/></Relationships>
</file>

<file path=ppt/slides/_rels/slide1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k-Yaq8AHlFA&amp;t=3s&amp;ab_channel=DistributedSystemsCourse" TargetMode="External"/><Relationship Id="rId2" Type="http://schemas.openxmlformats.org/officeDocument/2006/relationships/slideLayout" Target="../slideLayouts/slideLayout11.xml"/><Relationship Id="rId1" Type="http://schemas.openxmlformats.org/officeDocument/2006/relationships/video" Target="https://www.youtube.com/embed/k-Yaq8AHlFA?start=3&amp;feature=oembed" TargetMode="External"/><Relationship Id="rId4" Type="http://schemas.openxmlformats.org/officeDocument/2006/relationships/image" Target="../media/image105.jpeg"/></Relationships>
</file>

<file path=ppt/slides/_rels/slide32.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1.xml"/><Relationship Id="rId4" Type="http://schemas.openxmlformats.org/officeDocument/2006/relationships/image" Target="../media/image109.png"/></Relationships>
</file>

<file path=ppt/slides/_rels/slide3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png"/><Relationship Id="rId1" Type="http://schemas.openxmlformats.org/officeDocument/2006/relationships/slideLayout" Target="../slideLayouts/slideLayout11.xml"/><Relationship Id="rId4" Type="http://schemas.openxmlformats.org/officeDocument/2006/relationships/image" Target="../media/image112.png"/></Relationships>
</file>

<file path=ppt/slides/_rels/slide35.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16.png"/></Relationships>
</file>

<file path=ppt/slides/_rels/slide3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18.gif"/><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jpeg"/><Relationship Id="rId1" Type="http://schemas.openxmlformats.org/officeDocument/2006/relationships/slideLayout" Target="../slideLayouts/slideLayout11.xml"/><Relationship Id="rId4" Type="http://schemas.openxmlformats.org/officeDocument/2006/relationships/image" Target="../media/image125.png"/></Relationships>
</file>

<file path=ppt/slides/_rels/slide46.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48.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50.xml.rels><?xml version="1.0" encoding="UTF-8" standalone="yes"?>
<Relationships xmlns="http://schemas.openxmlformats.org/package/2006/relationships"><Relationship Id="rId8" Type="http://schemas.openxmlformats.org/officeDocument/2006/relationships/image" Target="../media/image129.jpeg"/><Relationship Id="rId3" Type="http://schemas.openxmlformats.org/officeDocument/2006/relationships/image" Target="../media/image132.jpeg"/><Relationship Id="rId7" Type="http://schemas.openxmlformats.org/officeDocument/2006/relationships/image" Target="../media/image136.jpeg"/><Relationship Id="rId2" Type="http://schemas.openxmlformats.org/officeDocument/2006/relationships/image" Target="../media/image131.png"/><Relationship Id="rId1" Type="http://schemas.openxmlformats.org/officeDocument/2006/relationships/slideLayout" Target="../slideLayouts/slideLayout11.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png"/></Relationships>
</file>

<file path=ppt/slides/_rels/slide51.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5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29.jpeg"/><Relationship Id="rId1" Type="http://schemas.openxmlformats.org/officeDocument/2006/relationships/slideLayout" Target="../slideLayouts/slideLayout11.xml"/><Relationship Id="rId4" Type="http://schemas.openxmlformats.org/officeDocument/2006/relationships/image" Target="../media/image140.png"/></Relationships>
</file>

<file path=ppt/slides/_rels/slide5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jpeg"/><Relationship Id="rId1" Type="http://schemas.openxmlformats.org/officeDocument/2006/relationships/slideLayout" Target="../slideLayouts/slideLayout11.xml"/><Relationship Id="rId5" Type="http://schemas.openxmlformats.org/officeDocument/2006/relationships/image" Target="../media/image129.jpeg"/><Relationship Id="rId4" Type="http://schemas.openxmlformats.org/officeDocument/2006/relationships/image" Target="../media/image143.png"/></Relationships>
</file>

<file path=ppt/slides/_rels/slide5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45.png"/><Relationship Id="rId7" Type="http://schemas.openxmlformats.org/officeDocument/2006/relationships/image" Target="../media/image148.png"/><Relationship Id="rId2" Type="http://schemas.openxmlformats.org/officeDocument/2006/relationships/image" Target="../media/image144.png"/><Relationship Id="rId1" Type="http://schemas.openxmlformats.org/officeDocument/2006/relationships/slideLayout" Target="../slideLayouts/slideLayout11.xml"/><Relationship Id="rId6" Type="http://schemas.openxmlformats.org/officeDocument/2006/relationships/image" Target="../media/image129.jpeg"/><Relationship Id="rId5" Type="http://schemas.openxmlformats.org/officeDocument/2006/relationships/image" Target="../media/image147.png"/><Relationship Id="rId4" Type="http://schemas.openxmlformats.org/officeDocument/2006/relationships/image" Target="../media/image14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slideLayout" Target="../slideLayouts/slideLayout11.xml"/><Relationship Id="rId1" Type="http://schemas.openxmlformats.org/officeDocument/2006/relationships/video" Target="https://www.youtube.com/embed/6E1_dgYlifc?feature=oembed" TargetMode="External"/><Relationship Id="rId5" Type="http://schemas.openxmlformats.org/officeDocument/2006/relationships/image" Target="../media/image150.png"/><Relationship Id="rId4" Type="http://schemas.openxmlformats.org/officeDocument/2006/relationships/image" Target="../media/image149.jpeg"/></Relationships>
</file>

<file path=ppt/slides/_rels/slide58.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image" Target="../media/image152.png"/><Relationship Id="rId1" Type="http://schemas.openxmlformats.org/officeDocument/2006/relationships/slideLayout" Target="../slideLayouts/slideLayout11.xml"/><Relationship Id="rId4" Type="http://schemas.openxmlformats.org/officeDocument/2006/relationships/image" Target="../media/image154.gif"/></Relationships>
</file>

<file path=ppt/slides/_rels/slide60.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29.jpeg"/><Relationship Id="rId5" Type="http://schemas.openxmlformats.org/officeDocument/2006/relationships/image" Target="../media/image157.jpe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29.jpeg"/><Relationship Id="rId5" Type="http://schemas.openxmlformats.org/officeDocument/2006/relationships/image" Target="../media/image160.png"/><Relationship Id="rId4" Type="http://schemas.openxmlformats.org/officeDocument/2006/relationships/image" Target="../media/image159.png"/></Relationships>
</file>

<file path=ppt/slides/_rels/slide62.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29.jpeg"/><Relationship Id="rId4" Type="http://schemas.openxmlformats.org/officeDocument/2006/relationships/image" Target="../media/image162.gif"/></Relationships>
</file>

<file path=ppt/slides/_rels/slide64.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63.png"/><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64.gif"/><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image" Target="../media/image165.jpe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68.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image" Target="../media/image167.jpe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6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70.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71.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73.png"/><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image" Target="../media/image174.pn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7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76.jpeg"/><Relationship Id="rId1" Type="http://schemas.openxmlformats.org/officeDocument/2006/relationships/slideLayout" Target="../slideLayouts/slideLayout11.xml"/><Relationship Id="rId4" Type="http://schemas.openxmlformats.org/officeDocument/2006/relationships/image" Target="../media/image177.jpeg"/></Relationships>
</file>

<file path=ppt/slides/_rels/slide74.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slideLayout" Target="../slideLayouts/slideLayout11.xml"/><Relationship Id="rId1" Type="http://schemas.openxmlformats.org/officeDocument/2006/relationships/video" Target="https://www.youtube.com/embed/B8ofWFx525s?feature=oembed" TargetMode="External"/><Relationship Id="rId4" Type="http://schemas.openxmlformats.org/officeDocument/2006/relationships/image" Target="../media/image129.jpeg"/></Relationships>
</file>

<file path=ppt/slides/_rels/slide77.xml.rels><?xml version="1.0" encoding="UTF-8" standalone="yes"?>
<Relationships xmlns="http://schemas.openxmlformats.org/package/2006/relationships"><Relationship Id="rId3" Type="http://schemas.openxmlformats.org/officeDocument/2006/relationships/image" Target="../media/image180.jpeg"/><Relationship Id="rId7" Type="http://schemas.openxmlformats.org/officeDocument/2006/relationships/image" Target="../media/image184.png"/><Relationship Id="rId2" Type="http://schemas.openxmlformats.org/officeDocument/2006/relationships/image" Target="../media/image129.jpeg"/><Relationship Id="rId1" Type="http://schemas.openxmlformats.org/officeDocument/2006/relationships/slideLayout" Target="../slideLayouts/slideLayout11.xml"/><Relationship Id="rId6" Type="http://schemas.openxmlformats.org/officeDocument/2006/relationships/image" Target="../media/image183.png"/><Relationship Id="rId5" Type="http://schemas.openxmlformats.org/officeDocument/2006/relationships/image" Target="../media/image182.jpeg"/><Relationship Id="rId4" Type="http://schemas.openxmlformats.org/officeDocument/2006/relationships/image" Target="../media/image181.png"/></Relationships>
</file>

<file path=ppt/slides/_rels/slide78.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188.png"/><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image" Target="../media/image189.jpeg"/><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129.jpeg"/><Relationship Id="rId4" Type="http://schemas.openxmlformats.org/officeDocument/2006/relationships/image" Target="../media/image193.jpeg"/></Relationships>
</file>

<file path=ppt/slides/_rels/slide84.xml.rels><?xml version="1.0" encoding="UTF-8" standalone="yes"?>
<Relationships xmlns="http://schemas.openxmlformats.org/package/2006/relationships"><Relationship Id="rId3" Type="http://schemas.openxmlformats.org/officeDocument/2006/relationships/image" Target="../media/image194.gif"/><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8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11.xml"/><Relationship Id="rId4" Type="http://schemas.openxmlformats.org/officeDocument/2006/relationships/image" Target="../media/image129.jpeg"/></Relationships>
</file>

<file path=ppt/slides/_rels/slide87.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129.jpeg"/><Relationship Id="rId5" Type="http://schemas.openxmlformats.org/officeDocument/2006/relationships/image" Target="../media/image199.png"/><Relationship Id="rId4" Type="http://schemas.openxmlformats.org/officeDocument/2006/relationships/image" Target="../media/image198.png"/></Relationships>
</file>

<file path=ppt/slides/_rels/slide88.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200.jpeg"/><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image" Target="../media/image201.png"/><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11.xml"/><Relationship Id="rId4" Type="http://schemas.openxmlformats.org/officeDocument/2006/relationships/image" Target="../media/image20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0AB706-1C9E-1C4F-B9F0-10A14760EED0}"/>
              </a:ext>
            </a:extLst>
          </p:cNvPr>
          <p:cNvSpPr>
            <a:spLocks noGrp="1"/>
          </p:cNvSpPr>
          <p:nvPr>
            <p:ph type="sldNum" sz="quarter" idx="13"/>
          </p:nvPr>
        </p:nvSpPr>
        <p:spPr/>
        <p:txBody>
          <a:bodyPr/>
          <a:lstStyle/>
          <a:p>
            <a:fld id="{8B70248A-FD0F-534C-919E-E8EB9B0FC062}" type="slidenum">
              <a:rPr lang="en-BE" smtClean="0"/>
              <a:pPr/>
              <a:t>1</a:t>
            </a:fld>
            <a:endParaRPr lang="en-BE"/>
          </a:p>
        </p:txBody>
      </p:sp>
      <p:sp>
        <p:nvSpPr>
          <p:cNvPr id="3" name="Title 2">
            <a:extLst>
              <a:ext uri="{FF2B5EF4-FFF2-40B4-BE49-F238E27FC236}">
                <a16:creationId xmlns:a16="http://schemas.microsoft.com/office/drawing/2014/main" id="{A366B98C-C4D8-05F5-9F65-8885769057E9}"/>
              </a:ext>
            </a:extLst>
          </p:cNvPr>
          <p:cNvSpPr>
            <a:spLocks noGrp="1"/>
          </p:cNvSpPr>
          <p:nvPr>
            <p:ph type="title"/>
          </p:nvPr>
        </p:nvSpPr>
        <p:spPr/>
        <p:txBody>
          <a:bodyPr/>
          <a:lstStyle/>
          <a:p>
            <a:r>
              <a:rPr lang="en-US" dirty="0"/>
              <a:t>Deep Learning</a:t>
            </a:r>
          </a:p>
        </p:txBody>
      </p:sp>
      <p:sp>
        <p:nvSpPr>
          <p:cNvPr id="4" name="Text Placeholder 3">
            <a:extLst>
              <a:ext uri="{FF2B5EF4-FFF2-40B4-BE49-F238E27FC236}">
                <a16:creationId xmlns:a16="http://schemas.microsoft.com/office/drawing/2014/main" id="{7055EF63-96B8-BBC7-F6C7-AD1D0CA244C3}"/>
              </a:ext>
            </a:extLst>
          </p:cNvPr>
          <p:cNvSpPr>
            <a:spLocks noGrp="1"/>
          </p:cNvSpPr>
          <p:nvPr>
            <p:ph type="body" sz="quarter" idx="14"/>
          </p:nvPr>
        </p:nvSpPr>
        <p:spPr/>
        <p:txBody>
          <a:bodyPr/>
          <a:lstStyle/>
          <a:p>
            <a:r>
              <a:rPr lang="en-US"/>
              <a:t>Setting the Scene</a:t>
            </a:r>
          </a:p>
        </p:txBody>
      </p:sp>
    </p:spTree>
    <p:extLst>
      <p:ext uri="{BB962C8B-B14F-4D97-AF65-F5344CB8AC3E}">
        <p14:creationId xmlns:p14="http://schemas.microsoft.com/office/powerpoint/2010/main" val="3616312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D6DE-AADC-5473-D58E-11EDD840AF93}"/>
              </a:ext>
            </a:extLst>
          </p:cNvPr>
          <p:cNvSpPr>
            <a:spLocks noGrp="1"/>
          </p:cNvSpPr>
          <p:nvPr>
            <p:ph type="title"/>
          </p:nvPr>
        </p:nvSpPr>
        <p:spPr/>
        <p:txBody>
          <a:bodyPr/>
          <a:lstStyle/>
          <a:p>
            <a:r>
              <a:rPr lang="en-US"/>
              <a:t>Lesson Goals</a:t>
            </a:r>
          </a:p>
        </p:txBody>
      </p:sp>
      <p:sp>
        <p:nvSpPr>
          <p:cNvPr id="3" name="Slide Number Placeholder 2">
            <a:extLst>
              <a:ext uri="{FF2B5EF4-FFF2-40B4-BE49-F238E27FC236}">
                <a16:creationId xmlns:a16="http://schemas.microsoft.com/office/drawing/2014/main" id="{609D6E52-0EA3-230D-4717-D6AADB68D633}"/>
              </a:ext>
            </a:extLst>
          </p:cNvPr>
          <p:cNvSpPr>
            <a:spLocks noGrp="1"/>
          </p:cNvSpPr>
          <p:nvPr>
            <p:ph type="sldNum" sz="quarter" idx="25"/>
          </p:nvPr>
        </p:nvSpPr>
        <p:spPr/>
        <p:txBody>
          <a:bodyPr/>
          <a:lstStyle/>
          <a:p>
            <a:fld id="{8B70248A-FD0F-534C-919E-E8EB9B0FC062}" type="slidenum">
              <a:rPr lang="en-BE" smtClean="0"/>
              <a:pPr/>
              <a:t>2</a:t>
            </a:fld>
            <a:endParaRPr lang="en-BE"/>
          </a:p>
        </p:txBody>
      </p:sp>
      <p:sp>
        <p:nvSpPr>
          <p:cNvPr id="4" name="Text Placeholder 3">
            <a:extLst>
              <a:ext uri="{FF2B5EF4-FFF2-40B4-BE49-F238E27FC236}">
                <a16:creationId xmlns:a16="http://schemas.microsoft.com/office/drawing/2014/main" id="{8F1F9D7B-3F2A-67D6-D6AA-B56D421D50C1}"/>
              </a:ext>
            </a:extLst>
          </p:cNvPr>
          <p:cNvSpPr>
            <a:spLocks noGrp="1"/>
          </p:cNvSpPr>
          <p:nvPr>
            <p:ph type="body" sz="quarter" idx="31"/>
          </p:nvPr>
        </p:nvSpPr>
        <p:spPr>
          <a:xfrm>
            <a:off x="515935" y="1957029"/>
            <a:ext cx="11160127" cy="4716463"/>
          </a:xfrm>
        </p:spPr>
        <p:txBody>
          <a:bodyPr>
            <a:normAutofit lnSpcReduction="10000"/>
          </a:bodyPr>
          <a:lstStyle/>
          <a:p>
            <a:pPr marL="342900" indent="-342900">
              <a:buFont typeface="Wingdings" panose="05000000000000000000" pitchFamily="2" charset="2"/>
              <a:buChar char="î"/>
            </a:pPr>
            <a:r>
              <a:rPr lang="en-US" sz="2800" b="1" dirty="0">
                <a:latin typeface="Aptos Light" panose="020F0502020204030204" pitchFamily="34" charset="0"/>
              </a:rPr>
              <a:t>Position the course</a:t>
            </a:r>
            <a:r>
              <a:rPr lang="en-US" sz="2800" dirty="0">
                <a:latin typeface="Aptos Light" panose="020F0502020204030204" pitchFamily="34" charset="0"/>
              </a:rPr>
              <a:t>: Students can understand the place of the Deep Learning course within the overall curriculum, and identify its connections and overlaps with the other courses</a:t>
            </a:r>
          </a:p>
          <a:p>
            <a:pPr marL="342900" indent="-342900">
              <a:buFont typeface="Wingdings" panose="05000000000000000000" pitchFamily="2" charset="2"/>
              <a:buChar char="î"/>
            </a:pPr>
            <a:endParaRPr lang="en-US" sz="2800" dirty="0">
              <a:latin typeface="Aptos Light" panose="020F0502020204030204" pitchFamily="34" charset="0"/>
            </a:endParaRPr>
          </a:p>
          <a:p>
            <a:pPr marL="342900" indent="-342900">
              <a:buFont typeface="Wingdings" panose="05000000000000000000" pitchFamily="2" charset="2"/>
              <a:buChar char="î"/>
            </a:pPr>
            <a:r>
              <a:rPr lang="en-US" sz="2800" b="1" dirty="0">
                <a:latin typeface="Aptos Light" panose="020F0502020204030204" pitchFamily="34" charset="0"/>
              </a:rPr>
              <a:t>Understand the data context</a:t>
            </a:r>
            <a:r>
              <a:rPr lang="en-US" sz="2800" dirty="0">
                <a:latin typeface="Aptos Light" panose="020F0502020204030204" pitchFamily="34" charset="0"/>
              </a:rPr>
              <a:t>: </a:t>
            </a:r>
          </a:p>
          <a:p>
            <a:pPr marL="1062900" lvl="2" indent="-342900">
              <a:buFont typeface="Wingdings" panose="05000000000000000000" pitchFamily="2" charset="2"/>
              <a:buChar char="î"/>
            </a:pPr>
            <a:r>
              <a:rPr lang="en-US" sz="2800" dirty="0">
                <a:latin typeface="Aptos Light" panose="020F0502020204030204" pitchFamily="34" charset="0"/>
              </a:rPr>
              <a:t>Students can identify and explain the 5 Vs of Big Data</a:t>
            </a:r>
          </a:p>
          <a:p>
            <a:pPr marL="342900" indent="-342900">
              <a:buFont typeface="Wingdings" panose="05000000000000000000" pitchFamily="2" charset="2"/>
              <a:buChar char="î"/>
            </a:pPr>
            <a:endParaRPr lang="en-US" sz="2800" dirty="0">
              <a:latin typeface="Aptos Light" panose="020F0502020204030204" pitchFamily="34" charset="0"/>
            </a:endParaRPr>
          </a:p>
          <a:p>
            <a:pPr marL="1062900" lvl="2" indent="-342900">
              <a:buFont typeface="Wingdings" panose="05000000000000000000" pitchFamily="2" charset="2"/>
              <a:buChar char="î"/>
            </a:pPr>
            <a:r>
              <a:rPr lang="en-US" sz="2800" dirty="0">
                <a:latin typeface="Aptos Light" panose="020F0502020204030204" pitchFamily="34" charset="0"/>
              </a:rPr>
              <a:t>Students can describe the evolution of data paradigms, from an application perspective, and from an analytical perspective</a:t>
            </a:r>
          </a:p>
          <a:p>
            <a:pPr marL="342900" indent="-342900">
              <a:buFont typeface="Wingdings" panose="05000000000000000000" pitchFamily="2" charset="2"/>
              <a:buChar char="î"/>
            </a:pPr>
            <a:endParaRPr lang="en-US" sz="2800" dirty="0">
              <a:latin typeface="Aptos Light" panose="020F0502020204030204" pitchFamily="34" charset="0"/>
            </a:endParaRPr>
          </a:p>
          <a:p>
            <a:pPr marL="342900" indent="-342900">
              <a:buFont typeface="Wingdings" panose="05000000000000000000" pitchFamily="2" charset="2"/>
              <a:buChar char="î"/>
            </a:pPr>
            <a:r>
              <a:rPr lang="en-US" sz="2800" b="1" dirty="0">
                <a:latin typeface="Aptos Light" panose="020F0502020204030204" pitchFamily="34" charset="0"/>
              </a:rPr>
              <a:t>Engineer trustworthy AI: </a:t>
            </a:r>
            <a:r>
              <a:rPr lang="en-US" sz="2800" dirty="0">
                <a:latin typeface="Aptos Light" panose="020F0502020204030204" pitchFamily="34" charset="0"/>
              </a:rPr>
              <a:t>Students can identify key ethical considerations in AI, and outline some of the requirements for trustworthy AI</a:t>
            </a:r>
          </a:p>
        </p:txBody>
      </p:sp>
      <p:pic>
        <p:nvPicPr>
          <p:cNvPr id="6" name="Picture 2" descr="Download Free png Parent Tips] Goal Setting with Your Child | Edmentum Blog  - DLPNG.com">
            <a:extLst>
              <a:ext uri="{FF2B5EF4-FFF2-40B4-BE49-F238E27FC236}">
                <a16:creationId xmlns:a16="http://schemas.microsoft.com/office/drawing/2014/main" id="{CCE443B0-08CE-1A46-58E8-25706A2364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57" t="-400" r="15488" b="-400"/>
          <a:stretch/>
        </p:blipFill>
        <p:spPr bwMode="auto">
          <a:xfrm>
            <a:off x="10262901" y="0"/>
            <a:ext cx="1913408" cy="1700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04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BF91-5366-46A8-C592-D72146E395BB}"/>
              </a:ext>
            </a:extLst>
          </p:cNvPr>
          <p:cNvSpPr>
            <a:spLocks noGrp="1"/>
          </p:cNvSpPr>
          <p:nvPr>
            <p:ph type="title"/>
          </p:nvPr>
        </p:nvSpPr>
        <p:spPr/>
        <p:txBody>
          <a:bodyPr/>
          <a:lstStyle/>
          <a:p>
            <a:r>
              <a:rPr lang="en-US" dirty="0"/>
              <a:t>Deep Learning = (Big) Data Course!</a:t>
            </a:r>
          </a:p>
        </p:txBody>
      </p:sp>
      <p:sp>
        <p:nvSpPr>
          <p:cNvPr id="3" name="Slide Number Placeholder 2">
            <a:extLst>
              <a:ext uri="{FF2B5EF4-FFF2-40B4-BE49-F238E27FC236}">
                <a16:creationId xmlns:a16="http://schemas.microsoft.com/office/drawing/2014/main" id="{A81574D7-1B66-3541-4318-A55849EF1C22}"/>
              </a:ext>
            </a:extLst>
          </p:cNvPr>
          <p:cNvSpPr>
            <a:spLocks noGrp="1"/>
          </p:cNvSpPr>
          <p:nvPr>
            <p:ph type="sldNum" sz="quarter" idx="25"/>
          </p:nvPr>
        </p:nvSpPr>
        <p:spPr/>
        <p:txBody>
          <a:bodyPr/>
          <a:lstStyle/>
          <a:p>
            <a:fld id="{8B70248A-FD0F-534C-919E-E8EB9B0FC062}" type="slidenum">
              <a:rPr lang="en-BE" smtClean="0"/>
              <a:pPr/>
              <a:t>3</a:t>
            </a:fld>
            <a:endParaRPr lang="en-BE"/>
          </a:p>
        </p:txBody>
      </p:sp>
      <p:sp>
        <p:nvSpPr>
          <p:cNvPr id="4" name="Text Placeholder 3">
            <a:extLst>
              <a:ext uri="{FF2B5EF4-FFF2-40B4-BE49-F238E27FC236}">
                <a16:creationId xmlns:a16="http://schemas.microsoft.com/office/drawing/2014/main" id="{465BFDD5-1541-D741-C0B8-E7594FDCA995}"/>
              </a:ext>
            </a:extLst>
          </p:cNvPr>
          <p:cNvSpPr>
            <a:spLocks noGrp="1"/>
          </p:cNvSpPr>
          <p:nvPr>
            <p:ph type="body" sz="quarter" idx="31"/>
          </p:nvPr>
        </p:nvSpPr>
        <p:spPr/>
        <p:txBody>
          <a:bodyPr/>
          <a:lstStyle/>
          <a:p>
            <a:endParaRPr lang="en-US"/>
          </a:p>
        </p:txBody>
      </p:sp>
      <p:pic>
        <p:nvPicPr>
          <p:cNvPr id="5" name="Picture 2" descr="How to Use Data-Driven Decision-Making to Fuel Growth">
            <a:extLst>
              <a:ext uri="{FF2B5EF4-FFF2-40B4-BE49-F238E27FC236}">
                <a16:creationId xmlns:a16="http://schemas.microsoft.com/office/drawing/2014/main" id="{02EA93A4-6088-1D02-1DCE-79C0452A1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271" y="1462024"/>
            <a:ext cx="10117455" cy="5395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751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246120" y="3364992"/>
            <a:ext cx="1344168" cy="0"/>
          </a:xfrm>
          <a:prstGeom prst="line">
            <a:avLst/>
          </a:prstGeom>
          <a:noFill/>
          <a:ln w="31750">
            <a:solidFill>
              <a:srgbClr val="6E7B84"/>
            </a:solidFill>
            <a:prstDash val="solid"/>
            <a:headEnd type="none"/>
            <a:tailEnd type="triangle"/>
          </a:ln>
        </p:spPr>
        <p:txBody>
          <a:bodyPr/>
          <a:lstStyle/>
          <a:p>
            <a:endParaRPr lang="en-US"/>
          </a:p>
        </p:txBody>
      </p:sp>
      <p:sp>
        <p:nvSpPr>
          <p:cNvPr id="4" name="Shape 2"/>
          <p:cNvSpPr/>
          <p:nvPr/>
        </p:nvSpPr>
        <p:spPr>
          <a:xfrm>
            <a:off x="7635240" y="3364992"/>
            <a:ext cx="1307592" cy="0"/>
          </a:xfrm>
          <a:prstGeom prst="line">
            <a:avLst/>
          </a:prstGeom>
          <a:noFill/>
          <a:ln w="31750">
            <a:solidFill>
              <a:srgbClr val="6E7B84"/>
            </a:solidFill>
            <a:prstDash val="solid"/>
            <a:headEnd type="none"/>
            <a:tailEnd type="triangle"/>
          </a:ln>
        </p:spPr>
        <p:txBody>
          <a:bodyPr/>
          <a:lstStyle/>
          <a:p>
            <a:endParaRPr lang="en-US"/>
          </a:p>
        </p:txBody>
      </p:sp>
      <p:sp>
        <p:nvSpPr>
          <p:cNvPr id="5" name="Shape 3"/>
          <p:cNvSpPr/>
          <p:nvPr/>
        </p:nvSpPr>
        <p:spPr>
          <a:xfrm>
            <a:off x="594360" y="1417320"/>
            <a:ext cx="2788920" cy="4160520"/>
          </a:xfrm>
          <a:prstGeom prst="roundRect">
            <a:avLst>
              <a:gd name="adj" fmla="val 2623"/>
            </a:avLst>
          </a:prstGeom>
          <a:solidFill>
            <a:srgbClr val="FFF8F4"/>
          </a:solidFill>
          <a:ln w="12700">
            <a:solidFill>
              <a:srgbClr val="F5B89B"/>
            </a:solidFill>
            <a:prstDash val="solid"/>
          </a:ln>
          <a:effectLst>
            <a:outerShdw blurRad="15240" dist="6350" dir="2700000" algn="bl" rotWithShape="0">
              <a:srgbClr val="000000">
                <a:alpha val="12000"/>
              </a:srgbClr>
            </a:outerShdw>
          </a:effectLst>
        </p:spPr>
        <p:txBody>
          <a:bodyPr/>
          <a:lstStyle/>
          <a:p>
            <a:endParaRPr lang="en-US"/>
          </a:p>
        </p:txBody>
      </p:sp>
      <p:sp>
        <p:nvSpPr>
          <p:cNvPr id="6" name="Shape 4"/>
          <p:cNvSpPr/>
          <p:nvPr/>
        </p:nvSpPr>
        <p:spPr>
          <a:xfrm>
            <a:off x="1444752" y="1810512"/>
            <a:ext cx="1024128" cy="1024128"/>
          </a:xfrm>
          <a:prstGeom prst="ellipse">
            <a:avLst/>
          </a:prstGeom>
          <a:solidFill>
            <a:srgbClr val="FFF2B9"/>
          </a:solidFill>
          <a:ln w="12700">
            <a:solidFill>
              <a:srgbClr val="FFF2B9">
                <a:alpha val="0"/>
              </a:srgbClr>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5905" y="2035820"/>
            <a:ext cx="501823" cy="573512"/>
          </a:xfrm>
          <a:prstGeom prst="rect">
            <a:avLst/>
          </a:prstGeom>
        </p:spPr>
      </p:pic>
      <p:sp>
        <p:nvSpPr>
          <p:cNvPr id="8" name="Text 5"/>
          <p:cNvSpPr/>
          <p:nvPr/>
        </p:nvSpPr>
        <p:spPr>
          <a:xfrm>
            <a:off x="960120" y="3017520"/>
            <a:ext cx="2057400" cy="411480"/>
          </a:xfrm>
          <a:prstGeom prst="rect">
            <a:avLst/>
          </a:prstGeom>
          <a:noFill/>
          <a:ln/>
        </p:spPr>
        <p:txBody>
          <a:bodyPr wrap="square" lIns="0" tIns="0" rIns="0" bIns="0" rtlCol="0" anchor="ctr">
            <a:normAutofit/>
          </a:bodyPr>
          <a:lstStyle/>
          <a:p>
            <a:pPr marL="0" indent="0" algn="ctr">
              <a:buNone/>
            </a:pPr>
            <a:r>
              <a:rPr lang="en-US" sz="2100" b="1" dirty="0">
                <a:solidFill>
                  <a:srgbClr val="F2673A"/>
                </a:solidFill>
                <a:latin typeface="Inter" pitchFamily="34" charset="0"/>
                <a:ea typeface="Inter" pitchFamily="34" charset="-122"/>
                <a:cs typeface="Inter" pitchFamily="34" charset="-120"/>
              </a:rPr>
              <a:t>Train from scratch</a:t>
            </a:r>
            <a:endParaRPr lang="en-US" sz="2100" dirty="0"/>
          </a:p>
        </p:txBody>
      </p:sp>
      <p:sp>
        <p:nvSpPr>
          <p:cNvPr id="9" name="Text 6"/>
          <p:cNvSpPr/>
          <p:nvPr/>
        </p:nvSpPr>
        <p:spPr>
          <a:xfrm>
            <a:off x="868680" y="3703320"/>
            <a:ext cx="2240280" cy="1005840"/>
          </a:xfrm>
          <a:prstGeom prst="rect">
            <a:avLst/>
          </a:prstGeom>
          <a:noFill/>
          <a:ln/>
        </p:spPr>
        <p:txBody>
          <a:bodyPr wrap="square" lIns="0" tIns="0" rIns="0" bIns="0" rtlCol="0" anchor="t">
            <a:normAutofit/>
          </a:bodyPr>
          <a:lstStyle/>
          <a:p>
            <a:pPr marL="0" indent="0" algn="ctr">
              <a:buNone/>
            </a:pPr>
            <a:r>
              <a:rPr lang="en-US" sz="1500" dirty="0">
                <a:solidFill>
                  <a:srgbClr val="17384B"/>
                </a:solidFill>
                <a:latin typeface="Inter" pitchFamily="34" charset="0"/>
                <a:ea typeface="Inter" pitchFamily="34" charset="-122"/>
                <a:cs typeface="Inter" pitchFamily="34" charset="-120"/>
              </a:rPr>
              <a:t>Often needs a large, representative task-specific dataset.</a:t>
            </a:r>
            <a:endParaRPr lang="en-US" sz="1500" dirty="0"/>
          </a:p>
        </p:txBody>
      </p:sp>
      <p:sp>
        <p:nvSpPr>
          <p:cNvPr id="10" name="Shape 7"/>
          <p:cNvSpPr/>
          <p:nvPr/>
        </p:nvSpPr>
        <p:spPr>
          <a:xfrm>
            <a:off x="4617720" y="1417320"/>
            <a:ext cx="2971800" cy="4160520"/>
          </a:xfrm>
          <a:prstGeom prst="roundRect">
            <a:avLst>
              <a:gd name="adj" fmla="val 2462"/>
            </a:avLst>
          </a:prstGeom>
          <a:solidFill>
            <a:srgbClr val="F2FBFA"/>
          </a:solidFill>
          <a:ln w="12700">
            <a:solidFill>
              <a:srgbClr val="2AA6A4"/>
            </a:solidFill>
            <a:prstDash val="solid"/>
          </a:ln>
          <a:effectLst>
            <a:outerShdw blurRad="15240" dist="6350" dir="2700000" algn="bl" rotWithShape="0">
              <a:srgbClr val="000000">
                <a:alpha val="12000"/>
              </a:srgbClr>
            </a:outerShdw>
          </a:effectLst>
        </p:spPr>
        <p:txBody>
          <a:bodyPr/>
          <a:lstStyle/>
          <a:p>
            <a:endParaRPr lang="en-US"/>
          </a:p>
        </p:txBody>
      </p:sp>
      <p:sp>
        <p:nvSpPr>
          <p:cNvPr id="11" name="Shape 8"/>
          <p:cNvSpPr/>
          <p:nvPr/>
        </p:nvSpPr>
        <p:spPr>
          <a:xfrm>
            <a:off x="5596128" y="1810512"/>
            <a:ext cx="1024128" cy="1024128"/>
          </a:xfrm>
          <a:prstGeom prst="ellipse">
            <a:avLst/>
          </a:prstGeom>
          <a:solidFill>
            <a:srgbClr val="DDF4F1"/>
          </a:solidFill>
          <a:ln w="12700">
            <a:solidFill>
              <a:srgbClr val="DDF4F1">
                <a:alpha val="0"/>
              </a:srgbClr>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1436" y="2035820"/>
            <a:ext cx="573512" cy="573512"/>
          </a:xfrm>
          <a:prstGeom prst="rect">
            <a:avLst/>
          </a:prstGeom>
        </p:spPr>
      </p:pic>
      <p:sp>
        <p:nvSpPr>
          <p:cNvPr id="13" name="Text 9"/>
          <p:cNvSpPr/>
          <p:nvPr/>
        </p:nvSpPr>
        <p:spPr>
          <a:xfrm>
            <a:off x="4983480" y="3017520"/>
            <a:ext cx="2240280" cy="411480"/>
          </a:xfrm>
          <a:prstGeom prst="rect">
            <a:avLst/>
          </a:prstGeom>
          <a:noFill/>
          <a:ln/>
        </p:spPr>
        <p:txBody>
          <a:bodyPr wrap="square" lIns="0" tIns="0" rIns="0" bIns="0" rtlCol="0" anchor="ctr">
            <a:normAutofit/>
          </a:bodyPr>
          <a:lstStyle/>
          <a:p>
            <a:pPr marL="0" indent="0" algn="ctr">
              <a:buNone/>
            </a:pPr>
            <a:r>
              <a:rPr lang="en-US" sz="2100" b="1" dirty="0">
                <a:solidFill>
                  <a:srgbClr val="2AA6A4"/>
                </a:solidFill>
                <a:latin typeface="Inter" pitchFamily="34" charset="0"/>
                <a:ea typeface="Inter" pitchFamily="34" charset="-122"/>
                <a:cs typeface="Inter" pitchFamily="34" charset="-120"/>
              </a:rPr>
              <a:t>Pretrained model</a:t>
            </a:r>
            <a:endParaRPr lang="en-US" sz="2100" dirty="0"/>
          </a:p>
        </p:txBody>
      </p:sp>
      <p:sp>
        <p:nvSpPr>
          <p:cNvPr id="14" name="Text 10"/>
          <p:cNvSpPr/>
          <p:nvPr/>
        </p:nvSpPr>
        <p:spPr>
          <a:xfrm>
            <a:off x="4956048" y="3657600"/>
            <a:ext cx="2286000" cy="1143000"/>
          </a:xfrm>
          <a:prstGeom prst="rect">
            <a:avLst/>
          </a:prstGeom>
          <a:noFill/>
          <a:ln/>
        </p:spPr>
        <p:txBody>
          <a:bodyPr wrap="square" lIns="0" tIns="0" rIns="0" bIns="0" rtlCol="0" anchor="t">
            <a:normAutofit/>
          </a:bodyPr>
          <a:lstStyle/>
          <a:p>
            <a:pPr marL="0" indent="0" algn="ctr">
              <a:buNone/>
            </a:pPr>
            <a:r>
              <a:rPr lang="en-US" sz="1450" dirty="0">
                <a:solidFill>
                  <a:srgbClr val="17384B"/>
                </a:solidFill>
                <a:latin typeface="Inter" pitchFamily="34" charset="0"/>
                <a:ea typeface="Inter" pitchFamily="34" charset="-122"/>
                <a:cs typeface="Inter" pitchFamily="34" charset="-120"/>
              </a:rPr>
              <a:t>Already learned broadly useful representations from large-scale pretraining.</a:t>
            </a:r>
            <a:endParaRPr lang="en-US" sz="1450" dirty="0"/>
          </a:p>
        </p:txBody>
      </p:sp>
      <p:sp>
        <p:nvSpPr>
          <p:cNvPr id="15" name="Shape 11"/>
          <p:cNvSpPr/>
          <p:nvPr/>
        </p:nvSpPr>
        <p:spPr>
          <a:xfrm>
            <a:off x="8961120" y="1417320"/>
            <a:ext cx="2606040" cy="4160520"/>
          </a:xfrm>
          <a:prstGeom prst="roundRect">
            <a:avLst>
              <a:gd name="adj" fmla="val 2807"/>
            </a:avLst>
          </a:prstGeom>
          <a:solidFill>
            <a:srgbClr val="F4F7FB"/>
          </a:solidFill>
          <a:ln w="12700">
            <a:solidFill>
              <a:srgbClr val="2C6F9E"/>
            </a:solidFill>
            <a:prstDash val="solid"/>
          </a:ln>
          <a:effectLst>
            <a:outerShdw blurRad="15240" dist="6350" dir="2700000" algn="bl" rotWithShape="0">
              <a:srgbClr val="000000">
                <a:alpha val="12000"/>
              </a:srgbClr>
            </a:outerShdw>
          </a:effectLst>
        </p:spPr>
        <p:txBody>
          <a:bodyPr/>
          <a:lstStyle/>
          <a:p>
            <a:endParaRPr lang="en-US"/>
          </a:p>
        </p:txBody>
      </p:sp>
      <p:sp>
        <p:nvSpPr>
          <p:cNvPr id="16" name="Shape 12"/>
          <p:cNvSpPr/>
          <p:nvPr/>
        </p:nvSpPr>
        <p:spPr>
          <a:xfrm>
            <a:off x="9756648" y="1810512"/>
            <a:ext cx="1024128" cy="1024128"/>
          </a:xfrm>
          <a:prstGeom prst="ellipse">
            <a:avLst/>
          </a:prstGeom>
          <a:solidFill>
            <a:srgbClr val="DDEFF7"/>
          </a:solidFill>
          <a:ln w="12700">
            <a:solidFill>
              <a:srgbClr val="DDEFF7">
                <a:alpha val="0"/>
              </a:srgbClr>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1956" y="2035820"/>
            <a:ext cx="573512" cy="573512"/>
          </a:xfrm>
          <a:prstGeom prst="rect">
            <a:avLst/>
          </a:prstGeom>
        </p:spPr>
      </p:pic>
      <p:sp>
        <p:nvSpPr>
          <p:cNvPr id="18" name="Text 13"/>
          <p:cNvSpPr/>
          <p:nvPr/>
        </p:nvSpPr>
        <p:spPr>
          <a:xfrm>
            <a:off x="9281160" y="3017520"/>
            <a:ext cx="1965960" cy="411480"/>
          </a:xfrm>
          <a:prstGeom prst="rect">
            <a:avLst/>
          </a:prstGeom>
          <a:noFill/>
          <a:ln/>
        </p:spPr>
        <p:txBody>
          <a:bodyPr wrap="square" lIns="0" tIns="0" rIns="0" bIns="0" rtlCol="0" anchor="ctr">
            <a:normAutofit/>
          </a:bodyPr>
          <a:lstStyle/>
          <a:p>
            <a:pPr marL="0" indent="0" algn="ctr">
              <a:buNone/>
            </a:pPr>
            <a:r>
              <a:rPr lang="en-US" sz="2100" b="1" dirty="0">
                <a:solidFill>
                  <a:srgbClr val="2C6F9E"/>
                </a:solidFill>
                <a:latin typeface="Inter" pitchFamily="34" charset="0"/>
                <a:ea typeface="Inter" pitchFamily="34" charset="-122"/>
                <a:cs typeface="Inter" pitchFamily="34" charset="-120"/>
              </a:rPr>
              <a:t>Adapt to the task</a:t>
            </a:r>
            <a:endParaRPr lang="en-US" sz="2100" dirty="0"/>
          </a:p>
        </p:txBody>
      </p:sp>
      <p:sp>
        <p:nvSpPr>
          <p:cNvPr id="19" name="Text 14"/>
          <p:cNvSpPr/>
          <p:nvPr/>
        </p:nvSpPr>
        <p:spPr>
          <a:xfrm>
            <a:off x="9189720" y="3611880"/>
            <a:ext cx="2148840" cy="1234440"/>
          </a:xfrm>
          <a:prstGeom prst="rect">
            <a:avLst/>
          </a:prstGeom>
          <a:noFill/>
          <a:ln/>
        </p:spPr>
        <p:txBody>
          <a:bodyPr wrap="square" lIns="0" tIns="0" rIns="0" bIns="0" rtlCol="0" anchor="t">
            <a:normAutofit/>
          </a:bodyPr>
          <a:lstStyle/>
          <a:p>
            <a:pPr marL="0" indent="0" algn="ctr">
              <a:buNone/>
            </a:pPr>
            <a:r>
              <a:rPr lang="en-US" sz="1430" dirty="0">
                <a:solidFill>
                  <a:srgbClr val="17384B"/>
                </a:solidFill>
                <a:latin typeface="Inter" pitchFamily="34" charset="0"/>
                <a:ea typeface="Inter" pitchFamily="34" charset="-122"/>
                <a:cs typeface="Inter" pitchFamily="34" charset="-120"/>
              </a:rPr>
              <a:t>Prompting, retrieval, fine-tuning or transfer learning can work with much less task data.</a:t>
            </a:r>
            <a:endParaRPr lang="en-US" sz="1430" dirty="0"/>
          </a:p>
        </p:txBody>
      </p:sp>
      <p:sp>
        <p:nvSpPr>
          <p:cNvPr id="20" name="Shape 15"/>
          <p:cNvSpPr/>
          <p:nvPr/>
        </p:nvSpPr>
        <p:spPr>
          <a:xfrm>
            <a:off x="640080" y="6062472"/>
            <a:ext cx="10561320" cy="438912"/>
          </a:xfrm>
          <a:prstGeom prst="roundRect">
            <a:avLst>
              <a:gd name="adj" fmla="val 12500"/>
            </a:avLst>
          </a:prstGeom>
          <a:solidFill>
            <a:srgbClr val="F4F7F8"/>
          </a:solidFill>
          <a:ln w="12700">
            <a:solidFill>
              <a:srgbClr val="F4F7F8">
                <a:alpha val="0"/>
              </a:srgbClr>
            </a:solidFill>
            <a:prstDash val="solid"/>
          </a:ln>
        </p:spPr>
        <p:txBody>
          <a:bodyPr/>
          <a:lstStyle/>
          <a:p>
            <a:endParaRPr lang="en-US"/>
          </a:p>
        </p:txBody>
      </p:sp>
      <p:sp>
        <p:nvSpPr>
          <p:cNvPr id="21" name="Text 16"/>
          <p:cNvSpPr/>
          <p:nvPr/>
        </p:nvSpPr>
        <p:spPr>
          <a:xfrm>
            <a:off x="868680" y="6144768"/>
            <a:ext cx="10104120" cy="256032"/>
          </a:xfrm>
          <a:prstGeom prst="rect">
            <a:avLst/>
          </a:prstGeom>
          <a:noFill/>
          <a:ln/>
        </p:spPr>
        <p:txBody>
          <a:bodyPr wrap="square" lIns="0" tIns="0" rIns="0" bIns="0" rtlCol="0" anchor="ctr">
            <a:normAutofit/>
          </a:bodyPr>
          <a:lstStyle/>
          <a:p>
            <a:pPr marL="0" indent="0" algn="ctr">
              <a:buNone/>
            </a:pPr>
            <a:r>
              <a:rPr lang="en-US" sz="1350" b="1" dirty="0">
                <a:solidFill>
                  <a:srgbClr val="17384B"/>
                </a:solidFill>
                <a:latin typeface="Inter" pitchFamily="34" charset="0"/>
                <a:ea typeface="Inter" pitchFamily="34" charset="-122"/>
                <a:cs typeface="Inter" pitchFamily="34" charset="-120"/>
              </a:rPr>
              <a:t>More data helps only when it is relevant, lawful, representative and usable.</a:t>
            </a:r>
            <a:endParaRPr lang="en-US" sz="1350" dirty="0"/>
          </a:p>
        </p:txBody>
      </p:sp>
      <p:sp>
        <p:nvSpPr>
          <p:cNvPr id="25" name="Slide Number Placeholder 0"/>
          <p:cNvSpPr>
            <a:spLocks noGrp="1"/>
          </p:cNvSpPr>
          <p:nvPr>
            <p:ph type="sldNum" sz="quarter" idx="4294967295"/>
          </p:nvPr>
        </p:nvSpPr>
        <p:spPr>
          <a:xfrm>
            <a:off x="11750040" y="6537960"/>
            <a:ext cx="256032"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700">
                <a:solidFill>
                  <a:srgbClr val="8C979E"/>
                </a:solidFill>
                <a:latin typeface="Inter"/>
                <a:ea typeface="Inter"/>
                <a:cs typeface="Inter"/>
              </a:defRPr>
            </a:lvl1pPr>
          </a:lstStyle>
          <a:p>
            <a:pPr algn="r"/>
            <a:fld id="{F7021451-1387-4CA6-816F-3879F97B5CBC}" type="slidenum">
              <a:rPr lang="en-US" b="0"/>
              <a:t>4</a:t>
            </a:fld>
            <a:endParaRPr lang="en-US"/>
          </a:p>
        </p:txBody>
      </p:sp>
      <p:sp>
        <p:nvSpPr>
          <p:cNvPr id="22" name="Title 1">
            <a:extLst>
              <a:ext uri="{FF2B5EF4-FFF2-40B4-BE49-F238E27FC236}">
                <a16:creationId xmlns:a16="http://schemas.microsoft.com/office/drawing/2014/main" id="{F7042BA2-1180-470E-8CEA-1A4257656E4B}"/>
              </a:ext>
            </a:extLst>
          </p:cNvPr>
          <p:cNvSpPr txBox="1">
            <a:spLocks/>
          </p:cNvSpPr>
          <p:nvPr/>
        </p:nvSpPr>
        <p:spPr>
          <a:xfrm>
            <a:off x="253388" y="435176"/>
            <a:ext cx="11752684" cy="1116012"/>
          </a:xfrm>
          <a:prstGeom prst="rect">
            <a:avLst/>
          </a:prstGeom>
        </p:spPr>
        <p:txBody>
          <a:bodyPr/>
          <a:lst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a:lstStyle>
          <a:p>
            <a:r>
              <a:rPr lang="en-US" sz="4000" dirty="0"/>
              <a:t>Deep Learning = (not always Big) Data Course!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51B8-22FC-9EAF-B1B3-3B7EA1EF38D0}"/>
              </a:ext>
            </a:extLst>
          </p:cNvPr>
          <p:cNvSpPr>
            <a:spLocks noGrp="1"/>
          </p:cNvSpPr>
          <p:nvPr>
            <p:ph type="title"/>
          </p:nvPr>
        </p:nvSpPr>
        <p:spPr>
          <a:xfrm>
            <a:off x="217171" y="112326"/>
            <a:ext cx="11974829" cy="1116012"/>
          </a:xfrm>
        </p:spPr>
        <p:txBody>
          <a:bodyPr/>
          <a:lstStyle/>
          <a:p>
            <a:r>
              <a:rPr lang="en-US" sz="4000"/>
              <a:t>Deep </a:t>
            </a:r>
            <a:r>
              <a:rPr lang="en-US" sz="4000" dirty="0"/>
              <a:t>Learning for Analytics</a:t>
            </a:r>
            <a:br>
              <a:rPr lang="en-US" sz="4000"/>
            </a:br>
            <a:r>
              <a:rPr lang="en-US" sz="4000"/>
              <a:t>Deep </a:t>
            </a:r>
            <a:r>
              <a:rPr lang="en-US" sz="4000" dirty="0"/>
              <a:t>Learning for Operational use </a:t>
            </a:r>
            <a:r>
              <a:rPr lang="en-US" sz="1600" dirty="0"/>
              <a:t>(focus of this course)</a:t>
            </a:r>
            <a:endParaRPr lang="en-US" sz="4000" dirty="0"/>
          </a:p>
        </p:txBody>
      </p:sp>
      <p:sp>
        <p:nvSpPr>
          <p:cNvPr id="3" name="Slide Number Placeholder 2">
            <a:extLst>
              <a:ext uri="{FF2B5EF4-FFF2-40B4-BE49-F238E27FC236}">
                <a16:creationId xmlns:a16="http://schemas.microsoft.com/office/drawing/2014/main" id="{4408EB40-FCB6-3472-6AC5-03CB48797E50}"/>
              </a:ext>
            </a:extLst>
          </p:cNvPr>
          <p:cNvSpPr>
            <a:spLocks noGrp="1"/>
          </p:cNvSpPr>
          <p:nvPr>
            <p:ph type="sldNum" sz="quarter" idx="25"/>
          </p:nvPr>
        </p:nvSpPr>
        <p:spPr/>
        <p:txBody>
          <a:bodyPr/>
          <a:lstStyle/>
          <a:p>
            <a:fld id="{8B70248A-FD0F-534C-919E-E8EB9B0FC062}" type="slidenum">
              <a:rPr lang="en-BE" smtClean="0"/>
              <a:pPr/>
              <a:t>5</a:t>
            </a:fld>
            <a:endParaRPr lang="en-BE"/>
          </a:p>
        </p:txBody>
      </p:sp>
      <p:pic>
        <p:nvPicPr>
          <p:cNvPr id="38914" name="Picture 2" descr="The Difference Between Operational and Analytical Data Systems">
            <a:extLst>
              <a:ext uri="{FF2B5EF4-FFF2-40B4-BE49-F238E27FC236}">
                <a16:creationId xmlns:a16="http://schemas.microsoft.com/office/drawing/2014/main" id="{442E82E2-16BA-9557-1682-48593F9A3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93" y="1630497"/>
            <a:ext cx="5617692" cy="40182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76A8661-9424-63D8-A5A0-F59F3B7ABB32}"/>
              </a:ext>
            </a:extLst>
          </p:cNvPr>
          <p:cNvPicPr>
            <a:picLocks noChangeAspect="1"/>
          </p:cNvPicPr>
          <p:nvPr/>
        </p:nvPicPr>
        <p:blipFill>
          <a:blip r:embed="rId3"/>
          <a:stretch>
            <a:fillRect/>
          </a:stretch>
        </p:blipFill>
        <p:spPr>
          <a:xfrm>
            <a:off x="5240632" y="3899971"/>
            <a:ext cx="6951368" cy="2958029"/>
          </a:xfrm>
          <a:prstGeom prst="rect">
            <a:avLst/>
          </a:prstGeom>
        </p:spPr>
      </p:pic>
    </p:spTree>
    <p:extLst>
      <p:ext uri="{BB962C8B-B14F-4D97-AF65-F5344CB8AC3E}">
        <p14:creationId xmlns:p14="http://schemas.microsoft.com/office/powerpoint/2010/main" val="957116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0624" y="201168"/>
            <a:ext cx="10561320" cy="566928"/>
          </a:xfrm>
          <a:prstGeom prst="rect">
            <a:avLst/>
          </a:prstGeom>
          <a:noFill/>
          <a:ln/>
        </p:spPr>
        <p:txBody>
          <a:bodyPr wrap="square" lIns="0" tIns="0" rIns="0" bIns="0" rtlCol="0" anchor="ctr">
            <a:normAutofit/>
          </a:bodyPr>
          <a:lstStyle/>
          <a:p>
            <a:pPr marL="0" indent="0">
              <a:buNone/>
            </a:pPr>
            <a:r>
              <a:rPr lang="en-US" sz="2800" b="1" dirty="0">
                <a:solidFill>
                  <a:srgbClr val="F2673A"/>
                </a:solidFill>
                <a:latin typeface="Gillius ADF Cond" pitchFamily="34" charset="0"/>
                <a:ea typeface="Gillius ADF Cond" pitchFamily="34" charset="-122"/>
                <a:cs typeface="Gillius ADF Cond" pitchFamily="34" charset="-120"/>
              </a:rPr>
              <a:t>Deep Learning for analytics and for operational use</a:t>
            </a:r>
            <a:endParaRPr lang="en-US" sz="2800" dirty="0"/>
          </a:p>
        </p:txBody>
      </p:sp>
      <p:sp>
        <p:nvSpPr>
          <p:cNvPr id="3" name="Shape 1"/>
          <p:cNvSpPr/>
          <p:nvPr/>
        </p:nvSpPr>
        <p:spPr>
          <a:xfrm>
            <a:off x="6094476" y="1170432"/>
            <a:ext cx="0" cy="4727448"/>
          </a:xfrm>
          <a:prstGeom prst="line">
            <a:avLst/>
          </a:prstGeom>
          <a:noFill/>
          <a:ln w="19050">
            <a:solidFill>
              <a:srgbClr val="D7DEE2"/>
            </a:solidFill>
            <a:prstDash val="solid"/>
          </a:ln>
        </p:spPr>
        <p:txBody>
          <a:bodyPr/>
          <a:lstStyle/>
          <a:p>
            <a:endParaRPr lang="en-US"/>
          </a:p>
        </p:txBody>
      </p:sp>
      <p:sp>
        <p:nvSpPr>
          <p:cNvPr id="4" name="Shape 2"/>
          <p:cNvSpPr/>
          <p:nvPr/>
        </p:nvSpPr>
        <p:spPr>
          <a:xfrm>
            <a:off x="1051560" y="1325880"/>
            <a:ext cx="4434840" cy="329184"/>
          </a:xfrm>
          <a:prstGeom prst="roundRect">
            <a:avLst>
              <a:gd name="adj" fmla="val 16667"/>
            </a:avLst>
          </a:prstGeom>
          <a:solidFill>
            <a:srgbClr val="F2673A">
              <a:alpha val="95000"/>
            </a:srgbClr>
          </a:solidFill>
          <a:ln w="12700">
            <a:solidFill>
              <a:srgbClr val="F2673A">
                <a:alpha val="0"/>
              </a:srgbClr>
            </a:solidFill>
            <a:prstDash val="solid"/>
          </a:ln>
        </p:spPr>
        <p:txBody>
          <a:bodyPr/>
          <a:lstStyle/>
          <a:p>
            <a:endParaRPr lang="en-US"/>
          </a:p>
        </p:txBody>
      </p:sp>
      <p:sp>
        <p:nvSpPr>
          <p:cNvPr id="5" name="Text 3"/>
          <p:cNvSpPr/>
          <p:nvPr/>
        </p:nvSpPr>
        <p:spPr>
          <a:xfrm>
            <a:off x="1124712" y="1353312"/>
            <a:ext cx="4288536"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Inter" pitchFamily="34" charset="0"/>
                <a:ea typeface="Inter" pitchFamily="34" charset="-122"/>
                <a:cs typeface="Inter" pitchFamily="34" charset="-120"/>
              </a:rPr>
              <a:t>ANALYTICS / DECISION SUPPORT</a:t>
            </a:r>
            <a:endParaRPr lang="en-US" sz="1100" dirty="0"/>
          </a:p>
        </p:txBody>
      </p:sp>
      <p:sp>
        <p:nvSpPr>
          <p:cNvPr id="6" name="Shape 4"/>
          <p:cNvSpPr/>
          <p:nvPr/>
        </p:nvSpPr>
        <p:spPr>
          <a:xfrm>
            <a:off x="2633472" y="2057400"/>
            <a:ext cx="1143000" cy="1143000"/>
          </a:xfrm>
          <a:prstGeom prst="ellipse">
            <a:avLst/>
          </a:prstGeom>
          <a:solidFill>
            <a:srgbClr val="FFF2B9"/>
          </a:solidFill>
          <a:ln w="12700">
            <a:solidFill>
              <a:srgbClr val="FFF2B9">
                <a:alpha val="0"/>
              </a:srgbClr>
            </a:solidFill>
            <a:prstDash val="solid"/>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84932" y="2308860"/>
            <a:ext cx="640080" cy="640080"/>
          </a:xfrm>
          <a:prstGeom prst="rect">
            <a:avLst/>
          </a:prstGeom>
        </p:spPr>
      </p:pic>
      <p:sp>
        <p:nvSpPr>
          <p:cNvPr id="8" name="Text 5"/>
          <p:cNvSpPr/>
          <p:nvPr/>
        </p:nvSpPr>
        <p:spPr>
          <a:xfrm>
            <a:off x="1051560" y="3429000"/>
            <a:ext cx="4434840" cy="384048"/>
          </a:xfrm>
          <a:prstGeom prst="rect">
            <a:avLst/>
          </a:prstGeom>
          <a:noFill/>
          <a:ln/>
        </p:spPr>
        <p:txBody>
          <a:bodyPr wrap="square" lIns="0" tIns="0" rIns="0" bIns="0" rtlCol="0" anchor="ctr">
            <a:normAutofit/>
          </a:bodyPr>
          <a:lstStyle/>
          <a:p>
            <a:pPr marL="0" indent="0" algn="ctr">
              <a:buNone/>
            </a:pPr>
            <a:r>
              <a:rPr lang="en-US" sz="2200" b="1" dirty="0">
                <a:solidFill>
                  <a:srgbClr val="F2673A"/>
                </a:solidFill>
                <a:latin typeface="Inter" pitchFamily="34" charset="0"/>
                <a:ea typeface="Inter" pitchFamily="34" charset="-122"/>
                <a:cs typeface="Inter" pitchFamily="34" charset="-120"/>
              </a:rPr>
              <a:t>Batch or exploratory</a:t>
            </a:r>
            <a:endParaRPr lang="en-US" sz="2200" dirty="0"/>
          </a:p>
        </p:txBody>
      </p:sp>
      <p:sp>
        <p:nvSpPr>
          <p:cNvPr id="9" name="Text 6"/>
          <p:cNvSpPr/>
          <p:nvPr/>
        </p:nvSpPr>
        <p:spPr>
          <a:xfrm>
            <a:off x="1234440" y="4069080"/>
            <a:ext cx="4069080" cy="1051560"/>
          </a:xfrm>
          <a:prstGeom prst="rect">
            <a:avLst/>
          </a:prstGeom>
          <a:noFill/>
          <a:ln/>
        </p:spPr>
        <p:txBody>
          <a:bodyPr wrap="square" lIns="0" tIns="0" rIns="0" bIns="0" rtlCol="0" anchor="t">
            <a:normAutofit/>
          </a:bodyPr>
          <a:lstStyle/>
          <a:p>
            <a:pPr marL="0" indent="0" algn="ctr">
              <a:buNone/>
            </a:pPr>
            <a:r>
              <a:rPr lang="en-US" sz="1600" dirty="0">
                <a:solidFill>
                  <a:srgbClr val="17384B"/>
                </a:solidFill>
                <a:latin typeface="Inter" pitchFamily="34" charset="0"/>
                <a:ea typeface="Inter" pitchFamily="34" charset="-122"/>
                <a:cs typeface="Inter" pitchFamily="34" charset="-120"/>
              </a:rPr>
              <a:t>A person interprets predictions, patterns or generated content before acting.</a:t>
            </a:r>
            <a:endParaRPr lang="en-US" sz="1600" dirty="0"/>
          </a:p>
        </p:txBody>
      </p:sp>
      <p:sp>
        <p:nvSpPr>
          <p:cNvPr id="10" name="Text 7"/>
          <p:cNvSpPr/>
          <p:nvPr/>
        </p:nvSpPr>
        <p:spPr>
          <a:xfrm>
            <a:off x="1188720" y="5257800"/>
            <a:ext cx="4160520" cy="384048"/>
          </a:xfrm>
          <a:prstGeom prst="rect">
            <a:avLst/>
          </a:prstGeom>
          <a:noFill/>
          <a:ln/>
        </p:spPr>
        <p:txBody>
          <a:bodyPr wrap="square" lIns="0" tIns="0" rIns="0" bIns="0" rtlCol="0" anchor="ctr">
            <a:normAutofit/>
          </a:bodyPr>
          <a:lstStyle/>
          <a:p>
            <a:pPr marL="0" indent="0" algn="ctr">
              <a:buNone/>
            </a:pPr>
            <a:r>
              <a:rPr lang="en-US" sz="1250" dirty="0">
                <a:solidFill>
                  <a:srgbClr val="6E7B84"/>
                </a:solidFill>
                <a:latin typeface="Inter" pitchFamily="34" charset="0"/>
                <a:ea typeface="Inter" pitchFamily="34" charset="-122"/>
                <a:cs typeface="Inter" pitchFamily="34" charset="-120"/>
              </a:rPr>
              <a:t>Examples: churn analysis, image review, forecasting</a:t>
            </a:r>
            <a:endParaRPr lang="en-US" sz="1250" dirty="0"/>
          </a:p>
        </p:txBody>
      </p:sp>
      <p:sp>
        <p:nvSpPr>
          <p:cNvPr id="11" name="Shape 8"/>
          <p:cNvSpPr/>
          <p:nvPr/>
        </p:nvSpPr>
        <p:spPr>
          <a:xfrm>
            <a:off x="6629400" y="1325880"/>
            <a:ext cx="4434840" cy="329184"/>
          </a:xfrm>
          <a:prstGeom prst="roundRect">
            <a:avLst>
              <a:gd name="adj" fmla="val 16667"/>
            </a:avLst>
          </a:prstGeom>
          <a:solidFill>
            <a:srgbClr val="2AA6A4">
              <a:alpha val="95000"/>
            </a:srgbClr>
          </a:solidFill>
          <a:ln w="12700">
            <a:solidFill>
              <a:srgbClr val="2AA6A4">
                <a:alpha val="0"/>
              </a:srgbClr>
            </a:solidFill>
            <a:prstDash val="solid"/>
          </a:ln>
        </p:spPr>
        <p:txBody>
          <a:bodyPr/>
          <a:lstStyle/>
          <a:p>
            <a:endParaRPr lang="en-US"/>
          </a:p>
        </p:txBody>
      </p:sp>
      <p:sp>
        <p:nvSpPr>
          <p:cNvPr id="12" name="Text 9"/>
          <p:cNvSpPr/>
          <p:nvPr/>
        </p:nvSpPr>
        <p:spPr>
          <a:xfrm>
            <a:off x="6702552" y="1353312"/>
            <a:ext cx="4288536" cy="2560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Inter" pitchFamily="34" charset="0"/>
                <a:ea typeface="Inter" pitchFamily="34" charset="-122"/>
                <a:cs typeface="Inter" pitchFamily="34" charset="-120"/>
              </a:rPr>
              <a:t>OPERATIONAL / EMBEDDED AI</a:t>
            </a:r>
            <a:endParaRPr lang="en-US" sz="1100" dirty="0"/>
          </a:p>
        </p:txBody>
      </p:sp>
      <p:sp>
        <p:nvSpPr>
          <p:cNvPr id="13" name="Shape 10"/>
          <p:cNvSpPr/>
          <p:nvPr/>
        </p:nvSpPr>
        <p:spPr>
          <a:xfrm>
            <a:off x="8211312" y="2057400"/>
            <a:ext cx="1143000" cy="1143000"/>
          </a:xfrm>
          <a:prstGeom prst="ellipse">
            <a:avLst/>
          </a:prstGeom>
          <a:solidFill>
            <a:srgbClr val="DDF4F1"/>
          </a:solidFill>
          <a:ln w="12700">
            <a:solidFill>
              <a:srgbClr val="DDF4F1">
                <a:alpha val="0"/>
              </a:srgbClr>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62772" y="2372868"/>
            <a:ext cx="640080" cy="512064"/>
          </a:xfrm>
          <a:prstGeom prst="rect">
            <a:avLst/>
          </a:prstGeom>
        </p:spPr>
      </p:pic>
      <p:sp>
        <p:nvSpPr>
          <p:cNvPr id="15" name="Text 11"/>
          <p:cNvSpPr/>
          <p:nvPr/>
        </p:nvSpPr>
        <p:spPr>
          <a:xfrm>
            <a:off x="6629400" y="3429000"/>
            <a:ext cx="4434840" cy="384048"/>
          </a:xfrm>
          <a:prstGeom prst="rect">
            <a:avLst/>
          </a:prstGeom>
          <a:noFill/>
          <a:ln/>
        </p:spPr>
        <p:txBody>
          <a:bodyPr wrap="square" lIns="0" tIns="0" rIns="0" bIns="0" rtlCol="0" anchor="ctr">
            <a:normAutofit/>
          </a:bodyPr>
          <a:lstStyle/>
          <a:p>
            <a:pPr marL="0" indent="0" algn="ctr">
              <a:buNone/>
            </a:pPr>
            <a:r>
              <a:rPr lang="en-US" sz="2200" b="1" dirty="0">
                <a:solidFill>
                  <a:srgbClr val="2AA6A4"/>
                </a:solidFill>
                <a:latin typeface="Inter" pitchFamily="34" charset="0"/>
                <a:ea typeface="Inter" pitchFamily="34" charset="-122"/>
                <a:cs typeface="Inter" pitchFamily="34" charset="-120"/>
              </a:rPr>
              <a:t>Real-time or automated</a:t>
            </a:r>
            <a:endParaRPr lang="en-US" sz="2200" dirty="0"/>
          </a:p>
        </p:txBody>
      </p:sp>
      <p:sp>
        <p:nvSpPr>
          <p:cNvPr id="16" name="Text 12"/>
          <p:cNvSpPr/>
          <p:nvPr/>
        </p:nvSpPr>
        <p:spPr>
          <a:xfrm>
            <a:off x="6812280" y="4069080"/>
            <a:ext cx="4069080" cy="1051560"/>
          </a:xfrm>
          <a:prstGeom prst="rect">
            <a:avLst/>
          </a:prstGeom>
          <a:noFill/>
          <a:ln/>
        </p:spPr>
        <p:txBody>
          <a:bodyPr wrap="square" lIns="0" tIns="0" rIns="0" bIns="0" rtlCol="0" anchor="t">
            <a:normAutofit/>
          </a:bodyPr>
          <a:lstStyle/>
          <a:p>
            <a:pPr marL="0" indent="0" algn="ctr">
              <a:buNone/>
            </a:pPr>
            <a:r>
              <a:rPr lang="en-US" sz="1600" dirty="0">
                <a:solidFill>
                  <a:srgbClr val="17384B"/>
                </a:solidFill>
                <a:latin typeface="Inter" pitchFamily="34" charset="0"/>
                <a:ea typeface="Inter" pitchFamily="34" charset="-122"/>
                <a:cs typeface="Inter" pitchFamily="34" charset="-120"/>
              </a:rPr>
              <a:t>The model is part of a running application and may trigger actions directly.</a:t>
            </a:r>
            <a:endParaRPr lang="en-US" sz="1600" dirty="0"/>
          </a:p>
        </p:txBody>
      </p:sp>
      <p:sp>
        <p:nvSpPr>
          <p:cNvPr id="17" name="Text 13"/>
          <p:cNvSpPr/>
          <p:nvPr/>
        </p:nvSpPr>
        <p:spPr>
          <a:xfrm>
            <a:off x="6766560" y="5257800"/>
            <a:ext cx="4160520" cy="384048"/>
          </a:xfrm>
          <a:prstGeom prst="rect">
            <a:avLst/>
          </a:prstGeom>
          <a:noFill/>
          <a:ln/>
        </p:spPr>
        <p:txBody>
          <a:bodyPr wrap="square" lIns="0" tIns="0" rIns="0" bIns="0" rtlCol="0" anchor="ctr">
            <a:normAutofit/>
          </a:bodyPr>
          <a:lstStyle/>
          <a:p>
            <a:pPr marL="0" indent="0" algn="ctr">
              <a:buNone/>
            </a:pPr>
            <a:r>
              <a:rPr lang="en-US" sz="1250" dirty="0">
                <a:solidFill>
                  <a:srgbClr val="6E7B84"/>
                </a:solidFill>
                <a:latin typeface="Inter" pitchFamily="34" charset="0"/>
                <a:ea typeface="Inter" pitchFamily="34" charset="-122"/>
                <a:cs typeface="Inter" pitchFamily="34" charset="-120"/>
              </a:rPr>
              <a:t>Examples: fraud blocking, recommendations, agents</a:t>
            </a:r>
            <a:endParaRPr lang="en-US" sz="1250" dirty="0"/>
          </a:p>
        </p:txBody>
      </p:sp>
      <p:sp>
        <p:nvSpPr>
          <p:cNvPr id="18" name="Shape 14"/>
          <p:cNvSpPr/>
          <p:nvPr/>
        </p:nvSpPr>
        <p:spPr>
          <a:xfrm>
            <a:off x="640080" y="6062472"/>
            <a:ext cx="10561320" cy="438912"/>
          </a:xfrm>
          <a:prstGeom prst="roundRect">
            <a:avLst>
              <a:gd name="adj" fmla="val 12500"/>
            </a:avLst>
          </a:prstGeom>
          <a:solidFill>
            <a:srgbClr val="F4F7F8"/>
          </a:solidFill>
          <a:ln w="12700">
            <a:solidFill>
              <a:srgbClr val="F4F7F8">
                <a:alpha val="0"/>
              </a:srgbClr>
            </a:solidFill>
            <a:prstDash val="solid"/>
          </a:ln>
        </p:spPr>
        <p:txBody>
          <a:bodyPr/>
          <a:lstStyle/>
          <a:p>
            <a:endParaRPr lang="en-US"/>
          </a:p>
        </p:txBody>
      </p:sp>
      <p:sp>
        <p:nvSpPr>
          <p:cNvPr id="19" name="Text 15"/>
          <p:cNvSpPr/>
          <p:nvPr/>
        </p:nvSpPr>
        <p:spPr>
          <a:xfrm>
            <a:off x="868680" y="6144768"/>
            <a:ext cx="10104120" cy="256032"/>
          </a:xfrm>
          <a:prstGeom prst="rect">
            <a:avLst/>
          </a:prstGeom>
          <a:noFill/>
          <a:ln/>
        </p:spPr>
        <p:txBody>
          <a:bodyPr wrap="square" lIns="0" tIns="0" rIns="0" bIns="0" rtlCol="0" anchor="ctr">
            <a:normAutofit/>
          </a:bodyPr>
          <a:lstStyle/>
          <a:p>
            <a:pPr marL="0" indent="0" algn="ctr">
              <a:buNone/>
            </a:pPr>
            <a:r>
              <a:rPr lang="en-US" sz="1350" b="1" dirty="0">
                <a:solidFill>
                  <a:srgbClr val="17384B"/>
                </a:solidFill>
                <a:latin typeface="Inter" pitchFamily="34" charset="0"/>
                <a:ea typeface="Inter" pitchFamily="34" charset="-122"/>
                <a:cs typeface="Inter" pitchFamily="34" charset="-120"/>
              </a:rPr>
              <a:t>Operational AI requires software engineering, monitoring and safeguards around the model.</a:t>
            </a:r>
            <a:endParaRPr lang="en-US" sz="1350" dirty="0"/>
          </a:p>
        </p:txBody>
      </p:sp>
      <p:sp>
        <p:nvSpPr>
          <p:cNvPr id="25" name="Slide Number Placeholder 0"/>
          <p:cNvSpPr>
            <a:spLocks noGrp="1"/>
          </p:cNvSpPr>
          <p:nvPr>
            <p:ph type="sldNum" sz="quarter" idx="4294967295"/>
          </p:nvPr>
        </p:nvSpPr>
        <p:spPr>
          <a:xfrm>
            <a:off x="11750040" y="6537960"/>
            <a:ext cx="256032"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700">
                <a:solidFill>
                  <a:srgbClr val="8C979E"/>
                </a:solidFill>
                <a:latin typeface="Inter"/>
                <a:ea typeface="Inter"/>
                <a:cs typeface="Inter"/>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uz="http://schemas.microsoft.com/office/powerpoint/2016/summaryzoom" Requires="psuz">
          <p:graphicFrame>
            <p:nvGraphicFramePr>
              <p:cNvPr id="6" name="Summary Zoom 5">
                <a:extLst>
                  <a:ext uri="{FF2B5EF4-FFF2-40B4-BE49-F238E27FC236}">
                    <a16:creationId xmlns:a16="http://schemas.microsoft.com/office/drawing/2014/main" id="{D03809C8-8408-449E-9B8C-A43A50DA6AE7}"/>
                  </a:ext>
                </a:extLst>
              </p:cNvPr>
              <p:cNvGraphicFramePr>
                <a:graphicFrameLocks noChangeAspect="1"/>
              </p:cNvGraphicFramePr>
              <p:nvPr>
                <p:extLst>
                  <p:ext uri="{D42A27DB-BD31-4B8C-83A1-F6EECF244321}">
                    <p14:modId xmlns:p14="http://schemas.microsoft.com/office/powerpoint/2010/main" val="996474405"/>
                  </p:ext>
                </p:extLst>
              </p:nvPr>
            </p:nvGraphicFramePr>
            <p:xfrm>
              <a:off x="0" y="719666"/>
              <a:ext cx="12192000" cy="6138334"/>
            </p:xfrm>
            <a:graphic>
              <a:graphicData uri="http://schemas.microsoft.com/office/powerpoint/2016/summaryzoom">
                <psuz:summaryZm>
                  <psuz:summaryZmObj sectionId="{408DB2B3-FF9E-4BA9-ABF0-6C102A55E982}" offsetFactorX="26016" offsetFactorY="-15612" scaleFactorX="118110" scaleFactorY="122485">
                    <psuz:zmPr id="{48A6F9FD-6B47-4EBE-B10F-5A0910C13C42}" transitionDur="1000">
                      <p166:blipFill xmlns:p166="http://schemas.microsoft.com/office/powerpoint/2016/6/main">
                        <a:blip r:embed="rId2"/>
                        <a:stretch>
                          <a:fillRect/>
                        </a:stretch>
                      </p166:blipFill>
                      <p166:spPr xmlns:p166="http://schemas.microsoft.com/office/powerpoint/2016/6/main">
                        <a:xfrm>
                          <a:off x="1092806" y="390683"/>
                          <a:ext cx="4319991" cy="2520006"/>
                        </a:xfrm>
                        <a:prstGeom prst="rect">
                          <a:avLst/>
                        </a:prstGeom>
                        <a:ln w="3175">
                          <a:solidFill>
                            <a:srgbClr val="000A1E"/>
                          </a:solidFill>
                        </a:ln>
                      </p166:spPr>
                    </psuz:zmPr>
                  </psuz:summaryZmObj>
                  <psuz:summaryZmObj sectionId="{F2BB97E8-F1B2-4A68-B5E7-6A3EA382A346}" offsetFactorX="82232" offsetFactorY="-13811" scaleFactorX="118110" scaleFactorY="122485">
                    <psuz:zmPr id="{497A6EC9-E805-4845-9E83-1E1DD96D37CE}" transitionDur="1000">
                      <p166:blipFill xmlns:p166="http://schemas.microsoft.com/office/powerpoint/2016/6/main">
                        <a:blip r:embed="rId3"/>
                        <a:stretch>
                          <a:fillRect/>
                        </a:stretch>
                      </p166:blipFill>
                      <p166:spPr xmlns:p166="http://schemas.microsoft.com/office/powerpoint/2016/6/main">
                        <a:xfrm>
                          <a:off x="6943723" y="427736"/>
                          <a:ext cx="4319991" cy="2520006"/>
                        </a:xfrm>
                        <a:prstGeom prst="rect">
                          <a:avLst/>
                        </a:prstGeom>
                        <a:ln w="3175">
                          <a:solidFill>
                            <a:srgbClr val="000A1E"/>
                          </a:solidFill>
                        </a:ln>
                      </p166:spPr>
                    </psuz:zmPr>
                  </psuz:summaryZmObj>
                  <psuz:summaryZmObj sectionId="{C358714F-2F31-48D2-B92F-565181733014}" offsetFactorX="-103750" offsetFactorY="91693" scaleFactorX="69484" scaleFactorY="70587">
                    <psuz:zmPr id="{920C2521-4AFE-4DA5-97F0-7E07437BA09E}" transitionDur="1000">
                      <p166:blipFill xmlns:p166="http://schemas.microsoft.com/office/powerpoint/2016/6/main">
                        <a:blip r:embed="rId4"/>
                        <a:stretch>
                          <a:fillRect/>
                        </a:stretch>
                      </p166:blipFill>
                      <p166:spPr xmlns:p166="http://schemas.microsoft.com/office/powerpoint/2016/6/main">
                        <a:xfrm>
                          <a:off x="4825277" y="3132251"/>
                          <a:ext cx="2541446" cy="1452256"/>
                        </a:xfrm>
                        <a:prstGeom prst="rect">
                          <a:avLst/>
                        </a:prstGeom>
                        <a:ln w="3175">
                          <a:solidFill>
                            <a:srgbClr val="000A1E"/>
                          </a:solidFill>
                        </a:ln>
                      </p166:spPr>
                    </psuz:zmPr>
                  </psuz:summaryZmObj>
                  <psuz:summaryZmObj sectionId="{BB25332E-6008-4819-8467-E787058B0DA2}" offsetFactorX="18912" offsetFactorY="43350" scaleFactorX="88583" scaleFactorY="104987">
                    <psuz:zmPr id="{F2939FFE-A075-439B-8725-D5666EAD2272}" transitionDur="1000">
                      <p166:blipFill xmlns:p166="http://schemas.microsoft.com/office/powerpoint/2016/6/main">
                        <a:blip r:embed="rId5"/>
                        <a:stretch>
                          <a:fillRect/>
                        </a:stretch>
                      </p166:blipFill>
                      <p166:spPr xmlns:p166="http://schemas.microsoft.com/office/powerpoint/2016/6/main">
                        <a:xfrm>
                          <a:off x="1372960" y="3978329"/>
                          <a:ext cx="3240011" cy="2160002"/>
                        </a:xfrm>
                        <a:prstGeom prst="rect">
                          <a:avLst/>
                        </a:prstGeom>
                        <a:ln w="3175">
                          <a:solidFill>
                            <a:srgbClr val="000A1E"/>
                          </a:solidFill>
                        </a:ln>
                      </p166:spPr>
                    </psuz:zmPr>
                  </psuz:summaryZmObj>
                  <psuz:summaryZmObj sectionId="{1AE81453-CE2B-453A-BC76-E795037AF841}" offsetFactorX="84112" offsetFactorY="43350" scaleFactorX="88583" scaleFactorY="104987">
                    <psuz:zmPr id="{87BB066E-75E0-44DC-85E2-55E64DAEB642}" transitionDur="1000">
                      <p166:blipFill xmlns:p166="http://schemas.microsoft.com/office/powerpoint/2016/6/main">
                        <a:blip r:embed="rId6"/>
                        <a:stretch>
                          <a:fillRect/>
                        </a:stretch>
                      </p166:blipFill>
                      <p166:spPr xmlns:p166="http://schemas.microsoft.com/office/powerpoint/2016/6/main">
                        <a:xfrm>
                          <a:off x="7552476" y="3978329"/>
                          <a:ext cx="3240011" cy="2160002"/>
                        </a:xfrm>
                        <a:prstGeom prst="rect">
                          <a:avLst/>
                        </a:prstGeom>
                        <a:ln w="3175">
                          <a:solidFill>
                            <a:srgbClr val="000A1E"/>
                          </a:solidFill>
                        </a:ln>
                      </p166:spPr>
                    </psuz:zmPr>
                  </psuz:summaryZmObj>
                  <psuz:gridLayout/>
                </psuz:summaryZm>
              </a:graphicData>
            </a:graphic>
          </p:graphicFrame>
        </mc:Choice>
        <mc:Fallback>
          <p:grpSp>
            <p:nvGrpSpPr>
              <p:cNvPr id="6" name="Summary Zoom 5">
                <a:extLst>
                  <a:ext uri="{FF2B5EF4-FFF2-40B4-BE49-F238E27FC236}">
                    <a16:creationId xmlns:a16="http://schemas.microsoft.com/office/drawing/2014/main" id="{D03809C8-8408-449E-9B8C-A43A50DA6AE7}"/>
                  </a:ext>
                </a:extLst>
              </p:cNvPr>
              <p:cNvGrpSpPr>
                <a:grpSpLocks noGrp="1" noUngrp="1" noRot="1" noChangeAspect="1" noMove="1" noResize="1"/>
              </p:cNvGrpSpPr>
              <p:nvPr/>
            </p:nvGrpSpPr>
            <p:grpSpPr>
              <a:xfrm>
                <a:off x="0" y="719666"/>
                <a:ext cx="12192000" cy="6138334"/>
                <a:chOff x="0" y="719666"/>
                <a:chExt cx="12192000" cy="6138334"/>
              </a:xfrm>
            </p:grpSpPr>
            <p:pic>
              <p:nvPicPr>
                <p:cNvPr id="2" name="Picture 2">
                  <a:hlinkClick r:id="rId7"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092806" y="1110349"/>
                  <a:ext cx="4319991" cy="2520006"/>
                </a:xfrm>
                <a:prstGeom prst="rect">
                  <a:avLst/>
                </a:prstGeom>
                <a:ln w="3175">
                  <a:solidFill>
                    <a:srgbClr val="000A1E"/>
                  </a:solidFill>
                </a:ln>
              </p:spPr>
            </p:pic>
            <p:pic>
              <p:nvPicPr>
                <p:cNvPr id="3" name="Picture 3">
                  <a:hlinkClick r:id="rId8"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943723" y="1147402"/>
                  <a:ext cx="4319991" cy="2520006"/>
                </a:xfrm>
                <a:prstGeom prst="rect">
                  <a:avLst/>
                </a:prstGeom>
                <a:ln w="3175">
                  <a:solidFill>
                    <a:srgbClr val="000A1E"/>
                  </a:solidFill>
                </a:ln>
              </p:spPr>
            </p:pic>
            <p:pic>
              <p:nvPicPr>
                <p:cNvPr id="4" name="Picture 4">
                  <a:hlinkClick r:id="rId9"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4825277" y="3851917"/>
                  <a:ext cx="2541446" cy="1452256"/>
                </a:xfrm>
                <a:prstGeom prst="rect">
                  <a:avLst/>
                </a:prstGeom>
                <a:ln w="3175">
                  <a:solidFill>
                    <a:srgbClr val="000A1E"/>
                  </a:solidFill>
                </a:ln>
              </p:spPr>
            </p:pic>
            <p:pic>
              <p:nvPicPr>
                <p:cNvPr id="5" name="Picture 5">
                  <a:hlinkClick r:id="rId10"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1372960" y="4697995"/>
                  <a:ext cx="3240011" cy="2160002"/>
                </a:xfrm>
                <a:prstGeom prst="rect">
                  <a:avLst/>
                </a:prstGeom>
                <a:ln w="3175">
                  <a:solidFill>
                    <a:srgbClr val="000A1E"/>
                  </a:solidFill>
                </a:ln>
              </p:spPr>
            </p:pic>
            <p:pic>
              <p:nvPicPr>
                <p:cNvPr id="7" name="Picture 7">
                  <a:hlinkClick r:id="rId11"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7552476" y="4697995"/>
                  <a:ext cx="3240011" cy="2160002"/>
                </a:xfrm>
                <a:prstGeom prst="rect">
                  <a:avLst/>
                </a:prstGeom>
                <a:ln w="3175">
                  <a:solidFill>
                    <a:srgbClr val="000A1E"/>
                  </a:solidFill>
                </a:ln>
              </p:spPr>
            </p:pic>
          </p:grpSp>
        </mc:Fallback>
      </mc:AlternateContent>
    </p:spTree>
    <p:extLst>
      <p:ext uri="{BB962C8B-B14F-4D97-AF65-F5344CB8AC3E}">
        <p14:creationId xmlns:p14="http://schemas.microsoft.com/office/powerpoint/2010/main" val="746938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132,212 Big Data Icon Royalty-Free Images, Stock Photos ...">
            <a:extLst>
              <a:ext uri="{FF2B5EF4-FFF2-40B4-BE49-F238E27FC236}">
                <a16:creationId xmlns:a16="http://schemas.microsoft.com/office/drawing/2014/main" id="{D7AE8954-A835-5C56-D063-06C1CBDE44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286"/>
          <a:stretch/>
        </p:blipFill>
        <p:spPr bwMode="auto">
          <a:xfrm>
            <a:off x="2590815" y="0"/>
            <a:ext cx="7010369" cy="684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65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01A36-96E2-307E-8602-BD831963D4FD}"/>
              </a:ext>
            </a:extLst>
          </p:cNvPr>
          <p:cNvSpPr>
            <a:spLocks noGrp="1"/>
          </p:cNvSpPr>
          <p:nvPr>
            <p:ph type="title"/>
          </p:nvPr>
        </p:nvSpPr>
        <p:spPr/>
        <p:txBody>
          <a:bodyPr/>
          <a:lstStyle/>
          <a:p>
            <a:r>
              <a:rPr lang="en-US"/>
              <a:t>5 V’s of Big Data – The Challenges!</a:t>
            </a:r>
          </a:p>
        </p:txBody>
      </p:sp>
      <p:sp>
        <p:nvSpPr>
          <p:cNvPr id="3" name="Slide Number Placeholder 2">
            <a:extLst>
              <a:ext uri="{FF2B5EF4-FFF2-40B4-BE49-F238E27FC236}">
                <a16:creationId xmlns:a16="http://schemas.microsoft.com/office/drawing/2014/main" id="{AE209C14-9F64-E676-5256-FF7F0741497E}"/>
              </a:ext>
            </a:extLst>
          </p:cNvPr>
          <p:cNvSpPr>
            <a:spLocks noGrp="1"/>
          </p:cNvSpPr>
          <p:nvPr>
            <p:ph type="sldNum" sz="quarter" idx="25"/>
          </p:nvPr>
        </p:nvSpPr>
        <p:spPr/>
        <p:txBody>
          <a:bodyPr/>
          <a:lstStyle/>
          <a:p>
            <a:fld id="{8B70248A-FD0F-534C-919E-E8EB9B0FC062}" type="slidenum">
              <a:rPr lang="en-BE" smtClean="0"/>
              <a:pPr/>
              <a:t>9</a:t>
            </a:fld>
            <a:endParaRPr lang="en-BE"/>
          </a:p>
        </p:txBody>
      </p:sp>
      <p:sp>
        <p:nvSpPr>
          <p:cNvPr id="4" name="Text Placeholder 3">
            <a:extLst>
              <a:ext uri="{FF2B5EF4-FFF2-40B4-BE49-F238E27FC236}">
                <a16:creationId xmlns:a16="http://schemas.microsoft.com/office/drawing/2014/main" id="{7B3A988D-375A-EF38-68C7-579297D82C05}"/>
              </a:ext>
            </a:extLst>
          </p:cNvPr>
          <p:cNvSpPr>
            <a:spLocks noGrp="1"/>
          </p:cNvSpPr>
          <p:nvPr>
            <p:ph type="body" sz="quarter" idx="31"/>
          </p:nvPr>
        </p:nvSpPr>
        <p:spPr/>
        <p:txBody>
          <a:bodyPr/>
          <a:lstStyle/>
          <a:p>
            <a:endParaRPr lang="en-US"/>
          </a:p>
        </p:txBody>
      </p:sp>
      <p:pic>
        <p:nvPicPr>
          <p:cNvPr id="5" name="Picture 2" descr="5 V's pf Big data">
            <a:extLst>
              <a:ext uri="{FF2B5EF4-FFF2-40B4-BE49-F238E27FC236}">
                <a16:creationId xmlns:a16="http://schemas.microsoft.com/office/drawing/2014/main" id="{62C61039-5F9E-5A0D-528F-D560371CF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297" y="1238996"/>
            <a:ext cx="9355403" cy="5619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22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3D15-B640-3F6C-AA1B-4925B1B82FEF}"/>
              </a:ext>
            </a:extLst>
          </p:cNvPr>
          <p:cNvSpPr>
            <a:spLocks noGrp="1"/>
          </p:cNvSpPr>
          <p:nvPr>
            <p:ph type="title"/>
          </p:nvPr>
        </p:nvSpPr>
        <p:spPr/>
        <p:txBody>
          <a:bodyPr/>
          <a:lstStyle/>
          <a:p>
            <a:r>
              <a:rPr lang="en-US"/>
              <a:t>Volume</a:t>
            </a:r>
            <a:br>
              <a:rPr lang="en-US"/>
            </a:br>
            <a:r>
              <a:rPr lang="en-US" sz="3200"/>
              <a:t>‘The Explosion of Data’</a:t>
            </a:r>
            <a:endParaRPr lang="en-US"/>
          </a:p>
        </p:txBody>
      </p:sp>
      <p:sp>
        <p:nvSpPr>
          <p:cNvPr id="3" name="Slide Number Placeholder 2">
            <a:extLst>
              <a:ext uri="{FF2B5EF4-FFF2-40B4-BE49-F238E27FC236}">
                <a16:creationId xmlns:a16="http://schemas.microsoft.com/office/drawing/2014/main" id="{E6038E24-ADE1-2E65-9CC0-9E92469AE823}"/>
              </a:ext>
            </a:extLst>
          </p:cNvPr>
          <p:cNvSpPr>
            <a:spLocks noGrp="1"/>
          </p:cNvSpPr>
          <p:nvPr>
            <p:ph type="sldNum" sz="quarter" idx="25"/>
          </p:nvPr>
        </p:nvSpPr>
        <p:spPr/>
        <p:txBody>
          <a:bodyPr/>
          <a:lstStyle/>
          <a:p>
            <a:fld id="{8B70248A-FD0F-534C-919E-E8EB9B0FC062}" type="slidenum">
              <a:rPr lang="en-BE" smtClean="0"/>
              <a:pPr/>
              <a:t>10</a:t>
            </a:fld>
            <a:endParaRPr lang="en-BE"/>
          </a:p>
        </p:txBody>
      </p:sp>
      <p:sp>
        <p:nvSpPr>
          <p:cNvPr id="4" name="Text Placeholder 3">
            <a:extLst>
              <a:ext uri="{FF2B5EF4-FFF2-40B4-BE49-F238E27FC236}">
                <a16:creationId xmlns:a16="http://schemas.microsoft.com/office/drawing/2014/main" id="{2DEDD150-EAC2-A5F4-08FE-720F203763A9}"/>
              </a:ext>
            </a:extLst>
          </p:cNvPr>
          <p:cNvSpPr>
            <a:spLocks noGrp="1"/>
          </p:cNvSpPr>
          <p:nvPr>
            <p:ph type="body" sz="quarter" idx="31"/>
          </p:nvPr>
        </p:nvSpPr>
        <p:spPr/>
        <p:txBody>
          <a:bodyPr/>
          <a:lstStyle/>
          <a:p>
            <a:endParaRPr lang="en-US"/>
          </a:p>
        </p:txBody>
      </p:sp>
      <p:pic>
        <p:nvPicPr>
          <p:cNvPr id="5" name="Content Placeholder 16">
            <a:extLst>
              <a:ext uri="{FF2B5EF4-FFF2-40B4-BE49-F238E27FC236}">
                <a16:creationId xmlns:a16="http://schemas.microsoft.com/office/drawing/2014/main" id="{4F1BB396-E074-86FB-DFF7-FA098930DC60}"/>
              </a:ext>
            </a:extLst>
          </p:cNvPr>
          <p:cNvPicPr>
            <a:picLocks noChangeAspect="1"/>
          </p:cNvPicPr>
          <p:nvPr/>
        </p:nvPicPr>
        <p:blipFill>
          <a:blip r:embed="rId2"/>
          <a:stretch>
            <a:fillRect/>
          </a:stretch>
        </p:blipFill>
        <p:spPr>
          <a:xfrm>
            <a:off x="0" y="1479313"/>
            <a:ext cx="12192000" cy="5411305"/>
          </a:xfrm>
          <a:prstGeom prst="rect">
            <a:avLst/>
          </a:prstGeom>
        </p:spPr>
      </p:pic>
    </p:spTree>
    <p:extLst>
      <p:ext uri="{BB962C8B-B14F-4D97-AF65-F5344CB8AC3E}">
        <p14:creationId xmlns:p14="http://schemas.microsoft.com/office/powerpoint/2010/main" val="416584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417A-3B6D-28E2-0E4C-71943529C2DA}"/>
              </a:ext>
            </a:extLst>
          </p:cNvPr>
          <p:cNvSpPr>
            <a:spLocks noGrp="1"/>
          </p:cNvSpPr>
          <p:nvPr>
            <p:ph type="title"/>
          </p:nvPr>
        </p:nvSpPr>
        <p:spPr/>
        <p:txBody>
          <a:bodyPr/>
          <a:lstStyle/>
          <a:p>
            <a:r>
              <a:rPr lang="en-US" dirty="0"/>
              <a:t>Velocity</a:t>
            </a:r>
            <a:br>
              <a:rPr lang="en-US" dirty="0"/>
            </a:br>
            <a:r>
              <a:rPr lang="en-US" sz="3600" dirty="0">
                <a:hlinkClick r:id="rId2"/>
              </a:rPr>
              <a:t>https://betfy.co.uk/internet-realtime/</a:t>
            </a:r>
            <a:endParaRPr lang="en-US" dirty="0"/>
          </a:p>
        </p:txBody>
      </p:sp>
      <p:sp>
        <p:nvSpPr>
          <p:cNvPr id="3" name="Slide Number Placeholder 2">
            <a:extLst>
              <a:ext uri="{FF2B5EF4-FFF2-40B4-BE49-F238E27FC236}">
                <a16:creationId xmlns:a16="http://schemas.microsoft.com/office/drawing/2014/main" id="{F461534E-0712-6F5A-DF4B-59873E71E23D}"/>
              </a:ext>
            </a:extLst>
          </p:cNvPr>
          <p:cNvSpPr>
            <a:spLocks noGrp="1"/>
          </p:cNvSpPr>
          <p:nvPr>
            <p:ph type="sldNum" sz="quarter" idx="25"/>
          </p:nvPr>
        </p:nvSpPr>
        <p:spPr/>
        <p:txBody>
          <a:bodyPr/>
          <a:lstStyle/>
          <a:p>
            <a:fld id="{8B70248A-FD0F-534C-919E-E8EB9B0FC062}" type="slidenum">
              <a:rPr lang="en-BE" smtClean="0"/>
              <a:pPr/>
              <a:t>11</a:t>
            </a:fld>
            <a:endParaRPr lang="en-BE"/>
          </a:p>
        </p:txBody>
      </p:sp>
      <p:sp>
        <p:nvSpPr>
          <p:cNvPr id="4" name="Text Placeholder 3">
            <a:extLst>
              <a:ext uri="{FF2B5EF4-FFF2-40B4-BE49-F238E27FC236}">
                <a16:creationId xmlns:a16="http://schemas.microsoft.com/office/drawing/2014/main" id="{D91DE2BA-1779-FFA3-42B1-FBFB18865D0B}"/>
              </a:ext>
            </a:extLst>
          </p:cNvPr>
          <p:cNvSpPr>
            <a:spLocks noGrp="1"/>
          </p:cNvSpPr>
          <p:nvPr>
            <p:ph type="body" sz="quarter" idx="31"/>
          </p:nvPr>
        </p:nvSpPr>
        <p:spPr/>
        <p:txBody>
          <a:bodyPr/>
          <a:lstStyle/>
          <a:p>
            <a:endParaRPr lang="en-US"/>
          </a:p>
        </p:txBody>
      </p:sp>
      <p:pic>
        <p:nvPicPr>
          <p:cNvPr id="5" name="Picture 4">
            <a:extLst>
              <a:ext uri="{FF2B5EF4-FFF2-40B4-BE49-F238E27FC236}">
                <a16:creationId xmlns:a16="http://schemas.microsoft.com/office/drawing/2014/main" id="{E6DF2548-5950-E7A5-EEF0-A24E81D2952A}"/>
              </a:ext>
            </a:extLst>
          </p:cNvPr>
          <p:cNvPicPr>
            <a:picLocks noChangeAspect="1"/>
          </p:cNvPicPr>
          <p:nvPr/>
        </p:nvPicPr>
        <p:blipFill>
          <a:blip r:embed="rId3"/>
          <a:stretch>
            <a:fillRect/>
          </a:stretch>
        </p:blipFill>
        <p:spPr>
          <a:xfrm>
            <a:off x="6812832" y="2703550"/>
            <a:ext cx="4145280" cy="4154450"/>
          </a:xfrm>
          <a:prstGeom prst="rect">
            <a:avLst/>
          </a:prstGeom>
        </p:spPr>
      </p:pic>
      <p:pic>
        <p:nvPicPr>
          <p:cNvPr id="8" name="Picture 7">
            <a:extLst>
              <a:ext uri="{FF2B5EF4-FFF2-40B4-BE49-F238E27FC236}">
                <a16:creationId xmlns:a16="http://schemas.microsoft.com/office/drawing/2014/main" id="{04B16874-3D9A-4B3B-A512-99B853D57C60}"/>
              </a:ext>
            </a:extLst>
          </p:cNvPr>
          <p:cNvPicPr>
            <a:picLocks noChangeAspect="1"/>
          </p:cNvPicPr>
          <p:nvPr/>
        </p:nvPicPr>
        <p:blipFill>
          <a:blip r:embed="rId4"/>
          <a:stretch>
            <a:fillRect/>
          </a:stretch>
        </p:blipFill>
        <p:spPr>
          <a:xfrm>
            <a:off x="1315587" y="1628775"/>
            <a:ext cx="4534812" cy="5229225"/>
          </a:xfrm>
          <a:prstGeom prst="rect">
            <a:avLst/>
          </a:prstGeom>
        </p:spPr>
      </p:pic>
    </p:spTree>
    <p:extLst>
      <p:ext uri="{BB962C8B-B14F-4D97-AF65-F5344CB8AC3E}">
        <p14:creationId xmlns:p14="http://schemas.microsoft.com/office/powerpoint/2010/main" val="3610334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F2D1-D094-8834-1110-3FD762A436DA}"/>
              </a:ext>
            </a:extLst>
          </p:cNvPr>
          <p:cNvSpPr>
            <a:spLocks noGrp="1"/>
          </p:cNvSpPr>
          <p:nvPr>
            <p:ph type="title"/>
          </p:nvPr>
        </p:nvSpPr>
        <p:spPr/>
        <p:txBody>
          <a:bodyPr/>
          <a:lstStyle/>
          <a:p>
            <a:r>
              <a:rPr lang="en-US" dirty="0"/>
              <a:t>Variety</a:t>
            </a:r>
            <a:br>
              <a:rPr lang="en-US" dirty="0"/>
            </a:br>
            <a:r>
              <a:rPr lang="en-US" sz="3600" dirty="0"/>
              <a:t>Unstructured – Semi – Structured Data</a:t>
            </a:r>
            <a:endParaRPr lang="en-US" dirty="0"/>
          </a:p>
        </p:txBody>
      </p:sp>
      <p:sp>
        <p:nvSpPr>
          <p:cNvPr id="3" name="Slide Number Placeholder 2">
            <a:extLst>
              <a:ext uri="{FF2B5EF4-FFF2-40B4-BE49-F238E27FC236}">
                <a16:creationId xmlns:a16="http://schemas.microsoft.com/office/drawing/2014/main" id="{555A1569-7E90-337E-C466-274D55BD5E83}"/>
              </a:ext>
            </a:extLst>
          </p:cNvPr>
          <p:cNvSpPr>
            <a:spLocks noGrp="1"/>
          </p:cNvSpPr>
          <p:nvPr>
            <p:ph type="sldNum" sz="quarter" idx="25"/>
          </p:nvPr>
        </p:nvSpPr>
        <p:spPr/>
        <p:txBody>
          <a:bodyPr/>
          <a:lstStyle/>
          <a:p>
            <a:fld id="{8B70248A-FD0F-534C-919E-E8EB9B0FC062}" type="slidenum">
              <a:rPr lang="en-BE" smtClean="0"/>
              <a:pPr/>
              <a:t>12</a:t>
            </a:fld>
            <a:endParaRPr lang="en-BE"/>
          </a:p>
        </p:txBody>
      </p:sp>
      <p:sp>
        <p:nvSpPr>
          <p:cNvPr id="4" name="Text Placeholder 3">
            <a:extLst>
              <a:ext uri="{FF2B5EF4-FFF2-40B4-BE49-F238E27FC236}">
                <a16:creationId xmlns:a16="http://schemas.microsoft.com/office/drawing/2014/main" id="{1179C6AE-7D35-F895-C4C8-9B2F591AC6C2}"/>
              </a:ext>
            </a:extLst>
          </p:cNvPr>
          <p:cNvSpPr>
            <a:spLocks noGrp="1"/>
          </p:cNvSpPr>
          <p:nvPr>
            <p:ph type="body" sz="quarter" idx="31"/>
          </p:nvPr>
        </p:nvSpPr>
        <p:spPr/>
        <p:txBody>
          <a:bodyPr/>
          <a:lstStyle/>
          <a:p>
            <a:endParaRPr lang="en-US"/>
          </a:p>
        </p:txBody>
      </p:sp>
      <p:pic>
        <p:nvPicPr>
          <p:cNvPr id="5" name="Picture 2" descr="Structured Data vs. Unstructured Data: what are they and why care?">
            <a:extLst>
              <a:ext uri="{FF2B5EF4-FFF2-40B4-BE49-F238E27FC236}">
                <a16:creationId xmlns:a16="http://schemas.microsoft.com/office/drawing/2014/main" id="{66B9ACC7-02ED-C57F-6FD5-5E87552761E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666"/>
          <a:stretch/>
        </p:blipFill>
        <p:spPr bwMode="auto">
          <a:xfrm>
            <a:off x="119336" y="1826225"/>
            <a:ext cx="6371618" cy="45807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Unstructured, semi-structured, and structured data | Download ...">
            <a:extLst>
              <a:ext uri="{FF2B5EF4-FFF2-40B4-BE49-F238E27FC236}">
                <a16:creationId xmlns:a16="http://schemas.microsoft.com/office/drawing/2014/main" id="{4A2CD8C0-DF18-F000-D6AF-927F6129E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9495" y="3150758"/>
            <a:ext cx="4975499" cy="1931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787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94360" y="1417320"/>
            <a:ext cx="2331720" cy="4297680"/>
          </a:xfrm>
          <a:prstGeom prst="roundRect">
            <a:avLst>
              <a:gd name="adj" fmla="val 3137"/>
            </a:avLst>
          </a:prstGeom>
          <a:solidFill>
            <a:srgbClr val="DDEFF7"/>
          </a:solidFill>
          <a:ln w="19050">
            <a:solidFill>
              <a:srgbClr val="2C6F9E"/>
            </a:solidFill>
            <a:prstDash val="solid"/>
          </a:ln>
        </p:spPr>
        <p:txBody>
          <a:bodyPr/>
          <a:lstStyle/>
          <a:p>
            <a:endParaRPr lang="en-US"/>
          </a:p>
        </p:txBody>
      </p:sp>
      <p:sp>
        <p:nvSpPr>
          <p:cNvPr id="4" name="Shape 2"/>
          <p:cNvSpPr/>
          <p:nvPr/>
        </p:nvSpPr>
        <p:spPr>
          <a:xfrm>
            <a:off x="1289304" y="1828800"/>
            <a:ext cx="941832" cy="941832"/>
          </a:xfrm>
          <a:prstGeom prst="ellipse">
            <a:avLst/>
          </a:prstGeom>
          <a:solidFill>
            <a:srgbClr val="FFFFFF"/>
          </a:solidFill>
          <a:ln w="12700">
            <a:solidFill>
              <a:srgbClr val="2C6F9E"/>
            </a:solidFill>
            <a:prstDash val="solid"/>
          </a:ln>
        </p:spPr>
        <p:txBody>
          <a:bodyPr/>
          <a:lstStyle/>
          <a:p>
            <a:endParaRPr 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6507" y="2036003"/>
            <a:ext cx="527426" cy="527426"/>
          </a:xfrm>
          <a:prstGeom prst="rect">
            <a:avLst/>
          </a:prstGeom>
        </p:spPr>
      </p:pic>
      <p:sp>
        <p:nvSpPr>
          <p:cNvPr id="6" name="Text 3"/>
          <p:cNvSpPr/>
          <p:nvPr/>
        </p:nvSpPr>
        <p:spPr>
          <a:xfrm>
            <a:off x="704088" y="2999232"/>
            <a:ext cx="2112264" cy="420624"/>
          </a:xfrm>
          <a:prstGeom prst="rect">
            <a:avLst/>
          </a:prstGeom>
          <a:noFill/>
          <a:ln/>
        </p:spPr>
        <p:txBody>
          <a:bodyPr wrap="square" lIns="0" tIns="0" rIns="0" bIns="0" rtlCol="0" anchor="ctr">
            <a:normAutofit/>
          </a:bodyPr>
          <a:lstStyle/>
          <a:p>
            <a:pPr marL="0" indent="0" algn="ctr">
              <a:buNone/>
            </a:pPr>
            <a:r>
              <a:rPr lang="en-US" sz="1900" b="1" dirty="0">
                <a:solidFill>
                  <a:srgbClr val="2C6F9E"/>
                </a:solidFill>
                <a:latin typeface="Inter" pitchFamily="34" charset="0"/>
                <a:ea typeface="Inter" pitchFamily="34" charset="-122"/>
                <a:cs typeface="Inter" pitchFamily="34" charset="-120"/>
              </a:rPr>
              <a:t>Structured</a:t>
            </a:r>
            <a:endParaRPr lang="en-US" sz="1900" dirty="0"/>
          </a:p>
        </p:txBody>
      </p:sp>
      <p:sp>
        <p:nvSpPr>
          <p:cNvPr id="7" name="Text 4"/>
          <p:cNvSpPr/>
          <p:nvPr/>
        </p:nvSpPr>
        <p:spPr>
          <a:xfrm>
            <a:off x="822960" y="3794760"/>
            <a:ext cx="1874520" cy="822960"/>
          </a:xfrm>
          <a:prstGeom prst="rect">
            <a:avLst/>
          </a:prstGeom>
          <a:noFill/>
          <a:ln/>
        </p:spPr>
        <p:txBody>
          <a:bodyPr wrap="square" lIns="0" tIns="0" rIns="0" bIns="0" rtlCol="0" anchor="ctr">
            <a:normAutofit/>
          </a:bodyPr>
          <a:lstStyle/>
          <a:p>
            <a:pPr marL="0" indent="0" algn="ctr">
              <a:buNone/>
            </a:pPr>
            <a:r>
              <a:rPr lang="en-US" sz="1500" dirty="0">
                <a:solidFill>
                  <a:srgbClr val="17384B"/>
                </a:solidFill>
                <a:latin typeface="Inter" pitchFamily="34" charset="0"/>
                <a:ea typeface="Inter" pitchFamily="34" charset="-122"/>
                <a:cs typeface="Inter" pitchFamily="34" charset="-120"/>
              </a:rPr>
              <a:t>Rows, columns, types</a:t>
            </a:r>
            <a:endParaRPr lang="en-US" sz="1500" dirty="0"/>
          </a:p>
        </p:txBody>
      </p:sp>
      <p:sp>
        <p:nvSpPr>
          <p:cNvPr id="8" name="Shape 5"/>
          <p:cNvSpPr/>
          <p:nvPr/>
        </p:nvSpPr>
        <p:spPr>
          <a:xfrm>
            <a:off x="3337560" y="1417320"/>
            <a:ext cx="2331720" cy="4297680"/>
          </a:xfrm>
          <a:prstGeom prst="roundRect">
            <a:avLst>
              <a:gd name="adj" fmla="val 3137"/>
            </a:avLst>
          </a:prstGeom>
          <a:solidFill>
            <a:srgbClr val="E9DDF6"/>
          </a:solidFill>
          <a:ln w="19050">
            <a:solidFill>
              <a:srgbClr val="A681D2"/>
            </a:solidFill>
            <a:prstDash val="solid"/>
          </a:ln>
        </p:spPr>
        <p:txBody>
          <a:bodyPr/>
          <a:lstStyle/>
          <a:p>
            <a:endParaRPr lang="en-US"/>
          </a:p>
        </p:txBody>
      </p:sp>
      <p:sp>
        <p:nvSpPr>
          <p:cNvPr id="9" name="Shape 6"/>
          <p:cNvSpPr/>
          <p:nvPr/>
        </p:nvSpPr>
        <p:spPr>
          <a:xfrm>
            <a:off x="4032504" y="1828800"/>
            <a:ext cx="941832" cy="941832"/>
          </a:xfrm>
          <a:prstGeom prst="ellipse">
            <a:avLst/>
          </a:prstGeom>
          <a:solidFill>
            <a:srgbClr val="FFFFFF"/>
          </a:solidFill>
          <a:ln w="12700">
            <a:solidFill>
              <a:srgbClr val="A681D2"/>
            </a:solidFill>
            <a:prstDash val="solid"/>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05635" y="2036003"/>
            <a:ext cx="395569" cy="527426"/>
          </a:xfrm>
          <a:prstGeom prst="rect">
            <a:avLst/>
          </a:prstGeom>
        </p:spPr>
      </p:pic>
      <p:sp>
        <p:nvSpPr>
          <p:cNvPr id="11" name="Text 7"/>
          <p:cNvSpPr/>
          <p:nvPr/>
        </p:nvSpPr>
        <p:spPr>
          <a:xfrm>
            <a:off x="3447288" y="2999232"/>
            <a:ext cx="2112264" cy="420624"/>
          </a:xfrm>
          <a:prstGeom prst="rect">
            <a:avLst/>
          </a:prstGeom>
          <a:noFill/>
          <a:ln/>
        </p:spPr>
        <p:txBody>
          <a:bodyPr wrap="square" lIns="0" tIns="0" rIns="0" bIns="0" rtlCol="0" anchor="ctr">
            <a:normAutofit/>
          </a:bodyPr>
          <a:lstStyle/>
          <a:p>
            <a:pPr marL="0" indent="0" algn="ctr">
              <a:buNone/>
            </a:pPr>
            <a:r>
              <a:rPr lang="en-US" sz="1900" b="1" dirty="0">
                <a:solidFill>
                  <a:srgbClr val="A681D2"/>
                </a:solidFill>
                <a:latin typeface="Inter" pitchFamily="34" charset="0"/>
                <a:ea typeface="Inter" pitchFamily="34" charset="-122"/>
                <a:cs typeface="Inter" pitchFamily="34" charset="-120"/>
              </a:rPr>
              <a:t>Semi-structured</a:t>
            </a:r>
            <a:endParaRPr lang="en-US" sz="1900" dirty="0"/>
          </a:p>
        </p:txBody>
      </p:sp>
      <p:sp>
        <p:nvSpPr>
          <p:cNvPr id="12" name="Text 8"/>
          <p:cNvSpPr/>
          <p:nvPr/>
        </p:nvSpPr>
        <p:spPr>
          <a:xfrm>
            <a:off x="3566160" y="3794760"/>
            <a:ext cx="1874520" cy="822960"/>
          </a:xfrm>
          <a:prstGeom prst="rect">
            <a:avLst/>
          </a:prstGeom>
          <a:noFill/>
          <a:ln/>
        </p:spPr>
        <p:txBody>
          <a:bodyPr wrap="square" lIns="0" tIns="0" rIns="0" bIns="0" rtlCol="0" anchor="ctr">
            <a:normAutofit/>
          </a:bodyPr>
          <a:lstStyle/>
          <a:p>
            <a:pPr marL="0" indent="0" algn="ctr">
              <a:buNone/>
            </a:pPr>
            <a:r>
              <a:rPr lang="en-US" sz="1500" dirty="0">
                <a:solidFill>
                  <a:srgbClr val="17384B"/>
                </a:solidFill>
                <a:latin typeface="Inter" pitchFamily="34" charset="0"/>
                <a:ea typeface="Inter" pitchFamily="34" charset="-122"/>
                <a:cs typeface="Inter" pitchFamily="34" charset="-120"/>
              </a:rPr>
              <a:t>JSON, logs, events</a:t>
            </a:r>
            <a:endParaRPr lang="en-US" sz="1500" dirty="0"/>
          </a:p>
        </p:txBody>
      </p:sp>
      <p:sp>
        <p:nvSpPr>
          <p:cNvPr id="13" name="Shape 9"/>
          <p:cNvSpPr/>
          <p:nvPr/>
        </p:nvSpPr>
        <p:spPr>
          <a:xfrm>
            <a:off x="6080760" y="1417320"/>
            <a:ext cx="2331720" cy="4297680"/>
          </a:xfrm>
          <a:prstGeom prst="roundRect">
            <a:avLst>
              <a:gd name="adj" fmla="val 3137"/>
            </a:avLst>
          </a:prstGeom>
          <a:solidFill>
            <a:srgbClr val="FFF2B9"/>
          </a:solidFill>
          <a:ln w="19050">
            <a:solidFill>
              <a:srgbClr val="F2673A"/>
            </a:solidFill>
            <a:prstDash val="solid"/>
          </a:ln>
        </p:spPr>
        <p:txBody>
          <a:bodyPr/>
          <a:lstStyle/>
          <a:p>
            <a:endParaRPr lang="en-US"/>
          </a:p>
        </p:txBody>
      </p:sp>
      <p:sp>
        <p:nvSpPr>
          <p:cNvPr id="14" name="Shape 10"/>
          <p:cNvSpPr/>
          <p:nvPr/>
        </p:nvSpPr>
        <p:spPr>
          <a:xfrm>
            <a:off x="6775704" y="1828800"/>
            <a:ext cx="941832" cy="941832"/>
          </a:xfrm>
          <a:prstGeom prst="ellipse">
            <a:avLst/>
          </a:prstGeom>
          <a:solidFill>
            <a:srgbClr val="FFFFFF"/>
          </a:solidFill>
          <a:ln w="12700">
            <a:solidFill>
              <a:srgbClr val="F2673A"/>
            </a:solidFill>
            <a:prstDash val="solid"/>
          </a:ln>
        </p:spPr>
        <p:txBody>
          <a:bodyPr/>
          <a:lstStyle/>
          <a:p>
            <a:endParaRPr lang="en-U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2907" y="2065304"/>
            <a:ext cx="527426" cy="468823"/>
          </a:xfrm>
          <a:prstGeom prst="rect">
            <a:avLst/>
          </a:prstGeom>
        </p:spPr>
      </p:pic>
      <p:sp>
        <p:nvSpPr>
          <p:cNvPr id="16" name="Text 11"/>
          <p:cNvSpPr/>
          <p:nvPr/>
        </p:nvSpPr>
        <p:spPr>
          <a:xfrm>
            <a:off x="6190488" y="2999232"/>
            <a:ext cx="2112264" cy="420624"/>
          </a:xfrm>
          <a:prstGeom prst="rect">
            <a:avLst/>
          </a:prstGeom>
          <a:noFill/>
          <a:ln/>
        </p:spPr>
        <p:txBody>
          <a:bodyPr wrap="square" lIns="0" tIns="0" rIns="0" bIns="0" rtlCol="0" anchor="ctr">
            <a:normAutofit/>
          </a:bodyPr>
          <a:lstStyle/>
          <a:p>
            <a:pPr marL="0" indent="0" algn="ctr">
              <a:buNone/>
            </a:pPr>
            <a:r>
              <a:rPr lang="en-US" sz="1900" b="1" dirty="0">
                <a:solidFill>
                  <a:srgbClr val="F2673A"/>
                </a:solidFill>
                <a:latin typeface="Inter" pitchFamily="34" charset="0"/>
                <a:ea typeface="Inter" pitchFamily="34" charset="-122"/>
                <a:cs typeface="Inter" pitchFamily="34" charset="-120"/>
              </a:rPr>
              <a:t>Unstructured</a:t>
            </a:r>
            <a:endParaRPr lang="en-US" sz="1900" dirty="0"/>
          </a:p>
        </p:txBody>
      </p:sp>
      <p:sp>
        <p:nvSpPr>
          <p:cNvPr id="17" name="Text 12"/>
          <p:cNvSpPr/>
          <p:nvPr/>
        </p:nvSpPr>
        <p:spPr>
          <a:xfrm>
            <a:off x="6309360" y="3794760"/>
            <a:ext cx="1874520" cy="822960"/>
          </a:xfrm>
          <a:prstGeom prst="rect">
            <a:avLst/>
          </a:prstGeom>
          <a:noFill/>
          <a:ln/>
        </p:spPr>
        <p:txBody>
          <a:bodyPr wrap="square" lIns="0" tIns="0" rIns="0" bIns="0" rtlCol="0" anchor="ctr">
            <a:normAutofit/>
          </a:bodyPr>
          <a:lstStyle/>
          <a:p>
            <a:pPr marL="0" indent="0" algn="ctr">
              <a:buNone/>
            </a:pPr>
            <a:r>
              <a:rPr lang="en-US" sz="1500" dirty="0">
                <a:solidFill>
                  <a:srgbClr val="17384B"/>
                </a:solidFill>
                <a:latin typeface="Inter" pitchFamily="34" charset="0"/>
                <a:ea typeface="Inter" pitchFamily="34" charset="-122"/>
                <a:cs typeface="Inter" pitchFamily="34" charset="-120"/>
              </a:rPr>
              <a:t>Text, images, audio, video</a:t>
            </a:r>
            <a:endParaRPr lang="en-US" sz="1500" dirty="0"/>
          </a:p>
        </p:txBody>
      </p:sp>
      <p:sp>
        <p:nvSpPr>
          <p:cNvPr id="18" name="Shape 13"/>
          <p:cNvSpPr/>
          <p:nvPr/>
        </p:nvSpPr>
        <p:spPr>
          <a:xfrm>
            <a:off x="8823960" y="1417320"/>
            <a:ext cx="2331720" cy="4297680"/>
          </a:xfrm>
          <a:prstGeom prst="roundRect">
            <a:avLst>
              <a:gd name="adj" fmla="val 3137"/>
            </a:avLst>
          </a:prstGeom>
          <a:solidFill>
            <a:srgbClr val="DDF4F1"/>
          </a:solidFill>
          <a:ln w="19050">
            <a:solidFill>
              <a:srgbClr val="2AA6A4"/>
            </a:solidFill>
            <a:prstDash val="solid"/>
          </a:ln>
        </p:spPr>
        <p:txBody>
          <a:bodyPr/>
          <a:lstStyle/>
          <a:p>
            <a:endParaRPr lang="en-US"/>
          </a:p>
        </p:txBody>
      </p:sp>
      <p:sp>
        <p:nvSpPr>
          <p:cNvPr id="19" name="Shape 14"/>
          <p:cNvSpPr/>
          <p:nvPr/>
        </p:nvSpPr>
        <p:spPr>
          <a:xfrm>
            <a:off x="9518904" y="1828800"/>
            <a:ext cx="941832" cy="941832"/>
          </a:xfrm>
          <a:prstGeom prst="ellipse">
            <a:avLst/>
          </a:prstGeom>
          <a:solidFill>
            <a:srgbClr val="FFFFFF"/>
          </a:solidFill>
          <a:ln w="12700">
            <a:solidFill>
              <a:srgbClr val="2AA6A4"/>
            </a:solidFill>
            <a:prstDash val="solid"/>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6107" y="2036003"/>
            <a:ext cx="527426" cy="527426"/>
          </a:xfrm>
          <a:prstGeom prst="rect">
            <a:avLst/>
          </a:prstGeom>
        </p:spPr>
      </p:pic>
      <p:sp>
        <p:nvSpPr>
          <p:cNvPr id="21" name="Text 15"/>
          <p:cNvSpPr/>
          <p:nvPr/>
        </p:nvSpPr>
        <p:spPr>
          <a:xfrm>
            <a:off x="8933688" y="2999232"/>
            <a:ext cx="2112264" cy="420624"/>
          </a:xfrm>
          <a:prstGeom prst="rect">
            <a:avLst/>
          </a:prstGeom>
          <a:noFill/>
          <a:ln/>
        </p:spPr>
        <p:txBody>
          <a:bodyPr wrap="square" lIns="0" tIns="0" rIns="0" bIns="0" rtlCol="0" anchor="ctr">
            <a:normAutofit/>
          </a:bodyPr>
          <a:lstStyle/>
          <a:p>
            <a:pPr marL="0" indent="0" algn="ctr">
              <a:buNone/>
            </a:pPr>
            <a:r>
              <a:rPr lang="en-US" sz="1900" b="1" dirty="0">
                <a:solidFill>
                  <a:srgbClr val="2AA6A4"/>
                </a:solidFill>
                <a:latin typeface="Inter" pitchFamily="34" charset="0"/>
                <a:ea typeface="Inter" pitchFamily="34" charset="-122"/>
                <a:cs typeface="Inter" pitchFamily="34" charset="-120"/>
              </a:rPr>
              <a:t>Multimodal</a:t>
            </a:r>
            <a:endParaRPr lang="en-US" sz="1900" dirty="0"/>
          </a:p>
        </p:txBody>
      </p:sp>
      <p:sp>
        <p:nvSpPr>
          <p:cNvPr id="22" name="Text 16"/>
          <p:cNvSpPr/>
          <p:nvPr/>
        </p:nvSpPr>
        <p:spPr>
          <a:xfrm>
            <a:off x="9052560" y="3794760"/>
            <a:ext cx="1874520" cy="822960"/>
          </a:xfrm>
          <a:prstGeom prst="rect">
            <a:avLst/>
          </a:prstGeom>
          <a:noFill/>
          <a:ln/>
        </p:spPr>
        <p:txBody>
          <a:bodyPr wrap="square" lIns="0" tIns="0" rIns="0" bIns="0" rtlCol="0" anchor="ctr">
            <a:normAutofit/>
          </a:bodyPr>
          <a:lstStyle/>
          <a:p>
            <a:pPr marL="0" indent="0" algn="ctr">
              <a:buNone/>
            </a:pPr>
            <a:r>
              <a:rPr lang="en-US" sz="1500" dirty="0">
                <a:solidFill>
                  <a:srgbClr val="17384B"/>
                </a:solidFill>
                <a:latin typeface="Inter" pitchFamily="34" charset="0"/>
                <a:ea typeface="Inter" pitchFamily="34" charset="-122"/>
                <a:cs typeface="Inter" pitchFamily="34" charset="-120"/>
              </a:rPr>
              <a:t>Several modalities together</a:t>
            </a:r>
            <a:endParaRPr lang="en-US" sz="1500" dirty="0"/>
          </a:p>
        </p:txBody>
      </p:sp>
      <p:sp>
        <p:nvSpPr>
          <p:cNvPr id="23" name="Shape 17"/>
          <p:cNvSpPr/>
          <p:nvPr/>
        </p:nvSpPr>
        <p:spPr>
          <a:xfrm>
            <a:off x="640080" y="6062472"/>
            <a:ext cx="10561320" cy="438912"/>
          </a:xfrm>
          <a:prstGeom prst="roundRect">
            <a:avLst>
              <a:gd name="adj" fmla="val 12500"/>
            </a:avLst>
          </a:prstGeom>
          <a:solidFill>
            <a:srgbClr val="F4F7F8"/>
          </a:solidFill>
          <a:ln w="12700">
            <a:solidFill>
              <a:srgbClr val="F4F7F8">
                <a:alpha val="0"/>
              </a:srgbClr>
            </a:solidFill>
            <a:prstDash val="solid"/>
          </a:ln>
        </p:spPr>
        <p:txBody>
          <a:bodyPr/>
          <a:lstStyle/>
          <a:p>
            <a:endParaRPr lang="en-US"/>
          </a:p>
        </p:txBody>
      </p:sp>
      <p:sp>
        <p:nvSpPr>
          <p:cNvPr id="24" name="Text 18"/>
          <p:cNvSpPr/>
          <p:nvPr/>
        </p:nvSpPr>
        <p:spPr>
          <a:xfrm>
            <a:off x="868680" y="6144768"/>
            <a:ext cx="10104120" cy="256032"/>
          </a:xfrm>
          <a:prstGeom prst="rect">
            <a:avLst/>
          </a:prstGeom>
          <a:noFill/>
          <a:ln/>
        </p:spPr>
        <p:txBody>
          <a:bodyPr wrap="square" lIns="0" tIns="0" rIns="0" bIns="0" rtlCol="0" anchor="ctr">
            <a:normAutofit/>
          </a:bodyPr>
          <a:lstStyle/>
          <a:p>
            <a:pPr marL="0" indent="0" algn="ctr">
              <a:buNone/>
            </a:pPr>
            <a:r>
              <a:rPr lang="en-US" sz="1350" b="1" dirty="0">
                <a:solidFill>
                  <a:srgbClr val="17384B"/>
                </a:solidFill>
                <a:latin typeface="Inter" pitchFamily="34" charset="0"/>
                <a:ea typeface="Inter" pitchFamily="34" charset="-122"/>
                <a:cs typeface="Inter" pitchFamily="34" charset="-120"/>
              </a:rPr>
              <a:t>Modern deep learning often learns directly from raw modalities - but metadata and structure still matter.</a:t>
            </a:r>
            <a:endParaRPr lang="en-US" sz="1350" dirty="0"/>
          </a:p>
        </p:txBody>
      </p:sp>
      <p:sp>
        <p:nvSpPr>
          <p:cNvPr id="25" name="Slide Number Placeholder 0"/>
          <p:cNvSpPr>
            <a:spLocks noGrp="1"/>
          </p:cNvSpPr>
          <p:nvPr>
            <p:ph type="sldNum" sz="quarter" idx="4294967295"/>
          </p:nvPr>
        </p:nvSpPr>
        <p:spPr>
          <a:xfrm>
            <a:off x="11750040" y="6537960"/>
            <a:ext cx="256032"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700">
                <a:solidFill>
                  <a:srgbClr val="8C979E"/>
                </a:solidFill>
                <a:latin typeface="Inter"/>
                <a:ea typeface="Inter"/>
                <a:cs typeface="Inter"/>
              </a:defRPr>
            </a:lvl1pPr>
          </a:lstStyle>
          <a:p>
            <a:pPr algn="r"/>
            <a:fld id="{F7021451-1387-4CA6-816F-3879F97B5CBC}" type="slidenum">
              <a:rPr lang="en-US" b="0"/>
              <a:t>13</a:t>
            </a:fld>
            <a:endParaRPr lang="en-US"/>
          </a:p>
        </p:txBody>
      </p:sp>
      <p:sp>
        <p:nvSpPr>
          <p:cNvPr id="27" name="Title 1">
            <a:extLst>
              <a:ext uri="{FF2B5EF4-FFF2-40B4-BE49-F238E27FC236}">
                <a16:creationId xmlns:a16="http://schemas.microsoft.com/office/drawing/2014/main" id="{97BD861E-9190-9F87-85DD-2253DAF3BE1F}"/>
              </a:ext>
            </a:extLst>
          </p:cNvPr>
          <p:cNvSpPr txBox="1">
            <a:spLocks/>
          </p:cNvSpPr>
          <p:nvPr/>
        </p:nvSpPr>
        <p:spPr>
          <a:xfrm>
            <a:off x="515937" y="304419"/>
            <a:ext cx="11160125" cy="1116012"/>
          </a:xfrm>
          <a:prstGeom prst="rect">
            <a:avLst/>
          </a:prstGeom>
        </p:spPr>
        <p:txBody>
          <a:bodyPr/>
          <a:lst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a:lstStyle>
          <a:p>
            <a:r>
              <a:rPr lang="en-US" dirty="0"/>
              <a:t>Variety</a:t>
            </a:r>
            <a:br>
              <a:rPr lang="en-US" dirty="0"/>
            </a:br>
            <a:r>
              <a:rPr lang="en-US" sz="2800" dirty="0"/>
              <a:t>Structured Semi-structured Unstructured Multimodal Data</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9219-8016-95B1-901F-214DC7E05D60}"/>
              </a:ext>
            </a:extLst>
          </p:cNvPr>
          <p:cNvSpPr>
            <a:spLocks noGrp="1"/>
          </p:cNvSpPr>
          <p:nvPr>
            <p:ph type="title"/>
          </p:nvPr>
        </p:nvSpPr>
        <p:spPr/>
        <p:txBody>
          <a:bodyPr/>
          <a:lstStyle/>
          <a:p>
            <a:r>
              <a:rPr lang="en-US"/>
              <a:t>Veracity</a:t>
            </a:r>
            <a:br>
              <a:rPr lang="en-US"/>
            </a:br>
            <a:r>
              <a:rPr lang="en-US" sz="3600"/>
              <a:t>‘Trustworthyness of Data’</a:t>
            </a:r>
            <a:endParaRPr lang="en-US"/>
          </a:p>
        </p:txBody>
      </p:sp>
      <p:sp>
        <p:nvSpPr>
          <p:cNvPr id="3" name="Slide Number Placeholder 2">
            <a:extLst>
              <a:ext uri="{FF2B5EF4-FFF2-40B4-BE49-F238E27FC236}">
                <a16:creationId xmlns:a16="http://schemas.microsoft.com/office/drawing/2014/main" id="{EF8A6ACD-6877-EE5C-E3F9-51C53546A171}"/>
              </a:ext>
            </a:extLst>
          </p:cNvPr>
          <p:cNvSpPr>
            <a:spLocks noGrp="1"/>
          </p:cNvSpPr>
          <p:nvPr>
            <p:ph type="sldNum" sz="quarter" idx="25"/>
          </p:nvPr>
        </p:nvSpPr>
        <p:spPr/>
        <p:txBody>
          <a:bodyPr/>
          <a:lstStyle/>
          <a:p>
            <a:fld id="{8B70248A-FD0F-534C-919E-E8EB9B0FC062}" type="slidenum">
              <a:rPr lang="en-BE" smtClean="0"/>
              <a:pPr/>
              <a:t>14</a:t>
            </a:fld>
            <a:endParaRPr lang="en-BE"/>
          </a:p>
        </p:txBody>
      </p:sp>
      <p:sp>
        <p:nvSpPr>
          <p:cNvPr id="4" name="Text Placeholder 3">
            <a:extLst>
              <a:ext uri="{FF2B5EF4-FFF2-40B4-BE49-F238E27FC236}">
                <a16:creationId xmlns:a16="http://schemas.microsoft.com/office/drawing/2014/main" id="{C9D348A8-3275-F488-504A-26388C5CE305}"/>
              </a:ext>
            </a:extLst>
          </p:cNvPr>
          <p:cNvSpPr>
            <a:spLocks noGrp="1"/>
          </p:cNvSpPr>
          <p:nvPr>
            <p:ph type="body" sz="quarter" idx="31"/>
          </p:nvPr>
        </p:nvSpPr>
        <p:spPr/>
        <p:txBody>
          <a:bodyPr/>
          <a:lstStyle/>
          <a:p>
            <a:endParaRPr lang="en-US"/>
          </a:p>
        </p:txBody>
      </p:sp>
      <p:pic>
        <p:nvPicPr>
          <p:cNvPr id="5" name="Picture 2" descr="Data Veracity: a New Key to Big Data | Datafloq">
            <a:extLst>
              <a:ext uri="{FF2B5EF4-FFF2-40B4-BE49-F238E27FC236}">
                <a16:creationId xmlns:a16="http://schemas.microsoft.com/office/drawing/2014/main" id="{5EB3D7BB-8B47-0032-111E-8D4C0836D5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8" t="8014" r="4740" b="3233"/>
          <a:stretch/>
        </p:blipFill>
        <p:spPr bwMode="auto">
          <a:xfrm>
            <a:off x="1794510" y="1420431"/>
            <a:ext cx="8241030" cy="542625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88E0D0F-E57B-1B82-2F80-477A238542E7}"/>
              </a:ext>
            </a:extLst>
          </p:cNvPr>
          <p:cNvPicPr>
            <a:picLocks noChangeAspect="1"/>
          </p:cNvPicPr>
          <p:nvPr/>
        </p:nvPicPr>
        <p:blipFill>
          <a:blip r:embed="rId3"/>
          <a:stretch>
            <a:fillRect/>
          </a:stretch>
        </p:blipFill>
        <p:spPr>
          <a:xfrm>
            <a:off x="7282149" y="112326"/>
            <a:ext cx="4824611" cy="1395185"/>
          </a:xfrm>
          <a:prstGeom prst="rect">
            <a:avLst/>
          </a:prstGeom>
        </p:spPr>
      </p:pic>
    </p:spTree>
    <p:extLst>
      <p:ext uri="{BB962C8B-B14F-4D97-AF65-F5344CB8AC3E}">
        <p14:creationId xmlns:p14="http://schemas.microsoft.com/office/powerpoint/2010/main" val="825156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DEC8F-4816-1E01-EB99-36B6A5A16D42}"/>
              </a:ext>
            </a:extLst>
          </p:cNvPr>
          <p:cNvSpPr>
            <a:spLocks noGrp="1"/>
          </p:cNvSpPr>
          <p:nvPr>
            <p:ph type="title"/>
          </p:nvPr>
        </p:nvSpPr>
        <p:spPr/>
        <p:txBody>
          <a:bodyPr/>
          <a:lstStyle/>
          <a:p>
            <a:r>
              <a:rPr lang="en-US"/>
              <a:t>Value</a:t>
            </a:r>
            <a:br>
              <a:rPr lang="en-US"/>
            </a:br>
            <a:r>
              <a:rPr lang="en-US" sz="3600"/>
              <a:t>Usefulness or worth of data, what with Dark Data?</a:t>
            </a:r>
            <a:endParaRPr lang="en-US"/>
          </a:p>
        </p:txBody>
      </p:sp>
      <p:sp>
        <p:nvSpPr>
          <p:cNvPr id="3" name="Slide Number Placeholder 2">
            <a:extLst>
              <a:ext uri="{FF2B5EF4-FFF2-40B4-BE49-F238E27FC236}">
                <a16:creationId xmlns:a16="http://schemas.microsoft.com/office/drawing/2014/main" id="{A1976D78-E8E7-7CEB-AA87-C822B3BDF609}"/>
              </a:ext>
            </a:extLst>
          </p:cNvPr>
          <p:cNvSpPr>
            <a:spLocks noGrp="1"/>
          </p:cNvSpPr>
          <p:nvPr>
            <p:ph type="sldNum" sz="quarter" idx="25"/>
          </p:nvPr>
        </p:nvSpPr>
        <p:spPr/>
        <p:txBody>
          <a:bodyPr/>
          <a:lstStyle/>
          <a:p>
            <a:fld id="{8B70248A-FD0F-534C-919E-E8EB9B0FC062}" type="slidenum">
              <a:rPr lang="en-BE" smtClean="0"/>
              <a:pPr/>
              <a:t>15</a:t>
            </a:fld>
            <a:endParaRPr lang="en-BE"/>
          </a:p>
        </p:txBody>
      </p:sp>
      <p:sp>
        <p:nvSpPr>
          <p:cNvPr id="4" name="Text Placeholder 3">
            <a:extLst>
              <a:ext uri="{FF2B5EF4-FFF2-40B4-BE49-F238E27FC236}">
                <a16:creationId xmlns:a16="http://schemas.microsoft.com/office/drawing/2014/main" id="{69341C99-7760-1997-DF55-D95B06EF8C05}"/>
              </a:ext>
            </a:extLst>
          </p:cNvPr>
          <p:cNvSpPr>
            <a:spLocks noGrp="1"/>
          </p:cNvSpPr>
          <p:nvPr>
            <p:ph type="body" sz="quarter" idx="31"/>
          </p:nvPr>
        </p:nvSpPr>
        <p:spPr/>
        <p:txBody>
          <a:bodyPr/>
          <a:lstStyle/>
          <a:p>
            <a:endParaRPr lang="en-US"/>
          </a:p>
        </p:txBody>
      </p:sp>
      <p:pic>
        <p:nvPicPr>
          <p:cNvPr id="5" name="Picture 4">
            <a:extLst>
              <a:ext uri="{FF2B5EF4-FFF2-40B4-BE49-F238E27FC236}">
                <a16:creationId xmlns:a16="http://schemas.microsoft.com/office/drawing/2014/main" id="{E90201A1-AB4D-7646-9B73-5E223C5F39A5}"/>
              </a:ext>
            </a:extLst>
          </p:cNvPr>
          <p:cNvPicPr>
            <a:picLocks noChangeAspect="1"/>
          </p:cNvPicPr>
          <p:nvPr/>
        </p:nvPicPr>
        <p:blipFill rotWithShape="1">
          <a:blip r:embed="rId2"/>
          <a:srcRect l="14561" t="3176" r="6884" b="10080"/>
          <a:stretch/>
        </p:blipFill>
        <p:spPr>
          <a:xfrm>
            <a:off x="1834646" y="1566912"/>
            <a:ext cx="8522705" cy="5291088"/>
          </a:xfrm>
          <a:prstGeom prst="rect">
            <a:avLst/>
          </a:prstGeom>
        </p:spPr>
      </p:pic>
    </p:spTree>
    <p:extLst>
      <p:ext uri="{BB962C8B-B14F-4D97-AF65-F5344CB8AC3E}">
        <p14:creationId xmlns:p14="http://schemas.microsoft.com/office/powerpoint/2010/main" val="3947946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10E66-A2A0-95E6-AD98-204D138516BD}"/>
              </a:ext>
            </a:extLst>
          </p:cNvPr>
          <p:cNvSpPr>
            <a:spLocks noGrp="1"/>
          </p:cNvSpPr>
          <p:nvPr>
            <p:ph type="title"/>
          </p:nvPr>
        </p:nvSpPr>
        <p:spPr>
          <a:xfrm>
            <a:off x="515937" y="160286"/>
            <a:ext cx="11160125" cy="1116012"/>
          </a:xfrm>
        </p:spPr>
        <p:txBody>
          <a:bodyPr/>
          <a:lstStyle/>
          <a:p>
            <a:r>
              <a:rPr lang="en-US"/>
              <a:t>Recap</a:t>
            </a:r>
          </a:p>
        </p:txBody>
      </p:sp>
      <p:sp>
        <p:nvSpPr>
          <p:cNvPr id="3" name="Slide Number Placeholder 2">
            <a:extLst>
              <a:ext uri="{FF2B5EF4-FFF2-40B4-BE49-F238E27FC236}">
                <a16:creationId xmlns:a16="http://schemas.microsoft.com/office/drawing/2014/main" id="{DEF5104F-8E4D-696C-27A4-237846A004BF}"/>
              </a:ext>
            </a:extLst>
          </p:cNvPr>
          <p:cNvSpPr>
            <a:spLocks noGrp="1"/>
          </p:cNvSpPr>
          <p:nvPr>
            <p:ph type="sldNum" sz="quarter" idx="25"/>
          </p:nvPr>
        </p:nvSpPr>
        <p:spPr/>
        <p:txBody>
          <a:bodyPr/>
          <a:lstStyle/>
          <a:p>
            <a:fld id="{8B70248A-FD0F-534C-919E-E8EB9B0FC062}" type="slidenum">
              <a:rPr lang="en-BE" smtClean="0"/>
              <a:pPr/>
              <a:t>16</a:t>
            </a:fld>
            <a:endParaRPr lang="en-BE"/>
          </a:p>
        </p:txBody>
      </p:sp>
      <p:pic>
        <p:nvPicPr>
          <p:cNvPr id="5" name="Picture 2" descr="17 More Must-Know Data Science Interview Questions and Answers, Part 3 -  KDnuggets">
            <a:extLst>
              <a:ext uri="{FF2B5EF4-FFF2-40B4-BE49-F238E27FC236}">
                <a16:creationId xmlns:a16="http://schemas.microsoft.com/office/drawing/2014/main" id="{EF193487-F78B-9988-B9C2-FF7BC331C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064" y="1276297"/>
            <a:ext cx="10389870" cy="542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013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The Big Picture Icons - Free SVG &amp; PNG The Big Picture Images - Noun Project">
            <a:extLst>
              <a:ext uri="{FF2B5EF4-FFF2-40B4-BE49-F238E27FC236}">
                <a16:creationId xmlns:a16="http://schemas.microsoft.com/office/drawing/2014/main" id="{0AFC2EEC-B2EB-1FB5-2C5F-861E0FB059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26" t="9108" r="7019" b="8503"/>
          <a:stretch/>
        </p:blipFill>
        <p:spPr bwMode="auto">
          <a:xfrm>
            <a:off x="2697480" y="304418"/>
            <a:ext cx="6686550" cy="66810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E27426-04EC-562F-A9F6-C0290E9975E3}"/>
              </a:ext>
            </a:extLst>
          </p:cNvPr>
          <p:cNvSpPr>
            <a:spLocks noGrp="1"/>
          </p:cNvSpPr>
          <p:nvPr>
            <p:ph type="title"/>
          </p:nvPr>
        </p:nvSpPr>
        <p:spPr>
          <a:xfrm>
            <a:off x="3703320" y="2297366"/>
            <a:ext cx="4880610" cy="1636078"/>
          </a:xfrm>
        </p:spPr>
        <p:txBody>
          <a:bodyPr/>
          <a:lstStyle/>
          <a:p>
            <a:r>
              <a:rPr lang="en-US"/>
              <a:t>  The Big Picture</a:t>
            </a:r>
            <a:br>
              <a:rPr lang="en-US"/>
            </a:br>
            <a:br>
              <a:rPr lang="en-US"/>
            </a:br>
            <a:r>
              <a:rPr lang="en-US" sz="2400"/>
              <a:t>(r)Evolution of Data Paradigms</a:t>
            </a:r>
            <a:endParaRPr lang="en-US"/>
          </a:p>
        </p:txBody>
      </p:sp>
      <p:sp>
        <p:nvSpPr>
          <p:cNvPr id="3" name="Slide Number Placeholder 2">
            <a:extLst>
              <a:ext uri="{FF2B5EF4-FFF2-40B4-BE49-F238E27FC236}">
                <a16:creationId xmlns:a16="http://schemas.microsoft.com/office/drawing/2014/main" id="{2694D909-6EF7-888E-0045-B89D6B5A1219}"/>
              </a:ext>
            </a:extLst>
          </p:cNvPr>
          <p:cNvSpPr>
            <a:spLocks noGrp="1"/>
          </p:cNvSpPr>
          <p:nvPr>
            <p:ph type="sldNum" sz="quarter" idx="25"/>
          </p:nvPr>
        </p:nvSpPr>
        <p:spPr/>
        <p:txBody>
          <a:bodyPr/>
          <a:lstStyle/>
          <a:p>
            <a:fld id="{8B70248A-FD0F-534C-919E-E8EB9B0FC062}" type="slidenum">
              <a:rPr lang="en-BE" smtClean="0"/>
              <a:pPr/>
              <a:t>17</a:t>
            </a:fld>
            <a:endParaRPr lang="en-BE"/>
          </a:p>
        </p:txBody>
      </p:sp>
    </p:spTree>
    <p:extLst>
      <p:ext uri="{BB962C8B-B14F-4D97-AF65-F5344CB8AC3E}">
        <p14:creationId xmlns:p14="http://schemas.microsoft.com/office/powerpoint/2010/main" val="1449556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3F76-E0C5-53F7-BC8E-9E965D3A725F}"/>
              </a:ext>
            </a:extLst>
          </p:cNvPr>
          <p:cNvSpPr>
            <a:spLocks noGrp="1"/>
          </p:cNvSpPr>
          <p:nvPr>
            <p:ph type="title"/>
          </p:nvPr>
        </p:nvSpPr>
        <p:spPr/>
        <p:txBody>
          <a:bodyPr/>
          <a:lstStyle/>
          <a:p>
            <a:r>
              <a:rPr lang="en-US"/>
              <a:t>Evolution: Powered by User Data</a:t>
            </a:r>
          </a:p>
        </p:txBody>
      </p:sp>
      <p:sp>
        <p:nvSpPr>
          <p:cNvPr id="3" name="Slide Number Placeholder 2">
            <a:extLst>
              <a:ext uri="{FF2B5EF4-FFF2-40B4-BE49-F238E27FC236}">
                <a16:creationId xmlns:a16="http://schemas.microsoft.com/office/drawing/2014/main" id="{FCB5DD43-3EB4-5E9B-F40B-44E6EA904ACB}"/>
              </a:ext>
            </a:extLst>
          </p:cNvPr>
          <p:cNvSpPr>
            <a:spLocks noGrp="1"/>
          </p:cNvSpPr>
          <p:nvPr>
            <p:ph type="sldNum" sz="quarter" idx="25"/>
          </p:nvPr>
        </p:nvSpPr>
        <p:spPr/>
        <p:txBody>
          <a:bodyPr/>
          <a:lstStyle/>
          <a:p>
            <a:fld id="{8B70248A-FD0F-534C-919E-E8EB9B0FC062}" type="slidenum">
              <a:rPr lang="en-BE" smtClean="0"/>
              <a:pPr/>
              <a:t>18</a:t>
            </a:fld>
            <a:endParaRPr lang="en-BE"/>
          </a:p>
        </p:txBody>
      </p:sp>
      <p:sp>
        <p:nvSpPr>
          <p:cNvPr id="4" name="Text Placeholder 3">
            <a:extLst>
              <a:ext uri="{FF2B5EF4-FFF2-40B4-BE49-F238E27FC236}">
                <a16:creationId xmlns:a16="http://schemas.microsoft.com/office/drawing/2014/main" id="{DCC32088-59FB-ACEC-8398-8FAE58B3F18A}"/>
              </a:ext>
            </a:extLst>
          </p:cNvPr>
          <p:cNvSpPr>
            <a:spLocks noGrp="1"/>
          </p:cNvSpPr>
          <p:nvPr>
            <p:ph type="body" sz="quarter" idx="31"/>
          </p:nvPr>
        </p:nvSpPr>
        <p:spPr/>
        <p:txBody>
          <a:bodyPr/>
          <a:lstStyle/>
          <a:p>
            <a:endParaRPr lang="en-US"/>
          </a:p>
        </p:txBody>
      </p:sp>
      <p:pic>
        <p:nvPicPr>
          <p:cNvPr id="5" name="Picture 2" descr="The &quot;Truth&quot; Behind Unstructured Data - DZone Database">
            <a:extLst>
              <a:ext uri="{FF2B5EF4-FFF2-40B4-BE49-F238E27FC236}">
                <a16:creationId xmlns:a16="http://schemas.microsoft.com/office/drawing/2014/main" id="{634A7146-CB5B-157D-EA9C-E00F3D8FE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3" y="1707732"/>
            <a:ext cx="12174257" cy="4144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959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3C588D-2A3C-9942-B2AE-D88FF5E0D83A}"/>
              </a:ext>
            </a:extLst>
          </p:cNvPr>
          <p:cNvPicPr>
            <a:picLocks noChangeAspect="1"/>
          </p:cNvPicPr>
          <p:nvPr/>
        </p:nvPicPr>
        <p:blipFill>
          <a:blip r:embed="rId2"/>
          <a:stretch>
            <a:fillRect/>
          </a:stretch>
        </p:blipFill>
        <p:spPr>
          <a:xfrm>
            <a:off x="5334000" y="0"/>
            <a:ext cx="6858000" cy="6858000"/>
          </a:xfrm>
          <a:prstGeom prst="rect">
            <a:avLst/>
          </a:prstGeom>
        </p:spPr>
      </p:pic>
      <p:sp>
        <p:nvSpPr>
          <p:cNvPr id="2" name="Title 1">
            <a:extLst>
              <a:ext uri="{FF2B5EF4-FFF2-40B4-BE49-F238E27FC236}">
                <a16:creationId xmlns:a16="http://schemas.microsoft.com/office/drawing/2014/main" id="{2AD17417-3A6C-C0DE-796E-DCB46C1B10F1}"/>
              </a:ext>
            </a:extLst>
          </p:cNvPr>
          <p:cNvSpPr>
            <a:spLocks noGrp="1"/>
          </p:cNvSpPr>
          <p:nvPr>
            <p:ph type="title"/>
          </p:nvPr>
        </p:nvSpPr>
        <p:spPr>
          <a:xfrm>
            <a:off x="114301" y="304419"/>
            <a:ext cx="7875270" cy="6164256"/>
          </a:xfrm>
        </p:spPr>
        <p:txBody>
          <a:bodyPr/>
          <a:lstStyle/>
          <a:p>
            <a:r>
              <a:rPr lang="en-US"/>
              <a:t>The story of data…</a:t>
            </a:r>
            <a:br>
              <a:rPr lang="en-US"/>
            </a:br>
            <a:br>
              <a:rPr lang="en-US"/>
            </a:br>
            <a:br>
              <a:rPr lang="en-US"/>
            </a:br>
            <a:br>
              <a:rPr lang="en-US"/>
            </a:br>
            <a:r>
              <a:rPr lang="en-US"/>
              <a:t>From an application standpoint</a:t>
            </a:r>
          </a:p>
        </p:txBody>
      </p:sp>
      <p:sp>
        <p:nvSpPr>
          <p:cNvPr id="3" name="Slide Number Placeholder 2">
            <a:extLst>
              <a:ext uri="{FF2B5EF4-FFF2-40B4-BE49-F238E27FC236}">
                <a16:creationId xmlns:a16="http://schemas.microsoft.com/office/drawing/2014/main" id="{9D50BD8C-FD55-36C9-1020-7AD2BEF94B28}"/>
              </a:ext>
            </a:extLst>
          </p:cNvPr>
          <p:cNvSpPr>
            <a:spLocks noGrp="1"/>
          </p:cNvSpPr>
          <p:nvPr>
            <p:ph type="sldNum" sz="quarter" idx="25"/>
          </p:nvPr>
        </p:nvSpPr>
        <p:spPr/>
        <p:txBody>
          <a:bodyPr/>
          <a:lstStyle/>
          <a:p>
            <a:fld id="{8B70248A-FD0F-534C-919E-E8EB9B0FC062}" type="slidenum">
              <a:rPr lang="en-BE" smtClean="0"/>
              <a:pPr/>
              <a:t>19</a:t>
            </a:fld>
            <a:endParaRPr lang="en-BE"/>
          </a:p>
        </p:txBody>
      </p:sp>
    </p:spTree>
    <p:extLst>
      <p:ext uri="{BB962C8B-B14F-4D97-AF65-F5344CB8AC3E}">
        <p14:creationId xmlns:p14="http://schemas.microsoft.com/office/powerpoint/2010/main" val="3083726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546C-1D13-A885-C239-C439953EA3AE}"/>
              </a:ext>
            </a:extLst>
          </p:cNvPr>
          <p:cNvSpPr>
            <a:spLocks noGrp="1"/>
          </p:cNvSpPr>
          <p:nvPr>
            <p:ph type="title"/>
          </p:nvPr>
        </p:nvSpPr>
        <p:spPr/>
        <p:txBody>
          <a:bodyPr/>
          <a:lstStyle/>
          <a:p>
            <a:r>
              <a:rPr lang="en-US"/>
              <a:t>Evolution of </a:t>
            </a:r>
            <a:r>
              <a:rPr lang="en-US" i="1" u="sng"/>
              <a:t>Application</a:t>
            </a:r>
            <a:r>
              <a:rPr lang="en-US"/>
              <a:t> Architecture</a:t>
            </a:r>
          </a:p>
        </p:txBody>
      </p:sp>
      <p:sp>
        <p:nvSpPr>
          <p:cNvPr id="3" name="Slide Number Placeholder 2">
            <a:extLst>
              <a:ext uri="{FF2B5EF4-FFF2-40B4-BE49-F238E27FC236}">
                <a16:creationId xmlns:a16="http://schemas.microsoft.com/office/drawing/2014/main" id="{770D90FA-2F95-EA36-DAAC-B988B831E185}"/>
              </a:ext>
            </a:extLst>
          </p:cNvPr>
          <p:cNvSpPr>
            <a:spLocks noGrp="1"/>
          </p:cNvSpPr>
          <p:nvPr>
            <p:ph type="sldNum" sz="quarter" idx="25"/>
          </p:nvPr>
        </p:nvSpPr>
        <p:spPr/>
        <p:txBody>
          <a:bodyPr/>
          <a:lstStyle/>
          <a:p>
            <a:fld id="{8B70248A-FD0F-534C-919E-E8EB9B0FC062}" type="slidenum">
              <a:rPr lang="en-BE" smtClean="0"/>
              <a:pPr/>
              <a:t>20</a:t>
            </a:fld>
            <a:endParaRPr lang="en-BE"/>
          </a:p>
        </p:txBody>
      </p:sp>
      <p:sp>
        <p:nvSpPr>
          <p:cNvPr id="4" name="Text Placeholder 3">
            <a:extLst>
              <a:ext uri="{FF2B5EF4-FFF2-40B4-BE49-F238E27FC236}">
                <a16:creationId xmlns:a16="http://schemas.microsoft.com/office/drawing/2014/main" id="{D0B9BA0B-DBE6-F4A1-7CE2-ED9F915850A5}"/>
              </a:ext>
            </a:extLst>
          </p:cNvPr>
          <p:cNvSpPr>
            <a:spLocks noGrp="1"/>
          </p:cNvSpPr>
          <p:nvPr>
            <p:ph type="body" sz="quarter" idx="31"/>
          </p:nvPr>
        </p:nvSpPr>
        <p:spPr>
          <a:xfrm>
            <a:off x="515936" y="1420431"/>
            <a:ext cx="11160127" cy="4924807"/>
          </a:xfrm>
        </p:spPr>
        <p:txBody>
          <a:bodyPr/>
          <a:lstStyle/>
          <a:p>
            <a:pPr marL="342900" indent="-342900">
              <a:buFont typeface="Wingdings" panose="05000000000000000000" pitchFamily="2" charset="2"/>
              <a:buChar char="î"/>
            </a:pPr>
            <a:r>
              <a:rPr lang="en-US"/>
              <a:t>Move from single-server </a:t>
            </a:r>
            <a:r>
              <a:rPr lang="en-US" b="1">
                <a:highlight>
                  <a:srgbClr val="FA6432"/>
                </a:highlight>
              </a:rPr>
              <a:t>monolith</a:t>
            </a:r>
            <a:r>
              <a:rPr lang="en-US"/>
              <a:t> to </a:t>
            </a:r>
            <a:r>
              <a:rPr lang="en-US" b="1">
                <a:highlight>
                  <a:srgbClr val="FA6432"/>
                </a:highlight>
              </a:rPr>
              <a:t>microservices</a:t>
            </a:r>
          </a:p>
          <a:p>
            <a:pPr marL="342900" indent="-342900">
              <a:buFont typeface="Wingdings" panose="05000000000000000000" pitchFamily="2" charset="2"/>
              <a:buChar char="î"/>
            </a:pPr>
            <a:r>
              <a:rPr lang="en-US"/>
              <a:t>At the same time, move from </a:t>
            </a:r>
            <a:r>
              <a:rPr lang="en-US" b="1">
                <a:highlight>
                  <a:srgbClr val="FA6432"/>
                </a:highlight>
              </a:rPr>
              <a:t>on-premise</a:t>
            </a:r>
            <a:r>
              <a:rPr lang="en-US"/>
              <a:t> to </a:t>
            </a:r>
            <a:r>
              <a:rPr lang="en-US" b="1">
                <a:highlight>
                  <a:srgbClr val="FA6432"/>
                </a:highlight>
              </a:rPr>
              <a:t>cloud</a:t>
            </a:r>
          </a:p>
        </p:txBody>
      </p:sp>
      <p:pic>
        <p:nvPicPr>
          <p:cNvPr id="5" name="Picture 2" descr="Why Transition From Monolith to Microservices? | by Sara Miteva | Microtica  | Medium">
            <a:extLst>
              <a:ext uri="{FF2B5EF4-FFF2-40B4-BE49-F238E27FC236}">
                <a16:creationId xmlns:a16="http://schemas.microsoft.com/office/drawing/2014/main" id="{55982366-C691-AFEB-BED5-4006296594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627" t="9999" r="7894" b="21680"/>
          <a:stretch/>
        </p:blipFill>
        <p:spPr bwMode="auto">
          <a:xfrm>
            <a:off x="1703739" y="2276544"/>
            <a:ext cx="9554811" cy="4469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29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7489-6DFC-59DC-EAED-CCF7684F0F2F}"/>
              </a:ext>
            </a:extLst>
          </p:cNvPr>
          <p:cNvSpPr>
            <a:spLocks noGrp="1"/>
          </p:cNvSpPr>
          <p:nvPr>
            <p:ph type="title"/>
          </p:nvPr>
        </p:nvSpPr>
        <p:spPr>
          <a:xfrm>
            <a:off x="515937" y="7239"/>
            <a:ext cx="11160125" cy="1116012"/>
          </a:xfrm>
        </p:spPr>
        <p:txBody>
          <a:bodyPr/>
          <a:lstStyle/>
          <a:p>
            <a:r>
              <a:rPr lang="en-US"/>
              <a:t>Evolution of </a:t>
            </a:r>
            <a:r>
              <a:rPr lang="en-US" i="1" u="sng"/>
              <a:t>Application</a:t>
            </a:r>
            <a:r>
              <a:rPr lang="en-US"/>
              <a:t> Architecture</a:t>
            </a:r>
          </a:p>
        </p:txBody>
      </p:sp>
      <p:sp>
        <p:nvSpPr>
          <p:cNvPr id="3" name="Slide Number Placeholder 2">
            <a:extLst>
              <a:ext uri="{FF2B5EF4-FFF2-40B4-BE49-F238E27FC236}">
                <a16:creationId xmlns:a16="http://schemas.microsoft.com/office/drawing/2014/main" id="{7BB94F57-0B37-9DBC-A3E2-B128C540D48B}"/>
              </a:ext>
            </a:extLst>
          </p:cNvPr>
          <p:cNvSpPr>
            <a:spLocks noGrp="1"/>
          </p:cNvSpPr>
          <p:nvPr>
            <p:ph type="sldNum" sz="quarter" idx="25"/>
          </p:nvPr>
        </p:nvSpPr>
        <p:spPr/>
        <p:txBody>
          <a:bodyPr/>
          <a:lstStyle/>
          <a:p>
            <a:fld id="{8B70248A-FD0F-534C-919E-E8EB9B0FC062}" type="slidenum">
              <a:rPr lang="en-BE" smtClean="0"/>
              <a:pPr/>
              <a:t>21</a:t>
            </a:fld>
            <a:endParaRPr lang="en-BE"/>
          </a:p>
        </p:txBody>
      </p:sp>
      <p:sp>
        <p:nvSpPr>
          <p:cNvPr id="4" name="Text Placeholder 3">
            <a:extLst>
              <a:ext uri="{FF2B5EF4-FFF2-40B4-BE49-F238E27FC236}">
                <a16:creationId xmlns:a16="http://schemas.microsoft.com/office/drawing/2014/main" id="{F63D2075-6959-56A6-3F29-A8274A3D12D9}"/>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407E0F57-B7D1-544F-AD51-5355F03B5BB3}"/>
              </a:ext>
            </a:extLst>
          </p:cNvPr>
          <p:cNvPicPr>
            <a:picLocks noChangeAspect="1"/>
          </p:cNvPicPr>
          <p:nvPr/>
        </p:nvPicPr>
        <p:blipFill>
          <a:blip r:embed="rId2"/>
          <a:stretch>
            <a:fillRect/>
          </a:stretch>
        </p:blipFill>
        <p:spPr>
          <a:xfrm>
            <a:off x="0" y="1467191"/>
            <a:ext cx="12175388" cy="5039629"/>
          </a:xfrm>
          <a:prstGeom prst="rect">
            <a:avLst/>
          </a:prstGeom>
        </p:spPr>
      </p:pic>
    </p:spTree>
    <p:extLst>
      <p:ext uri="{BB962C8B-B14F-4D97-AF65-F5344CB8AC3E}">
        <p14:creationId xmlns:p14="http://schemas.microsoft.com/office/powerpoint/2010/main" val="715575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A4F87A-B6F2-4352-6599-BAB2FCF6CBB2}"/>
              </a:ext>
            </a:extLst>
          </p:cNvPr>
          <p:cNvSpPr>
            <a:spLocks noGrp="1"/>
          </p:cNvSpPr>
          <p:nvPr>
            <p:ph type="sldNum" sz="quarter" idx="25"/>
          </p:nvPr>
        </p:nvSpPr>
        <p:spPr/>
        <p:txBody>
          <a:bodyPr/>
          <a:lstStyle/>
          <a:p>
            <a:fld id="{8B70248A-FD0F-534C-919E-E8EB9B0FC062}" type="slidenum">
              <a:rPr lang="en-BE" smtClean="0"/>
              <a:pPr/>
              <a:t>22</a:t>
            </a:fld>
            <a:endParaRPr lang="en-BE"/>
          </a:p>
        </p:txBody>
      </p:sp>
      <p:sp>
        <p:nvSpPr>
          <p:cNvPr id="4" name="Text Placeholder 3">
            <a:extLst>
              <a:ext uri="{FF2B5EF4-FFF2-40B4-BE49-F238E27FC236}">
                <a16:creationId xmlns:a16="http://schemas.microsoft.com/office/drawing/2014/main" id="{4519B0BB-0CB1-9017-E06B-7DD2313A9304}"/>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90C44C96-26D9-F2C9-2A36-FD094ED6C78C}"/>
              </a:ext>
            </a:extLst>
          </p:cNvPr>
          <p:cNvPicPr>
            <a:picLocks noChangeAspect="1"/>
          </p:cNvPicPr>
          <p:nvPr/>
        </p:nvPicPr>
        <p:blipFill>
          <a:blip r:embed="rId2"/>
          <a:stretch>
            <a:fillRect/>
          </a:stretch>
        </p:blipFill>
        <p:spPr>
          <a:xfrm>
            <a:off x="-17446" y="1521005"/>
            <a:ext cx="12209446" cy="4932002"/>
          </a:xfrm>
          <a:prstGeom prst="rect">
            <a:avLst/>
          </a:prstGeom>
        </p:spPr>
      </p:pic>
      <p:sp>
        <p:nvSpPr>
          <p:cNvPr id="7" name="Title 1">
            <a:extLst>
              <a:ext uri="{FF2B5EF4-FFF2-40B4-BE49-F238E27FC236}">
                <a16:creationId xmlns:a16="http://schemas.microsoft.com/office/drawing/2014/main" id="{7E1B77E0-F6DD-07A6-C1D6-D114AF2350ED}"/>
              </a:ext>
            </a:extLst>
          </p:cNvPr>
          <p:cNvSpPr>
            <a:spLocks noGrp="1"/>
          </p:cNvSpPr>
          <p:nvPr>
            <p:ph type="title"/>
          </p:nvPr>
        </p:nvSpPr>
        <p:spPr>
          <a:xfrm>
            <a:off x="515937" y="7239"/>
            <a:ext cx="11160125" cy="1116012"/>
          </a:xfrm>
        </p:spPr>
        <p:txBody>
          <a:bodyPr/>
          <a:lstStyle/>
          <a:p>
            <a:r>
              <a:rPr lang="en-US"/>
              <a:t>Evolution of </a:t>
            </a:r>
            <a:r>
              <a:rPr lang="en-US" i="1" u="sng"/>
              <a:t>Application</a:t>
            </a:r>
            <a:r>
              <a:rPr lang="en-US"/>
              <a:t> Architecture</a:t>
            </a:r>
          </a:p>
        </p:txBody>
      </p:sp>
    </p:spTree>
    <p:extLst>
      <p:ext uri="{BB962C8B-B14F-4D97-AF65-F5344CB8AC3E}">
        <p14:creationId xmlns:p14="http://schemas.microsoft.com/office/powerpoint/2010/main" val="3319716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53518-8CCE-DBD1-1724-BC6C98F59B30}"/>
              </a:ext>
            </a:extLst>
          </p:cNvPr>
          <p:cNvSpPr>
            <a:spLocks noGrp="1"/>
          </p:cNvSpPr>
          <p:nvPr>
            <p:ph type="title"/>
          </p:nvPr>
        </p:nvSpPr>
        <p:spPr/>
        <p:txBody>
          <a:bodyPr/>
          <a:lstStyle/>
          <a:p>
            <a:r>
              <a:rPr lang="en-US"/>
              <a:t>Horizontal (Out) – Vertical (Up) Scaling</a:t>
            </a:r>
          </a:p>
        </p:txBody>
      </p:sp>
      <p:sp>
        <p:nvSpPr>
          <p:cNvPr id="3" name="Slide Number Placeholder 2">
            <a:extLst>
              <a:ext uri="{FF2B5EF4-FFF2-40B4-BE49-F238E27FC236}">
                <a16:creationId xmlns:a16="http://schemas.microsoft.com/office/drawing/2014/main" id="{C806E6CC-E92F-E235-B0DF-A061D0B496DC}"/>
              </a:ext>
            </a:extLst>
          </p:cNvPr>
          <p:cNvSpPr>
            <a:spLocks noGrp="1"/>
          </p:cNvSpPr>
          <p:nvPr>
            <p:ph type="sldNum" sz="quarter" idx="25"/>
          </p:nvPr>
        </p:nvSpPr>
        <p:spPr/>
        <p:txBody>
          <a:bodyPr/>
          <a:lstStyle/>
          <a:p>
            <a:fld id="{8B70248A-FD0F-534C-919E-E8EB9B0FC062}" type="slidenum">
              <a:rPr lang="en-BE" smtClean="0"/>
              <a:pPr/>
              <a:t>23</a:t>
            </a:fld>
            <a:endParaRPr lang="en-BE"/>
          </a:p>
        </p:txBody>
      </p:sp>
      <p:sp>
        <p:nvSpPr>
          <p:cNvPr id="4" name="Text Placeholder 3">
            <a:extLst>
              <a:ext uri="{FF2B5EF4-FFF2-40B4-BE49-F238E27FC236}">
                <a16:creationId xmlns:a16="http://schemas.microsoft.com/office/drawing/2014/main" id="{C3110580-8DC6-34B0-847B-DC05CEC0F398}"/>
              </a:ext>
            </a:extLst>
          </p:cNvPr>
          <p:cNvSpPr>
            <a:spLocks noGrp="1"/>
          </p:cNvSpPr>
          <p:nvPr>
            <p:ph type="body" sz="quarter" idx="31"/>
          </p:nvPr>
        </p:nvSpPr>
        <p:spPr/>
        <p:txBody>
          <a:bodyPr/>
          <a:lstStyle/>
          <a:p>
            <a:endParaRPr lang="en-US"/>
          </a:p>
        </p:txBody>
      </p:sp>
      <p:pic>
        <p:nvPicPr>
          <p:cNvPr id="5" name="Picture 2" descr="Horizontal and Vertical Scaling - WebAiry">
            <a:extLst>
              <a:ext uri="{FF2B5EF4-FFF2-40B4-BE49-F238E27FC236}">
                <a16:creationId xmlns:a16="http://schemas.microsoft.com/office/drawing/2014/main" id="{260A05E2-3745-E6D2-3B48-C8F1D42B9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8775"/>
            <a:ext cx="6953250" cy="42862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2134B86-7125-66EC-E801-1CA4F5764DE0}"/>
              </a:ext>
            </a:extLst>
          </p:cNvPr>
          <p:cNvPicPr>
            <a:picLocks noChangeAspect="1"/>
          </p:cNvPicPr>
          <p:nvPr/>
        </p:nvPicPr>
        <p:blipFill>
          <a:blip r:embed="rId3"/>
          <a:stretch>
            <a:fillRect/>
          </a:stretch>
        </p:blipFill>
        <p:spPr>
          <a:xfrm>
            <a:off x="7542212" y="1420431"/>
            <a:ext cx="4133850" cy="5527282"/>
          </a:xfrm>
          <a:prstGeom prst="rect">
            <a:avLst/>
          </a:prstGeom>
        </p:spPr>
      </p:pic>
    </p:spTree>
    <p:extLst>
      <p:ext uri="{BB962C8B-B14F-4D97-AF65-F5344CB8AC3E}">
        <p14:creationId xmlns:p14="http://schemas.microsoft.com/office/powerpoint/2010/main" val="2607971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E4AF14-AC2F-93FD-4BFC-D81EB532785B}"/>
              </a:ext>
            </a:extLst>
          </p:cNvPr>
          <p:cNvSpPr>
            <a:spLocks noGrp="1"/>
          </p:cNvSpPr>
          <p:nvPr>
            <p:ph type="sldNum" sz="quarter" idx="25"/>
          </p:nvPr>
        </p:nvSpPr>
        <p:spPr/>
        <p:txBody>
          <a:bodyPr/>
          <a:lstStyle/>
          <a:p>
            <a:fld id="{8B70248A-FD0F-534C-919E-E8EB9B0FC062}" type="slidenum">
              <a:rPr lang="en-BE" smtClean="0"/>
              <a:pPr/>
              <a:t>24</a:t>
            </a:fld>
            <a:endParaRPr lang="en-BE"/>
          </a:p>
        </p:txBody>
      </p:sp>
      <p:sp>
        <p:nvSpPr>
          <p:cNvPr id="4" name="Text Placeholder 3">
            <a:extLst>
              <a:ext uri="{FF2B5EF4-FFF2-40B4-BE49-F238E27FC236}">
                <a16:creationId xmlns:a16="http://schemas.microsoft.com/office/drawing/2014/main" id="{D051209F-475A-73D4-6670-6679F1CB3DAB}"/>
              </a:ext>
            </a:extLst>
          </p:cNvPr>
          <p:cNvSpPr>
            <a:spLocks noGrp="1"/>
          </p:cNvSpPr>
          <p:nvPr>
            <p:ph type="body" sz="quarter" idx="31"/>
          </p:nvPr>
        </p:nvSpPr>
        <p:spPr/>
        <p:txBody>
          <a:bodyPr/>
          <a:lstStyle/>
          <a:p>
            <a:endParaRPr lang="en-US"/>
          </a:p>
        </p:txBody>
      </p:sp>
      <p:sp>
        <p:nvSpPr>
          <p:cNvPr id="5" name="Title 1">
            <a:extLst>
              <a:ext uri="{FF2B5EF4-FFF2-40B4-BE49-F238E27FC236}">
                <a16:creationId xmlns:a16="http://schemas.microsoft.com/office/drawing/2014/main" id="{6279FECD-2419-68C0-1E9A-2621F7EB6ACC}"/>
              </a:ext>
            </a:extLst>
          </p:cNvPr>
          <p:cNvSpPr>
            <a:spLocks noGrp="1"/>
          </p:cNvSpPr>
          <p:nvPr>
            <p:ph type="title"/>
          </p:nvPr>
        </p:nvSpPr>
        <p:spPr>
          <a:xfrm>
            <a:off x="515937" y="7239"/>
            <a:ext cx="11160125" cy="1116012"/>
          </a:xfrm>
        </p:spPr>
        <p:txBody>
          <a:bodyPr/>
          <a:lstStyle/>
          <a:p>
            <a:r>
              <a:rPr lang="en-US"/>
              <a:t>Evolution of </a:t>
            </a:r>
            <a:r>
              <a:rPr lang="en-US" i="1" u="sng"/>
              <a:t>Application</a:t>
            </a:r>
            <a:r>
              <a:rPr lang="en-US"/>
              <a:t> Architecture</a:t>
            </a:r>
          </a:p>
        </p:txBody>
      </p:sp>
      <p:pic>
        <p:nvPicPr>
          <p:cNvPr id="7" name="Picture 6">
            <a:extLst>
              <a:ext uri="{FF2B5EF4-FFF2-40B4-BE49-F238E27FC236}">
                <a16:creationId xmlns:a16="http://schemas.microsoft.com/office/drawing/2014/main" id="{5A836C54-F66F-920B-4174-47E9D7BB4B8A}"/>
              </a:ext>
            </a:extLst>
          </p:cNvPr>
          <p:cNvPicPr>
            <a:picLocks noChangeAspect="1"/>
          </p:cNvPicPr>
          <p:nvPr/>
        </p:nvPicPr>
        <p:blipFill>
          <a:blip r:embed="rId2"/>
          <a:stretch>
            <a:fillRect/>
          </a:stretch>
        </p:blipFill>
        <p:spPr>
          <a:xfrm>
            <a:off x="0" y="1542143"/>
            <a:ext cx="12192000" cy="4889725"/>
          </a:xfrm>
          <a:prstGeom prst="rect">
            <a:avLst/>
          </a:prstGeom>
        </p:spPr>
      </p:pic>
      <p:sp>
        <p:nvSpPr>
          <p:cNvPr id="8" name="TextBox 7">
            <a:extLst>
              <a:ext uri="{FF2B5EF4-FFF2-40B4-BE49-F238E27FC236}">
                <a16:creationId xmlns:a16="http://schemas.microsoft.com/office/drawing/2014/main" id="{D98AE6CF-29B1-20B2-F185-08DCFD764E25}"/>
              </a:ext>
            </a:extLst>
          </p:cNvPr>
          <p:cNvSpPr txBox="1"/>
          <p:nvPr/>
        </p:nvSpPr>
        <p:spPr>
          <a:xfrm>
            <a:off x="7372350" y="2663190"/>
            <a:ext cx="777240" cy="369332"/>
          </a:xfrm>
          <a:prstGeom prst="rect">
            <a:avLst/>
          </a:prstGeom>
          <a:noFill/>
        </p:spPr>
        <p:txBody>
          <a:bodyPr wrap="square" rtlCol="0">
            <a:spAutoFit/>
          </a:bodyPr>
          <a:lstStyle/>
          <a:p>
            <a:r>
              <a:rPr lang="en-US"/>
              <a:t>API’s</a:t>
            </a:r>
          </a:p>
        </p:txBody>
      </p:sp>
      <p:sp>
        <p:nvSpPr>
          <p:cNvPr id="9" name="TextBox 8">
            <a:extLst>
              <a:ext uri="{FF2B5EF4-FFF2-40B4-BE49-F238E27FC236}">
                <a16:creationId xmlns:a16="http://schemas.microsoft.com/office/drawing/2014/main" id="{82D3824B-8705-E4CC-3E8A-337A0EB0159C}"/>
              </a:ext>
            </a:extLst>
          </p:cNvPr>
          <p:cNvSpPr txBox="1"/>
          <p:nvPr/>
        </p:nvSpPr>
        <p:spPr>
          <a:xfrm>
            <a:off x="10416540" y="2663190"/>
            <a:ext cx="777240" cy="369332"/>
          </a:xfrm>
          <a:prstGeom prst="rect">
            <a:avLst/>
          </a:prstGeom>
          <a:noFill/>
        </p:spPr>
        <p:txBody>
          <a:bodyPr wrap="square" rtlCol="0">
            <a:spAutoFit/>
          </a:bodyPr>
          <a:lstStyle/>
          <a:p>
            <a:r>
              <a:rPr lang="en-US"/>
              <a:t>API’s</a:t>
            </a:r>
          </a:p>
        </p:txBody>
      </p:sp>
      <p:sp>
        <p:nvSpPr>
          <p:cNvPr id="10" name="TextBox 9">
            <a:extLst>
              <a:ext uri="{FF2B5EF4-FFF2-40B4-BE49-F238E27FC236}">
                <a16:creationId xmlns:a16="http://schemas.microsoft.com/office/drawing/2014/main" id="{325639B1-CFE2-0459-6ABF-57CC195E32DC}"/>
              </a:ext>
            </a:extLst>
          </p:cNvPr>
          <p:cNvSpPr txBox="1"/>
          <p:nvPr/>
        </p:nvSpPr>
        <p:spPr>
          <a:xfrm>
            <a:off x="7947660" y="3825479"/>
            <a:ext cx="777240" cy="369332"/>
          </a:xfrm>
          <a:prstGeom prst="rect">
            <a:avLst/>
          </a:prstGeom>
          <a:noFill/>
        </p:spPr>
        <p:txBody>
          <a:bodyPr wrap="square" rtlCol="0">
            <a:spAutoFit/>
          </a:bodyPr>
          <a:lstStyle/>
          <a:p>
            <a:r>
              <a:rPr lang="en-US"/>
              <a:t>API’s</a:t>
            </a:r>
          </a:p>
        </p:txBody>
      </p:sp>
      <p:sp>
        <p:nvSpPr>
          <p:cNvPr id="11" name="TextBox 10">
            <a:extLst>
              <a:ext uri="{FF2B5EF4-FFF2-40B4-BE49-F238E27FC236}">
                <a16:creationId xmlns:a16="http://schemas.microsoft.com/office/drawing/2014/main" id="{C7667189-5256-A807-9218-3A19069B0E60}"/>
              </a:ext>
            </a:extLst>
          </p:cNvPr>
          <p:cNvSpPr txBox="1"/>
          <p:nvPr/>
        </p:nvSpPr>
        <p:spPr>
          <a:xfrm>
            <a:off x="10416540" y="3882271"/>
            <a:ext cx="777240" cy="369332"/>
          </a:xfrm>
          <a:prstGeom prst="rect">
            <a:avLst/>
          </a:prstGeom>
          <a:noFill/>
        </p:spPr>
        <p:txBody>
          <a:bodyPr wrap="square" rtlCol="0">
            <a:spAutoFit/>
          </a:bodyPr>
          <a:lstStyle/>
          <a:p>
            <a:r>
              <a:rPr lang="en-US"/>
              <a:t>API’s</a:t>
            </a:r>
          </a:p>
        </p:txBody>
      </p:sp>
    </p:spTree>
    <p:extLst>
      <p:ext uri="{BB962C8B-B14F-4D97-AF65-F5344CB8AC3E}">
        <p14:creationId xmlns:p14="http://schemas.microsoft.com/office/powerpoint/2010/main" val="2225369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E3C588D-2A3C-9942-B2AE-D88FF5E0D83A}"/>
              </a:ext>
            </a:extLst>
          </p:cNvPr>
          <p:cNvPicPr>
            <a:picLocks noChangeAspect="1"/>
          </p:cNvPicPr>
          <p:nvPr/>
        </p:nvPicPr>
        <p:blipFill>
          <a:blip r:embed="rId2"/>
          <a:stretch>
            <a:fillRect/>
          </a:stretch>
        </p:blipFill>
        <p:spPr>
          <a:xfrm>
            <a:off x="5334000" y="0"/>
            <a:ext cx="6858000" cy="6858000"/>
          </a:xfrm>
          <a:prstGeom prst="rect">
            <a:avLst/>
          </a:prstGeom>
        </p:spPr>
      </p:pic>
      <p:sp>
        <p:nvSpPr>
          <p:cNvPr id="2" name="Title 1">
            <a:extLst>
              <a:ext uri="{FF2B5EF4-FFF2-40B4-BE49-F238E27FC236}">
                <a16:creationId xmlns:a16="http://schemas.microsoft.com/office/drawing/2014/main" id="{2AD17417-3A6C-C0DE-796E-DCB46C1B10F1}"/>
              </a:ext>
            </a:extLst>
          </p:cNvPr>
          <p:cNvSpPr>
            <a:spLocks noGrp="1"/>
          </p:cNvSpPr>
          <p:nvPr>
            <p:ph type="title"/>
          </p:nvPr>
        </p:nvSpPr>
        <p:spPr>
          <a:xfrm>
            <a:off x="114301" y="304419"/>
            <a:ext cx="7875270" cy="6164256"/>
          </a:xfrm>
        </p:spPr>
        <p:txBody>
          <a:bodyPr/>
          <a:lstStyle/>
          <a:p>
            <a:r>
              <a:rPr lang="en-US"/>
              <a:t>The story of data…</a:t>
            </a:r>
            <a:br>
              <a:rPr lang="en-US"/>
            </a:br>
            <a:br>
              <a:rPr lang="en-US"/>
            </a:br>
            <a:br>
              <a:rPr lang="en-US"/>
            </a:br>
            <a:br>
              <a:rPr lang="en-US"/>
            </a:br>
            <a:br>
              <a:rPr lang="en-US"/>
            </a:br>
            <a:r>
              <a:rPr lang="en-US"/>
              <a:t>From a database and analytics standpoint</a:t>
            </a:r>
          </a:p>
        </p:txBody>
      </p:sp>
      <p:sp>
        <p:nvSpPr>
          <p:cNvPr id="3" name="Slide Number Placeholder 2">
            <a:extLst>
              <a:ext uri="{FF2B5EF4-FFF2-40B4-BE49-F238E27FC236}">
                <a16:creationId xmlns:a16="http://schemas.microsoft.com/office/drawing/2014/main" id="{9D50BD8C-FD55-36C9-1020-7AD2BEF94B28}"/>
              </a:ext>
            </a:extLst>
          </p:cNvPr>
          <p:cNvSpPr>
            <a:spLocks noGrp="1"/>
          </p:cNvSpPr>
          <p:nvPr>
            <p:ph type="sldNum" sz="quarter" idx="25"/>
          </p:nvPr>
        </p:nvSpPr>
        <p:spPr/>
        <p:txBody>
          <a:bodyPr/>
          <a:lstStyle/>
          <a:p>
            <a:fld id="{8B70248A-FD0F-534C-919E-E8EB9B0FC062}" type="slidenum">
              <a:rPr lang="en-BE" smtClean="0"/>
              <a:pPr/>
              <a:t>25</a:t>
            </a:fld>
            <a:endParaRPr lang="en-BE"/>
          </a:p>
        </p:txBody>
      </p:sp>
    </p:spTree>
    <p:extLst>
      <p:ext uri="{BB962C8B-B14F-4D97-AF65-F5344CB8AC3E}">
        <p14:creationId xmlns:p14="http://schemas.microsoft.com/office/powerpoint/2010/main" val="689345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5546C-1D13-A885-C239-C439953EA3AE}"/>
              </a:ext>
            </a:extLst>
          </p:cNvPr>
          <p:cNvSpPr>
            <a:spLocks noGrp="1"/>
          </p:cNvSpPr>
          <p:nvPr>
            <p:ph type="title"/>
          </p:nvPr>
        </p:nvSpPr>
        <p:spPr/>
        <p:txBody>
          <a:bodyPr/>
          <a:lstStyle/>
          <a:p>
            <a:r>
              <a:rPr lang="en-US"/>
              <a:t>Evolution of </a:t>
            </a:r>
            <a:r>
              <a:rPr lang="en-US" i="1" u="sng"/>
              <a:t>Data Analytics</a:t>
            </a:r>
            <a:r>
              <a:rPr lang="en-US"/>
              <a:t> Architecture</a:t>
            </a:r>
          </a:p>
        </p:txBody>
      </p:sp>
      <p:sp>
        <p:nvSpPr>
          <p:cNvPr id="3" name="Slide Number Placeholder 2">
            <a:extLst>
              <a:ext uri="{FF2B5EF4-FFF2-40B4-BE49-F238E27FC236}">
                <a16:creationId xmlns:a16="http://schemas.microsoft.com/office/drawing/2014/main" id="{770D90FA-2F95-EA36-DAAC-B988B831E185}"/>
              </a:ext>
            </a:extLst>
          </p:cNvPr>
          <p:cNvSpPr>
            <a:spLocks noGrp="1"/>
          </p:cNvSpPr>
          <p:nvPr>
            <p:ph type="sldNum" sz="quarter" idx="25"/>
          </p:nvPr>
        </p:nvSpPr>
        <p:spPr/>
        <p:txBody>
          <a:bodyPr/>
          <a:lstStyle/>
          <a:p>
            <a:fld id="{8B70248A-FD0F-534C-919E-E8EB9B0FC062}" type="slidenum">
              <a:rPr lang="en-BE" smtClean="0"/>
              <a:pPr/>
              <a:t>26</a:t>
            </a:fld>
            <a:endParaRPr lang="en-BE"/>
          </a:p>
        </p:txBody>
      </p:sp>
      <p:sp>
        <p:nvSpPr>
          <p:cNvPr id="4" name="Text Placeholder 3">
            <a:extLst>
              <a:ext uri="{FF2B5EF4-FFF2-40B4-BE49-F238E27FC236}">
                <a16:creationId xmlns:a16="http://schemas.microsoft.com/office/drawing/2014/main" id="{D0B9BA0B-DBE6-F4A1-7CE2-ED9F915850A5}"/>
              </a:ext>
            </a:extLst>
          </p:cNvPr>
          <p:cNvSpPr>
            <a:spLocks noGrp="1"/>
          </p:cNvSpPr>
          <p:nvPr>
            <p:ph type="body" sz="quarter" idx="31"/>
          </p:nvPr>
        </p:nvSpPr>
        <p:spPr/>
        <p:txBody>
          <a:bodyPr/>
          <a:lstStyle/>
          <a:p>
            <a:pPr marL="342900" indent="-342900">
              <a:buFont typeface="Wingdings" panose="05000000000000000000" pitchFamily="2" charset="2"/>
              <a:buChar char="î"/>
            </a:pPr>
            <a:r>
              <a:rPr lang="en-US"/>
              <a:t>Move from </a:t>
            </a:r>
            <a:r>
              <a:rPr lang="en-US" b="1">
                <a:highlight>
                  <a:srgbClr val="FA6432"/>
                </a:highlight>
              </a:rPr>
              <a:t>monolith</a:t>
            </a:r>
            <a:r>
              <a:rPr lang="en-US"/>
              <a:t> to:</a:t>
            </a:r>
          </a:p>
          <a:p>
            <a:pPr marL="702900" lvl="1" indent="-342900">
              <a:buFont typeface="Wingdings" panose="05000000000000000000" pitchFamily="2" charset="2"/>
              <a:buChar char="î"/>
            </a:pPr>
            <a:r>
              <a:rPr lang="en-US">
                <a:highlight>
                  <a:srgbClr val="FA6432"/>
                </a:highlight>
              </a:rPr>
              <a:t>Clustered databases</a:t>
            </a:r>
            <a:r>
              <a:rPr lang="en-US"/>
              <a:t> for OLTP </a:t>
            </a:r>
          </a:p>
          <a:p>
            <a:pPr marL="702900" lvl="1" indent="-342900">
              <a:buFont typeface="Wingdings" panose="05000000000000000000" pitchFamily="2" charset="2"/>
              <a:buChar char="î"/>
            </a:pPr>
            <a:r>
              <a:rPr lang="en-US"/>
              <a:t>From </a:t>
            </a:r>
            <a:r>
              <a:rPr lang="en-US" b="1"/>
              <a:t>Data Warehouse </a:t>
            </a:r>
            <a:r>
              <a:rPr lang="en-US" b="1">
                <a:sym typeface="Wingdings" panose="05000000000000000000" pitchFamily="2" charset="2"/>
              </a:rPr>
              <a:t></a:t>
            </a:r>
            <a:r>
              <a:rPr lang="en-US"/>
              <a:t> </a:t>
            </a:r>
            <a:r>
              <a:rPr lang="en-US" b="1"/>
              <a:t>Data Lake</a:t>
            </a:r>
            <a:r>
              <a:rPr lang="en-US"/>
              <a:t> </a:t>
            </a:r>
            <a:r>
              <a:rPr lang="en-US">
                <a:sym typeface="Wingdings" panose="05000000000000000000" pitchFamily="2" charset="2"/>
              </a:rPr>
              <a:t></a:t>
            </a:r>
            <a:r>
              <a:rPr lang="en-US"/>
              <a:t> </a:t>
            </a:r>
            <a:r>
              <a:rPr lang="en-US" b="1"/>
              <a:t>Data Lakehouse</a:t>
            </a:r>
            <a:r>
              <a:rPr lang="en-US"/>
              <a:t> </a:t>
            </a:r>
            <a:r>
              <a:rPr lang="en-US">
                <a:sym typeface="Wingdings" panose="05000000000000000000" pitchFamily="2" charset="2"/>
              </a:rPr>
              <a:t></a:t>
            </a:r>
            <a:r>
              <a:rPr lang="en-US"/>
              <a:t> </a:t>
            </a:r>
            <a:r>
              <a:rPr lang="en-US" b="1"/>
              <a:t>Data Mesh </a:t>
            </a:r>
          </a:p>
          <a:p>
            <a:pPr marL="342900" indent="-342900">
              <a:buFont typeface="Wingdings" panose="05000000000000000000" pitchFamily="2" charset="2"/>
              <a:buChar char="î"/>
            </a:pPr>
            <a:r>
              <a:rPr lang="en-US"/>
              <a:t>Move from </a:t>
            </a:r>
            <a:r>
              <a:rPr lang="en-US" b="1">
                <a:highlight>
                  <a:srgbClr val="FA6432"/>
                </a:highlight>
              </a:rPr>
              <a:t>self-managed on-prem</a:t>
            </a:r>
            <a:r>
              <a:rPr lang="en-US" b="1"/>
              <a:t> </a:t>
            </a:r>
            <a:r>
              <a:rPr lang="en-US"/>
              <a:t>to </a:t>
            </a:r>
            <a:r>
              <a:rPr lang="en-US" b="1">
                <a:highlight>
                  <a:srgbClr val="FA6432"/>
                </a:highlight>
              </a:rPr>
              <a:t>managed cloud</a:t>
            </a:r>
            <a:r>
              <a:rPr lang="en-US"/>
              <a:t> solutions</a:t>
            </a:r>
          </a:p>
        </p:txBody>
      </p:sp>
      <p:pic>
        <p:nvPicPr>
          <p:cNvPr id="6" name="Picture 5">
            <a:extLst>
              <a:ext uri="{FF2B5EF4-FFF2-40B4-BE49-F238E27FC236}">
                <a16:creationId xmlns:a16="http://schemas.microsoft.com/office/drawing/2014/main" id="{0A01EEAA-33F4-2F70-B81D-A7A0E1779DDF}"/>
              </a:ext>
            </a:extLst>
          </p:cNvPr>
          <p:cNvPicPr>
            <a:picLocks noChangeAspect="1"/>
          </p:cNvPicPr>
          <p:nvPr/>
        </p:nvPicPr>
        <p:blipFill rotWithShape="1">
          <a:blip r:embed="rId2"/>
          <a:srcRect l="3092" t="27232" r="1567" b="21096"/>
          <a:stretch/>
        </p:blipFill>
        <p:spPr>
          <a:xfrm>
            <a:off x="-1" y="3384076"/>
            <a:ext cx="6096000" cy="2066441"/>
          </a:xfrm>
          <a:prstGeom prst="rect">
            <a:avLst/>
          </a:prstGeom>
        </p:spPr>
      </p:pic>
      <p:pic>
        <p:nvPicPr>
          <p:cNvPr id="8" name="Picture 7">
            <a:extLst>
              <a:ext uri="{FF2B5EF4-FFF2-40B4-BE49-F238E27FC236}">
                <a16:creationId xmlns:a16="http://schemas.microsoft.com/office/drawing/2014/main" id="{7CF47F65-2376-C13B-23CC-50F84A9EF7D1}"/>
              </a:ext>
            </a:extLst>
          </p:cNvPr>
          <p:cNvPicPr>
            <a:picLocks noChangeAspect="1"/>
          </p:cNvPicPr>
          <p:nvPr/>
        </p:nvPicPr>
        <p:blipFill>
          <a:blip r:embed="rId3"/>
          <a:stretch>
            <a:fillRect/>
          </a:stretch>
        </p:blipFill>
        <p:spPr>
          <a:xfrm>
            <a:off x="6095999" y="5110002"/>
            <a:ext cx="5994800" cy="1358673"/>
          </a:xfrm>
          <a:prstGeom prst="rect">
            <a:avLst/>
          </a:prstGeom>
        </p:spPr>
      </p:pic>
    </p:spTree>
    <p:extLst>
      <p:ext uri="{BB962C8B-B14F-4D97-AF65-F5344CB8AC3E}">
        <p14:creationId xmlns:p14="http://schemas.microsoft.com/office/powerpoint/2010/main" val="1434239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7B33-0E54-DBB1-980A-F5DF7D74CBA5}"/>
              </a:ext>
            </a:extLst>
          </p:cNvPr>
          <p:cNvSpPr>
            <a:spLocks noGrp="1"/>
          </p:cNvSpPr>
          <p:nvPr>
            <p:ph type="title"/>
          </p:nvPr>
        </p:nvSpPr>
        <p:spPr>
          <a:xfrm>
            <a:off x="515935" y="112326"/>
            <a:ext cx="11160125" cy="1116012"/>
          </a:xfrm>
        </p:spPr>
        <p:txBody>
          <a:bodyPr/>
          <a:lstStyle/>
          <a:p>
            <a:r>
              <a:rPr lang="en-US"/>
              <a:t>Evolution of </a:t>
            </a:r>
            <a:r>
              <a:rPr lang="en-US" i="1" u="sng"/>
              <a:t>Database</a:t>
            </a:r>
            <a:r>
              <a:rPr lang="en-US"/>
              <a:t> Architecture</a:t>
            </a:r>
            <a:br>
              <a:rPr lang="en-US"/>
            </a:br>
            <a:r>
              <a:rPr lang="en-US" sz="3600"/>
              <a:t>From Monolith to Cluster</a:t>
            </a:r>
            <a:endParaRPr lang="en-US"/>
          </a:p>
        </p:txBody>
      </p:sp>
      <p:sp>
        <p:nvSpPr>
          <p:cNvPr id="3" name="Slide Number Placeholder 2">
            <a:extLst>
              <a:ext uri="{FF2B5EF4-FFF2-40B4-BE49-F238E27FC236}">
                <a16:creationId xmlns:a16="http://schemas.microsoft.com/office/drawing/2014/main" id="{15E80926-56C6-B552-DD01-6CBB9065C285}"/>
              </a:ext>
            </a:extLst>
          </p:cNvPr>
          <p:cNvSpPr>
            <a:spLocks noGrp="1"/>
          </p:cNvSpPr>
          <p:nvPr>
            <p:ph type="sldNum" sz="quarter" idx="25"/>
          </p:nvPr>
        </p:nvSpPr>
        <p:spPr/>
        <p:txBody>
          <a:bodyPr/>
          <a:lstStyle/>
          <a:p>
            <a:fld id="{8B70248A-FD0F-534C-919E-E8EB9B0FC062}" type="slidenum">
              <a:rPr lang="en-BE" smtClean="0"/>
              <a:pPr/>
              <a:t>27</a:t>
            </a:fld>
            <a:endParaRPr lang="en-BE"/>
          </a:p>
        </p:txBody>
      </p:sp>
      <p:pic>
        <p:nvPicPr>
          <p:cNvPr id="5" name="Content Placeholder 5">
            <a:extLst>
              <a:ext uri="{FF2B5EF4-FFF2-40B4-BE49-F238E27FC236}">
                <a16:creationId xmlns:a16="http://schemas.microsoft.com/office/drawing/2014/main" id="{F177DCE9-FBDC-B622-D305-D9FE88B1A196}"/>
              </a:ext>
            </a:extLst>
          </p:cNvPr>
          <p:cNvPicPr>
            <a:picLocks noChangeAspect="1"/>
          </p:cNvPicPr>
          <p:nvPr/>
        </p:nvPicPr>
        <p:blipFill>
          <a:blip r:embed="rId2"/>
          <a:stretch>
            <a:fillRect/>
          </a:stretch>
        </p:blipFill>
        <p:spPr>
          <a:xfrm>
            <a:off x="966614" y="1769745"/>
            <a:ext cx="10258769" cy="4427538"/>
          </a:xfrm>
          <a:prstGeom prst="rect">
            <a:avLst/>
          </a:prstGeom>
        </p:spPr>
      </p:pic>
    </p:spTree>
    <p:extLst>
      <p:ext uri="{BB962C8B-B14F-4D97-AF65-F5344CB8AC3E}">
        <p14:creationId xmlns:p14="http://schemas.microsoft.com/office/powerpoint/2010/main" val="1798226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7B33-0E54-DBB1-980A-F5DF7D74CBA5}"/>
              </a:ext>
            </a:extLst>
          </p:cNvPr>
          <p:cNvSpPr>
            <a:spLocks noGrp="1"/>
          </p:cNvSpPr>
          <p:nvPr>
            <p:ph type="title"/>
          </p:nvPr>
        </p:nvSpPr>
        <p:spPr>
          <a:xfrm>
            <a:off x="515937" y="0"/>
            <a:ext cx="11160125" cy="1116012"/>
          </a:xfrm>
        </p:spPr>
        <p:txBody>
          <a:bodyPr/>
          <a:lstStyle/>
          <a:p>
            <a:r>
              <a:rPr lang="en-US"/>
              <a:t>Evolution of </a:t>
            </a:r>
            <a:r>
              <a:rPr lang="en-US" i="1" u="sng"/>
              <a:t>Database</a:t>
            </a:r>
            <a:r>
              <a:rPr lang="en-US"/>
              <a:t> Architecture</a:t>
            </a:r>
          </a:p>
        </p:txBody>
      </p:sp>
      <p:sp>
        <p:nvSpPr>
          <p:cNvPr id="3" name="Slide Number Placeholder 2">
            <a:extLst>
              <a:ext uri="{FF2B5EF4-FFF2-40B4-BE49-F238E27FC236}">
                <a16:creationId xmlns:a16="http://schemas.microsoft.com/office/drawing/2014/main" id="{15E80926-56C6-B552-DD01-6CBB9065C285}"/>
              </a:ext>
            </a:extLst>
          </p:cNvPr>
          <p:cNvSpPr>
            <a:spLocks noGrp="1"/>
          </p:cNvSpPr>
          <p:nvPr>
            <p:ph type="sldNum" sz="quarter" idx="25"/>
          </p:nvPr>
        </p:nvSpPr>
        <p:spPr/>
        <p:txBody>
          <a:bodyPr/>
          <a:lstStyle/>
          <a:p>
            <a:fld id="{8B70248A-FD0F-534C-919E-E8EB9B0FC062}" type="slidenum">
              <a:rPr lang="en-BE" smtClean="0"/>
              <a:pPr/>
              <a:t>28</a:t>
            </a:fld>
            <a:endParaRPr lang="en-BE"/>
          </a:p>
        </p:txBody>
      </p:sp>
      <p:sp>
        <p:nvSpPr>
          <p:cNvPr id="4" name="Text Placeholder 3">
            <a:extLst>
              <a:ext uri="{FF2B5EF4-FFF2-40B4-BE49-F238E27FC236}">
                <a16:creationId xmlns:a16="http://schemas.microsoft.com/office/drawing/2014/main" id="{34575940-900C-BCE6-76BD-9C7E9AC33965}"/>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139FA1C3-EC34-74CC-B699-5C2327276362}"/>
              </a:ext>
            </a:extLst>
          </p:cNvPr>
          <p:cNvPicPr>
            <a:picLocks noChangeAspect="1"/>
          </p:cNvPicPr>
          <p:nvPr/>
        </p:nvPicPr>
        <p:blipFill>
          <a:blip r:embed="rId2"/>
          <a:stretch>
            <a:fillRect/>
          </a:stretch>
        </p:blipFill>
        <p:spPr>
          <a:xfrm>
            <a:off x="38729" y="1070769"/>
            <a:ext cx="12118981" cy="4716462"/>
          </a:xfrm>
          <a:prstGeom prst="rect">
            <a:avLst/>
          </a:prstGeom>
        </p:spPr>
      </p:pic>
    </p:spTree>
    <p:extLst>
      <p:ext uri="{BB962C8B-B14F-4D97-AF65-F5344CB8AC3E}">
        <p14:creationId xmlns:p14="http://schemas.microsoft.com/office/powerpoint/2010/main" val="587674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7B33-0E54-DBB1-980A-F5DF7D74CBA5}"/>
              </a:ext>
            </a:extLst>
          </p:cNvPr>
          <p:cNvSpPr>
            <a:spLocks noGrp="1"/>
          </p:cNvSpPr>
          <p:nvPr>
            <p:ph type="title"/>
          </p:nvPr>
        </p:nvSpPr>
        <p:spPr>
          <a:xfrm>
            <a:off x="515937" y="0"/>
            <a:ext cx="11160125" cy="1116012"/>
          </a:xfrm>
        </p:spPr>
        <p:txBody>
          <a:bodyPr/>
          <a:lstStyle/>
          <a:p>
            <a:r>
              <a:rPr lang="en-US"/>
              <a:t>Strategies for Splitting-up the DB</a:t>
            </a:r>
          </a:p>
        </p:txBody>
      </p:sp>
      <p:sp>
        <p:nvSpPr>
          <p:cNvPr id="3" name="Slide Number Placeholder 2">
            <a:extLst>
              <a:ext uri="{FF2B5EF4-FFF2-40B4-BE49-F238E27FC236}">
                <a16:creationId xmlns:a16="http://schemas.microsoft.com/office/drawing/2014/main" id="{15E80926-56C6-B552-DD01-6CBB9065C285}"/>
              </a:ext>
            </a:extLst>
          </p:cNvPr>
          <p:cNvSpPr>
            <a:spLocks noGrp="1"/>
          </p:cNvSpPr>
          <p:nvPr>
            <p:ph type="sldNum" sz="quarter" idx="25"/>
          </p:nvPr>
        </p:nvSpPr>
        <p:spPr/>
        <p:txBody>
          <a:bodyPr/>
          <a:lstStyle/>
          <a:p>
            <a:fld id="{8B70248A-FD0F-534C-919E-E8EB9B0FC062}" type="slidenum">
              <a:rPr lang="en-BE" smtClean="0"/>
              <a:pPr/>
              <a:t>29</a:t>
            </a:fld>
            <a:endParaRPr lang="en-BE"/>
          </a:p>
        </p:txBody>
      </p:sp>
      <p:sp>
        <p:nvSpPr>
          <p:cNvPr id="4" name="Text Placeholder 3">
            <a:extLst>
              <a:ext uri="{FF2B5EF4-FFF2-40B4-BE49-F238E27FC236}">
                <a16:creationId xmlns:a16="http://schemas.microsoft.com/office/drawing/2014/main" id="{34575940-900C-BCE6-76BD-9C7E9AC33965}"/>
              </a:ext>
            </a:extLst>
          </p:cNvPr>
          <p:cNvSpPr>
            <a:spLocks noGrp="1"/>
          </p:cNvSpPr>
          <p:nvPr>
            <p:ph type="body" sz="quarter" idx="31"/>
          </p:nvPr>
        </p:nvSpPr>
        <p:spPr>
          <a:xfrm>
            <a:off x="1099979" y="5177966"/>
            <a:ext cx="10430193" cy="1407478"/>
          </a:xfrm>
        </p:spPr>
        <p:txBody>
          <a:bodyPr>
            <a:normAutofit/>
          </a:bodyPr>
          <a:lstStyle/>
          <a:p>
            <a:r>
              <a:rPr lang="en-US" sz="4000" b="1" i="1"/>
              <a:t>  Sharding					Replication</a:t>
            </a:r>
          </a:p>
        </p:txBody>
      </p:sp>
      <p:pic>
        <p:nvPicPr>
          <p:cNvPr id="5" name="Picture 2" descr="Overview of Oracle Sharding">
            <a:extLst>
              <a:ext uri="{FF2B5EF4-FFF2-40B4-BE49-F238E27FC236}">
                <a16:creationId xmlns:a16="http://schemas.microsoft.com/office/drawing/2014/main" id="{20399C8E-842B-A6BD-BFAB-9DC599F275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31" y="2099088"/>
            <a:ext cx="5673348" cy="26598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8016AF9-D65B-F53A-9D95-68B11A6046D6}"/>
              </a:ext>
            </a:extLst>
          </p:cNvPr>
          <p:cNvPicPr>
            <a:picLocks noChangeAspect="1"/>
          </p:cNvPicPr>
          <p:nvPr/>
        </p:nvPicPr>
        <p:blipFill>
          <a:blip r:embed="rId3"/>
          <a:stretch>
            <a:fillRect/>
          </a:stretch>
        </p:blipFill>
        <p:spPr>
          <a:xfrm>
            <a:off x="6315076" y="1823344"/>
            <a:ext cx="5864690" cy="2901800"/>
          </a:xfrm>
          <a:prstGeom prst="rect">
            <a:avLst/>
          </a:prstGeom>
        </p:spPr>
      </p:pic>
    </p:spTree>
    <p:extLst>
      <p:ext uri="{BB962C8B-B14F-4D97-AF65-F5344CB8AC3E}">
        <p14:creationId xmlns:p14="http://schemas.microsoft.com/office/powerpoint/2010/main" val="4135802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FE4E-9EFE-E8A3-F551-C1BCC0C6EC32}"/>
              </a:ext>
            </a:extLst>
          </p:cNvPr>
          <p:cNvSpPr>
            <a:spLocks noGrp="1"/>
          </p:cNvSpPr>
          <p:nvPr>
            <p:ph type="title"/>
          </p:nvPr>
        </p:nvSpPr>
        <p:spPr/>
        <p:txBody>
          <a:bodyPr/>
          <a:lstStyle/>
          <a:p>
            <a:r>
              <a:rPr lang="en-US"/>
              <a:t>Distributed Systems: CAP theorem</a:t>
            </a:r>
          </a:p>
        </p:txBody>
      </p:sp>
      <p:sp>
        <p:nvSpPr>
          <p:cNvPr id="3" name="Slide Number Placeholder 2">
            <a:extLst>
              <a:ext uri="{FF2B5EF4-FFF2-40B4-BE49-F238E27FC236}">
                <a16:creationId xmlns:a16="http://schemas.microsoft.com/office/drawing/2014/main" id="{2401679F-93E9-07B6-27F7-66F4EB0BF77D}"/>
              </a:ext>
            </a:extLst>
          </p:cNvPr>
          <p:cNvSpPr>
            <a:spLocks noGrp="1"/>
          </p:cNvSpPr>
          <p:nvPr>
            <p:ph type="sldNum" sz="quarter" idx="25"/>
          </p:nvPr>
        </p:nvSpPr>
        <p:spPr/>
        <p:txBody>
          <a:bodyPr/>
          <a:lstStyle/>
          <a:p>
            <a:fld id="{8B70248A-FD0F-534C-919E-E8EB9B0FC062}" type="slidenum">
              <a:rPr lang="en-BE" smtClean="0"/>
              <a:pPr/>
              <a:t>30</a:t>
            </a:fld>
            <a:endParaRPr lang="en-BE"/>
          </a:p>
        </p:txBody>
      </p:sp>
      <p:sp>
        <p:nvSpPr>
          <p:cNvPr id="4" name="Text Placeholder 3">
            <a:extLst>
              <a:ext uri="{FF2B5EF4-FFF2-40B4-BE49-F238E27FC236}">
                <a16:creationId xmlns:a16="http://schemas.microsoft.com/office/drawing/2014/main" id="{10939CA9-215B-653B-A34C-8337D2A6CD99}"/>
              </a:ext>
            </a:extLst>
          </p:cNvPr>
          <p:cNvSpPr>
            <a:spLocks noGrp="1"/>
          </p:cNvSpPr>
          <p:nvPr>
            <p:ph type="body" sz="quarter" idx="31"/>
          </p:nvPr>
        </p:nvSpPr>
        <p:spPr/>
        <p:txBody>
          <a:bodyPr/>
          <a:lstStyle/>
          <a:p>
            <a:endParaRPr lang="en-US"/>
          </a:p>
        </p:txBody>
      </p:sp>
      <p:pic>
        <p:nvPicPr>
          <p:cNvPr id="5" name="Google Shape;223;p38">
            <a:extLst>
              <a:ext uri="{FF2B5EF4-FFF2-40B4-BE49-F238E27FC236}">
                <a16:creationId xmlns:a16="http://schemas.microsoft.com/office/drawing/2014/main" id="{13D9CA15-5A12-BE04-24B1-B36CECB60402}"/>
              </a:ext>
            </a:extLst>
          </p:cNvPr>
          <p:cNvPicPr preferRelativeResize="0">
            <a:picLocks/>
          </p:cNvPicPr>
          <p:nvPr/>
        </p:nvPicPr>
        <p:blipFill>
          <a:blip r:embed="rId2">
            <a:alphaModFix/>
          </a:blip>
          <a:stretch>
            <a:fillRect/>
          </a:stretch>
        </p:blipFill>
        <p:spPr>
          <a:xfrm>
            <a:off x="4798535" y="4871154"/>
            <a:ext cx="2594929" cy="1986846"/>
          </a:xfrm>
          <a:prstGeom prst="rect">
            <a:avLst/>
          </a:prstGeom>
          <a:noFill/>
          <a:ln>
            <a:noFill/>
          </a:ln>
        </p:spPr>
      </p:pic>
      <p:pic>
        <p:nvPicPr>
          <p:cNvPr id="6" name="Picture 2" descr="Hacking the Software Engineer Interview - 硅谷io">
            <a:extLst>
              <a:ext uri="{FF2B5EF4-FFF2-40B4-BE49-F238E27FC236}">
                <a16:creationId xmlns:a16="http://schemas.microsoft.com/office/drawing/2014/main" id="{B9268065-5EB9-E7F4-A04F-E741BD43D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931" y="1596504"/>
            <a:ext cx="11823225" cy="2874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116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92C41-8DD9-8633-7EA5-160575290107}"/>
              </a:ext>
            </a:extLst>
          </p:cNvPr>
          <p:cNvSpPr>
            <a:spLocks noGrp="1"/>
          </p:cNvSpPr>
          <p:nvPr>
            <p:ph type="title"/>
          </p:nvPr>
        </p:nvSpPr>
        <p:spPr>
          <a:xfrm>
            <a:off x="515937" y="28178"/>
            <a:ext cx="11160125" cy="1116012"/>
          </a:xfrm>
        </p:spPr>
        <p:txBody>
          <a:bodyPr/>
          <a:lstStyle/>
          <a:p>
            <a:r>
              <a:rPr lang="en-US"/>
              <a:t>CAP Theorem</a:t>
            </a:r>
            <a:br>
              <a:rPr lang="en-US"/>
            </a:br>
            <a:r>
              <a:rPr lang="nl-BE" sz="1800">
                <a:hlinkClick r:id="rId3"/>
              </a:rPr>
              <a:t>https://www.youtube.com/watch?v=k-Yaq8AHlFA&amp;t=3s&amp;ab_channel=DistributedSystemsCourse</a:t>
            </a:r>
            <a:endParaRPr lang="en-US"/>
          </a:p>
        </p:txBody>
      </p:sp>
      <p:sp>
        <p:nvSpPr>
          <p:cNvPr id="3" name="Slide Number Placeholder 2">
            <a:extLst>
              <a:ext uri="{FF2B5EF4-FFF2-40B4-BE49-F238E27FC236}">
                <a16:creationId xmlns:a16="http://schemas.microsoft.com/office/drawing/2014/main" id="{8D7960DC-2153-F967-A7EE-CA22C0979BEF}"/>
              </a:ext>
            </a:extLst>
          </p:cNvPr>
          <p:cNvSpPr>
            <a:spLocks noGrp="1"/>
          </p:cNvSpPr>
          <p:nvPr>
            <p:ph type="sldNum" sz="quarter" idx="25"/>
          </p:nvPr>
        </p:nvSpPr>
        <p:spPr/>
        <p:txBody>
          <a:bodyPr/>
          <a:lstStyle/>
          <a:p>
            <a:fld id="{8B70248A-FD0F-534C-919E-E8EB9B0FC062}" type="slidenum">
              <a:rPr lang="en-BE" smtClean="0"/>
              <a:pPr/>
              <a:t>31</a:t>
            </a:fld>
            <a:endParaRPr lang="en-BE"/>
          </a:p>
        </p:txBody>
      </p:sp>
      <p:sp>
        <p:nvSpPr>
          <p:cNvPr id="4" name="Text Placeholder 3">
            <a:extLst>
              <a:ext uri="{FF2B5EF4-FFF2-40B4-BE49-F238E27FC236}">
                <a16:creationId xmlns:a16="http://schemas.microsoft.com/office/drawing/2014/main" id="{CD9B2A80-90B4-C2B4-5A73-6E87EE5B65ED}"/>
              </a:ext>
            </a:extLst>
          </p:cNvPr>
          <p:cNvSpPr>
            <a:spLocks noGrp="1"/>
          </p:cNvSpPr>
          <p:nvPr>
            <p:ph type="body" sz="quarter" idx="31"/>
          </p:nvPr>
        </p:nvSpPr>
        <p:spPr/>
        <p:txBody>
          <a:bodyPr/>
          <a:lstStyle/>
          <a:p>
            <a:endParaRPr lang="en-US"/>
          </a:p>
        </p:txBody>
      </p:sp>
      <p:pic>
        <p:nvPicPr>
          <p:cNvPr id="6" name="Online Media 5" title="L16: The CAP Theorem">
            <a:hlinkClick r:id="" action="ppaction://media"/>
            <a:extLst>
              <a:ext uri="{FF2B5EF4-FFF2-40B4-BE49-F238E27FC236}">
                <a16:creationId xmlns:a16="http://schemas.microsoft.com/office/drawing/2014/main" id="{1EAED972-A420-1EC2-FB58-A1AC52F3D12D}"/>
              </a:ext>
            </a:extLst>
          </p:cNvPr>
          <p:cNvPicPr>
            <a:picLocks noRot="1" noChangeAspect="1"/>
          </p:cNvPicPr>
          <p:nvPr>
            <a:videoFile r:link="rId1"/>
          </p:nvPr>
        </p:nvPicPr>
        <p:blipFill>
          <a:blip r:embed="rId4"/>
          <a:stretch>
            <a:fillRect/>
          </a:stretch>
        </p:blipFill>
        <p:spPr>
          <a:xfrm>
            <a:off x="1045415" y="1196697"/>
            <a:ext cx="10019982" cy="5661303"/>
          </a:xfrm>
          <a:prstGeom prst="rect">
            <a:avLst/>
          </a:prstGeom>
        </p:spPr>
      </p:pic>
    </p:spTree>
    <p:extLst>
      <p:ext uri="{BB962C8B-B14F-4D97-AF65-F5344CB8AC3E}">
        <p14:creationId xmlns:p14="http://schemas.microsoft.com/office/powerpoint/2010/main" val="264216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7B33-0E54-DBB1-980A-F5DF7D74CBA5}"/>
              </a:ext>
            </a:extLst>
          </p:cNvPr>
          <p:cNvSpPr>
            <a:spLocks noGrp="1"/>
          </p:cNvSpPr>
          <p:nvPr>
            <p:ph type="title"/>
          </p:nvPr>
        </p:nvSpPr>
        <p:spPr>
          <a:xfrm>
            <a:off x="515937" y="0"/>
            <a:ext cx="11160125" cy="1116012"/>
          </a:xfrm>
        </p:spPr>
        <p:txBody>
          <a:bodyPr/>
          <a:lstStyle/>
          <a:p>
            <a:r>
              <a:rPr lang="en-US"/>
              <a:t>Evolution of </a:t>
            </a:r>
            <a:r>
              <a:rPr lang="en-US" i="1" u="sng"/>
              <a:t>Database</a:t>
            </a:r>
            <a:r>
              <a:rPr lang="en-US"/>
              <a:t> Architecture</a:t>
            </a:r>
            <a:br>
              <a:rPr lang="en-US"/>
            </a:br>
            <a:r>
              <a:rPr lang="en-US" sz="3600" i="1"/>
              <a:t>Supporting Analysis</a:t>
            </a:r>
            <a:endParaRPr lang="en-US" i="1"/>
          </a:p>
        </p:txBody>
      </p:sp>
      <p:sp>
        <p:nvSpPr>
          <p:cNvPr id="3" name="Slide Number Placeholder 2">
            <a:extLst>
              <a:ext uri="{FF2B5EF4-FFF2-40B4-BE49-F238E27FC236}">
                <a16:creationId xmlns:a16="http://schemas.microsoft.com/office/drawing/2014/main" id="{15E80926-56C6-B552-DD01-6CBB9065C285}"/>
              </a:ext>
            </a:extLst>
          </p:cNvPr>
          <p:cNvSpPr>
            <a:spLocks noGrp="1"/>
          </p:cNvSpPr>
          <p:nvPr>
            <p:ph type="sldNum" sz="quarter" idx="25"/>
          </p:nvPr>
        </p:nvSpPr>
        <p:spPr/>
        <p:txBody>
          <a:bodyPr/>
          <a:lstStyle/>
          <a:p>
            <a:fld id="{8B70248A-FD0F-534C-919E-E8EB9B0FC062}" type="slidenum">
              <a:rPr lang="en-BE" smtClean="0"/>
              <a:pPr/>
              <a:t>32</a:t>
            </a:fld>
            <a:endParaRPr lang="en-BE"/>
          </a:p>
        </p:txBody>
      </p:sp>
      <p:pic>
        <p:nvPicPr>
          <p:cNvPr id="6" name="Content Placeholder 5">
            <a:extLst>
              <a:ext uri="{FF2B5EF4-FFF2-40B4-BE49-F238E27FC236}">
                <a16:creationId xmlns:a16="http://schemas.microsoft.com/office/drawing/2014/main" id="{A28DBF56-69B9-DB60-F1D1-6B930BAF9E6A}"/>
              </a:ext>
            </a:extLst>
          </p:cNvPr>
          <p:cNvPicPr>
            <a:picLocks noChangeAspect="1"/>
          </p:cNvPicPr>
          <p:nvPr/>
        </p:nvPicPr>
        <p:blipFill>
          <a:blip r:embed="rId2"/>
          <a:stretch>
            <a:fillRect/>
          </a:stretch>
        </p:blipFill>
        <p:spPr>
          <a:xfrm>
            <a:off x="1134359" y="1323269"/>
            <a:ext cx="9923282" cy="5145406"/>
          </a:xfrm>
          <a:prstGeom prst="rect">
            <a:avLst/>
          </a:prstGeom>
        </p:spPr>
      </p:pic>
    </p:spTree>
    <p:extLst>
      <p:ext uri="{BB962C8B-B14F-4D97-AF65-F5344CB8AC3E}">
        <p14:creationId xmlns:p14="http://schemas.microsoft.com/office/powerpoint/2010/main" val="1360528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7B33-0E54-DBB1-980A-F5DF7D74CBA5}"/>
              </a:ext>
            </a:extLst>
          </p:cNvPr>
          <p:cNvSpPr>
            <a:spLocks noGrp="1"/>
          </p:cNvSpPr>
          <p:nvPr>
            <p:ph type="title"/>
          </p:nvPr>
        </p:nvSpPr>
        <p:spPr>
          <a:xfrm>
            <a:off x="515936" y="110536"/>
            <a:ext cx="11160125" cy="1116012"/>
          </a:xfrm>
        </p:spPr>
        <p:txBody>
          <a:bodyPr/>
          <a:lstStyle/>
          <a:p>
            <a:r>
              <a:rPr lang="en-US"/>
              <a:t>Evolution of </a:t>
            </a:r>
            <a:r>
              <a:rPr lang="en-US" i="1" u="sng"/>
              <a:t>Database</a:t>
            </a:r>
            <a:r>
              <a:rPr lang="en-US"/>
              <a:t> Architecture</a:t>
            </a:r>
            <a:br>
              <a:rPr lang="en-US"/>
            </a:br>
            <a:r>
              <a:rPr lang="en-US" sz="3600" i="1"/>
              <a:t>Supporting Analysis: </a:t>
            </a:r>
            <a:r>
              <a:rPr lang="en-US" sz="4800" b="0" i="1"/>
              <a:t>Data Warehouse</a:t>
            </a:r>
            <a:endParaRPr lang="en-US" b="0" i="1"/>
          </a:p>
        </p:txBody>
      </p:sp>
      <p:sp>
        <p:nvSpPr>
          <p:cNvPr id="3" name="Slide Number Placeholder 2">
            <a:extLst>
              <a:ext uri="{FF2B5EF4-FFF2-40B4-BE49-F238E27FC236}">
                <a16:creationId xmlns:a16="http://schemas.microsoft.com/office/drawing/2014/main" id="{15E80926-56C6-B552-DD01-6CBB9065C285}"/>
              </a:ext>
            </a:extLst>
          </p:cNvPr>
          <p:cNvSpPr>
            <a:spLocks noGrp="1"/>
          </p:cNvSpPr>
          <p:nvPr>
            <p:ph type="sldNum" sz="quarter" idx="25"/>
          </p:nvPr>
        </p:nvSpPr>
        <p:spPr/>
        <p:txBody>
          <a:bodyPr/>
          <a:lstStyle/>
          <a:p>
            <a:fld id="{8B70248A-FD0F-534C-919E-E8EB9B0FC062}" type="slidenum">
              <a:rPr lang="en-BE" smtClean="0"/>
              <a:pPr/>
              <a:t>33</a:t>
            </a:fld>
            <a:endParaRPr lang="en-BE"/>
          </a:p>
        </p:txBody>
      </p:sp>
      <p:sp>
        <p:nvSpPr>
          <p:cNvPr id="4" name="Text Placeholder 3">
            <a:extLst>
              <a:ext uri="{FF2B5EF4-FFF2-40B4-BE49-F238E27FC236}">
                <a16:creationId xmlns:a16="http://schemas.microsoft.com/office/drawing/2014/main" id="{34575940-900C-BCE6-76BD-9C7E9AC33965}"/>
              </a:ext>
            </a:extLst>
          </p:cNvPr>
          <p:cNvSpPr>
            <a:spLocks noGrp="1"/>
          </p:cNvSpPr>
          <p:nvPr>
            <p:ph type="body" sz="quarter" idx="31"/>
          </p:nvPr>
        </p:nvSpPr>
        <p:spPr/>
        <p:txBody>
          <a:bodyPr/>
          <a:lstStyle/>
          <a:p>
            <a:endParaRPr lang="en-US"/>
          </a:p>
        </p:txBody>
      </p:sp>
      <p:pic>
        <p:nvPicPr>
          <p:cNvPr id="7" name="Picture 6">
            <a:extLst>
              <a:ext uri="{FF2B5EF4-FFF2-40B4-BE49-F238E27FC236}">
                <a16:creationId xmlns:a16="http://schemas.microsoft.com/office/drawing/2014/main" id="{37F18851-B976-7C16-08A1-11D8E9E8D821}"/>
              </a:ext>
            </a:extLst>
          </p:cNvPr>
          <p:cNvPicPr>
            <a:picLocks noChangeAspect="1"/>
          </p:cNvPicPr>
          <p:nvPr/>
        </p:nvPicPr>
        <p:blipFill>
          <a:blip r:embed="rId2"/>
          <a:stretch>
            <a:fillRect/>
          </a:stretch>
        </p:blipFill>
        <p:spPr>
          <a:xfrm>
            <a:off x="63305" y="1444307"/>
            <a:ext cx="12065390" cy="4808511"/>
          </a:xfrm>
          <a:prstGeom prst="rect">
            <a:avLst/>
          </a:prstGeom>
        </p:spPr>
      </p:pic>
      <p:pic>
        <p:nvPicPr>
          <p:cNvPr id="9" name="Picture 4">
            <a:extLst>
              <a:ext uri="{FF2B5EF4-FFF2-40B4-BE49-F238E27FC236}">
                <a16:creationId xmlns:a16="http://schemas.microsoft.com/office/drawing/2014/main" id="{77020F79-B47D-87AF-9B46-5C512AC7B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614" y="5799721"/>
            <a:ext cx="1703070" cy="4407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84115AA8-37E3-C644-D20B-EAE3BD8E1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421" y="6240457"/>
            <a:ext cx="973456" cy="507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7974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33740-16FE-A501-DF2F-BF6B027225BD}"/>
              </a:ext>
            </a:extLst>
          </p:cNvPr>
          <p:cNvSpPr>
            <a:spLocks noGrp="1"/>
          </p:cNvSpPr>
          <p:nvPr>
            <p:ph type="title"/>
          </p:nvPr>
        </p:nvSpPr>
        <p:spPr/>
        <p:txBody>
          <a:bodyPr/>
          <a:lstStyle/>
          <a:p>
            <a:r>
              <a:rPr lang="en-US"/>
              <a:t>Hadoop &amp; Spark Eco-system</a:t>
            </a:r>
          </a:p>
        </p:txBody>
      </p:sp>
      <p:sp>
        <p:nvSpPr>
          <p:cNvPr id="3" name="Slide Number Placeholder 2">
            <a:extLst>
              <a:ext uri="{FF2B5EF4-FFF2-40B4-BE49-F238E27FC236}">
                <a16:creationId xmlns:a16="http://schemas.microsoft.com/office/drawing/2014/main" id="{B4737D08-83EF-8D58-1611-9A707141BAF0}"/>
              </a:ext>
            </a:extLst>
          </p:cNvPr>
          <p:cNvSpPr>
            <a:spLocks noGrp="1"/>
          </p:cNvSpPr>
          <p:nvPr>
            <p:ph type="sldNum" sz="quarter" idx="25"/>
          </p:nvPr>
        </p:nvSpPr>
        <p:spPr/>
        <p:txBody>
          <a:bodyPr/>
          <a:lstStyle/>
          <a:p>
            <a:fld id="{8B70248A-FD0F-534C-919E-E8EB9B0FC062}" type="slidenum">
              <a:rPr lang="en-BE" smtClean="0"/>
              <a:pPr/>
              <a:t>34</a:t>
            </a:fld>
            <a:endParaRPr lang="en-BE"/>
          </a:p>
        </p:txBody>
      </p:sp>
      <p:sp>
        <p:nvSpPr>
          <p:cNvPr id="4" name="Text Placeholder 3">
            <a:extLst>
              <a:ext uri="{FF2B5EF4-FFF2-40B4-BE49-F238E27FC236}">
                <a16:creationId xmlns:a16="http://schemas.microsoft.com/office/drawing/2014/main" id="{B7AE808A-4043-02E3-81EA-7921A2B14E9E}"/>
              </a:ext>
            </a:extLst>
          </p:cNvPr>
          <p:cNvSpPr>
            <a:spLocks noGrp="1"/>
          </p:cNvSpPr>
          <p:nvPr>
            <p:ph type="body" sz="quarter" idx="31"/>
          </p:nvPr>
        </p:nvSpPr>
        <p:spPr>
          <a:xfrm>
            <a:off x="8069580" y="4389120"/>
            <a:ext cx="3909060" cy="1956118"/>
          </a:xfrm>
        </p:spPr>
        <p:txBody>
          <a:bodyPr>
            <a:normAutofit/>
          </a:bodyPr>
          <a:lstStyle/>
          <a:p>
            <a:r>
              <a:rPr lang="en-US" sz="3600" b="1" i="1"/>
              <a:t>Focus is on semi- or structured data!</a:t>
            </a:r>
          </a:p>
        </p:txBody>
      </p:sp>
      <p:pic>
        <p:nvPicPr>
          <p:cNvPr id="5" name="Google Shape;175;p30">
            <a:extLst>
              <a:ext uri="{FF2B5EF4-FFF2-40B4-BE49-F238E27FC236}">
                <a16:creationId xmlns:a16="http://schemas.microsoft.com/office/drawing/2014/main" id="{F1DF85E0-FB95-DA3E-4637-EE4CB6E53F42}"/>
              </a:ext>
            </a:extLst>
          </p:cNvPr>
          <p:cNvPicPr preferRelativeResize="0">
            <a:picLocks/>
          </p:cNvPicPr>
          <p:nvPr/>
        </p:nvPicPr>
        <p:blipFill>
          <a:blip r:embed="rId2">
            <a:alphaModFix/>
          </a:blip>
          <a:stretch>
            <a:fillRect/>
          </a:stretch>
        </p:blipFill>
        <p:spPr>
          <a:xfrm>
            <a:off x="766284" y="3241749"/>
            <a:ext cx="6010594" cy="2858234"/>
          </a:xfrm>
          <a:prstGeom prst="rect">
            <a:avLst/>
          </a:prstGeom>
          <a:noFill/>
          <a:ln>
            <a:noFill/>
          </a:ln>
        </p:spPr>
      </p:pic>
      <p:pic>
        <p:nvPicPr>
          <p:cNvPr id="39938" name="Picture 2" descr="Apache Spark + Python = PySpark ? Know the differences for building  data-based applications!">
            <a:extLst>
              <a:ext uri="{FF2B5EF4-FFF2-40B4-BE49-F238E27FC236}">
                <a16:creationId xmlns:a16="http://schemas.microsoft.com/office/drawing/2014/main" id="{21436307-5128-4519-4B32-4CC46B9C70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38" t="27458" r="7438" b="30994"/>
          <a:stretch/>
        </p:blipFill>
        <p:spPr bwMode="auto">
          <a:xfrm>
            <a:off x="1176971" y="1793880"/>
            <a:ext cx="5189220" cy="107442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6EC7F58-DB5A-564C-CF4C-A2C3D5D2AD5F}"/>
              </a:ext>
            </a:extLst>
          </p:cNvPr>
          <p:cNvPicPr>
            <a:picLocks noChangeAspect="1"/>
          </p:cNvPicPr>
          <p:nvPr/>
        </p:nvPicPr>
        <p:blipFill>
          <a:blip r:embed="rId4"/>
          <a:stretch>
            <a:fillRect/>
          </a:stretch>
        </p:blipFill>
        <p:spPr>
          <a:xfrm>
            <a:off x="7885066" y="1849159"/>
            <a:ext cx="4278087" cy="2038281"/>
          </a:xfrm>
          <a:prstGeom prst="rect">
            <a:avLst/>
          </a:prstGeom>
        </p:spPr>
      </p:pic>
    </p:spTree>
    <p:extLst>
      <p:ext uri="{BB962C8B-B14F-4D97-AF65-F5344CB8AC3E}">
        <p14:creationId xmlns:p14="http://schemas.microsoft.com/office/powerpoint/2010/main" val="174489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2AE714-CC38-9D5C-D829-7C5F067BCB50}"/>
              </a:ext>
            </a:extLst>
          </p:cNvPr>
          <p:cNvSpPr>
            <a:spLocks noGrp="1"/>
          </p:cNvSpPr>
          <p:nvPr>
            <p:ph type="sldNum" sz="quarter" idx="25"/>
          </p:nvPr>
        </p:nvSpPr>
        <p:spPr/>
        <p:txBody>
          <a:bodyPr/>
          <a:lstStyle/>
          <a:p>
            <a:fld id="{8B70248A-FD0F-534C-919E-E8EB9B0FC062}" type="slidenum">
              <a:rPr lang="en-BE" smtClean="0"/>
              <a:pPr/>
              <a:t>35</a:t>
            </a:fld>
            <a:endParaRPr lang="en-BE"/>
          </a:p>
        </p:txBody>
      </p:sp>
      <p:sp>
        <p:nvSpPr>
          <p:cNvPr id="5" name="Title 1">
            <a:extLst>
              <a:ext uri="{FF2B5EF4-FFF2-40B4-BE49-F238E27FC236}">
                <a16:creationId xmlns:a16="http://schemas.microsoft.com/office/drawing/2014/main" id="{12D407A6-08F7-7657-58A4-306597ABF846}"/>
              </a:ext>
            </a:extLst>
          </p:cNvPr>
          <p:cNvSpPr>
            <a:spLocks noGrp="1"/>
          </p:cNvSpPr>
          <p:nvPr>
            <p:ph type="title"/>
          </p:nvPr>
        </p:nvSpPr>
        <p:spPr>
          <a:xfrm>
            <a:off x="515937" y="91440"/>
            <a:ext cx="11160125" cy="1116012"/>
          </a:xfrm>
        </p:spPr>
        <p:txBody>
          <a:bodyPr/>
          <a:lstStyle/>
          <a:p>
            <a:r>
              <a:rPr lang="en-US"/>
              <a:t>Evolution of </a:t>
            </a:r>
            <a:r>
              <a:rPr lang="en-US" i="1" u="sng"/>
              <a:t>Database</a:t>
            </a:r>
            <a:r>
              <a:rPr lang="en-US"/>
              <a:t> Architecture</a:t>
            </a:r>
            <a:br>
              <a:rPr lang="en-US"/>
            </a:br>
            <a:r>
              <a:rPr lang="en-US" sz="3600" i="1"/>
              <a:t>Supporting Variety &amp; Velocity: </a:t>
            </a:r>
            <a:r>
              <a:rPr lang="en-US" sz="4800" b="0" i="1"/>
              <a:t>Data Lake</a:t>
            </a:r>
            <a:endParaRPr lang="en-US" b="0" i="1"/>
          </a:p>
        </p:txBody>
      </p:sp>
      <p:pic>
        <p:nvPicPr>
          <p:cNvPr id="2" name="Content Placeholder 5">
            <a:extLst>
              <a:ext uri="{FF2B5EF4-FFF2-40B4-BE49-F238E27FC236}">
                <a16:creationId xmlns:a16="http://schemas.microsoft.com/office/drawing/2014/main" id="{EEB3E7BA-5D42-73A0-370D-B144B70E4676}"/>
              </a:ext>
            </a:extLst>
          </p:cNvPr>
          <p:cNvPicPr>
            <a:picLocks noChangeAspect="1"/>
          </p:cNvPicPr>
          <p:nvPr/>
        </p:nvPicPr>
        <p:blipFill>
          <a:blip r:embed="rId2"/>
          <a:stretch>
            <a:fillRect/>
          </a:stretch>
        </p:blipFill>
        <p:spPr>
          <a:xfrm>
            <a:off x="781045" y="1578574"/>
            <a:ext cx="10629908" cy="4427538"/>
          </a:xfrm>
          <a:prstGeom prst="rect">
            <a:avLst/>
          </a:prstGeom>
        </p:spPr>
      </p:pic>
    </p:spTree>
    <p:extLst>
      <p:ext uri="{BB962C8B-B14F-4D97-AF65-F5344CB8AC3E}">
        <p14:creationId xmlns:p14="http://schemas.microsoft.com/office/powerpoint/2010/main" val="3339679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2AE714-CC38-9D5C-D829-7C5F067BCB50}"/>
              </a:ext>
            </a:extLst>
          </p:cNvPr>
          <p:cNvSpPr>
            <a:spLocks noGrp="1"/>
          </p:cNvSpPr>
          <p:nvPr>
            <p:ph type="sldNum" sz="quarter" idx="25"/>
          </p:nvPr>
        </p:nvSpPr>
        <p:spPr/>
        <p:txBody>
          <a:bodyPr/>
          <a:lstStyle/>
          <a:p>
            <a:fld id="{8B70248A-FD0F-534C-919E-E8EB9B0FC062}" type="slidenum">
              <a:rPr lang="en-BE" smtClean="0"/>
              <a:pPr/>
              <a:t>36</a:t>
            </a:fld>
            <a:endParaRPr lang="en-BE"/>
          </a:p>
        </p:txBody>
      </p:sp>
      <p:sp>
        <p:nvSpPr>
          <p:cNvPr id="4" name="Text Placeholder 3">
            <a:extLst>
              <a:ext uri="{FF2B5EF4-FFF2-40B4-BE49-F238E27FC236}">
                <a16:creationId xmlns:a16="http://schemas.microsoft.com/office/drawing/2014/main" id="{A78BA84E-4143-CA42-E870-7485056430F4}"/>
              </a:ext>
            </a:extLst>
          </p:cNvPr>
          <p:cNvSpPr>
            <a:spLocks noGrp="1"/>
          </p:cNvSpPr>
          <p:nvPr>
            <p:ph type="body" sz="quarter" idx="31"/>
          </p:nvPr>
        </p:nvSpPr>
        <p:spPr/>
        <p:txBody>
          <a:bodyPr/>
          <a:lstStyle/>
          <a:p>
            <a:endParaRPr lang="en-US"/>
          </a:p>
        </p:txBody>
      </p:sp>
      <p:sp>
        <p:nvSpPr>
          <p:cNvPr id="5" name="Title 1">
            <a:extLst>
              <a:ext uri="{FF2B5EF4-FFF2-40B4-BE49-F238E27FC236}">
                <a16:creationId xmlns:a16="http://schemas.microsoft.com/office/drawing/2014/main" id="{12D407A6-08F7-7657-58A4-306597ABF846}"/>
              </a:ext>
            </a:extLst>
          </p:cNvPr>
          <p:cNvSpPr>
            <a:spLocks noGrp="1"/>
          </p:cNvSpPr>
          <p:nvPr>
            <p:ph type="title"/>
          </p:nvPr>
        </p:nvSpPr>
        <p:spPr>
          <a:xfrm>
            <a:off x="515937" y="0"/>
            <a:ext cx="11160125" cy="1116012"/>
          </a:xfrm>
        </p:spPr>
        <p:txBody>
          <a:bodyPr/>
          <a:lstStyle/>
          <a:p>
            <a:r>
              <a:rPr lang="en-US"/>
              <a:t>Evolution of </a:t>
            </a:r>
            <a:r>
              <a:rPr lang="en-US" i="1" u="sng"/>
              <a:t>Database</a:t>
            </a:r>
            <a:r>
              <a:rPr lang="en-US"/>
              <a:t> Architecture</a:t>
            </a:r>
            <a:br>
              <a:rPr lang="en-US"/>
            </a:br>
            <a:r>
              <a:rPr lang="en-US" sz="3600" i="1"/>
              <a:t>Supporting Variety &amp; Velocity</a:t>
            </a:r>
            <a:endParaRPr lang="en-US" i="1"/>
          </a:p>
        </p:txBody>
      </p:sp>
      <p:pic>
        <p:nvPicPr>
          <p:cNvPr id="7" name="Picture 6">
            <a:extLst>
              <a:ext uri="{FF2B5EF4-FFF2-40B4-BE49-F238E27FC236}">
                <a16:creationId xmlns:a16="http://schemas.microsoft.com/office/drawing/2014/main" id="{BE3AE997-CC38-1AAD-9607-3D5CE90410DE}"/>
              </a:ext>
            </a:extLst>
          </p:cNvPr>
          <p:cNvPicPr>
            <a:picLocks noChangeAspect="1"/>
          </p:cNvPicPr>
          <p:nvPr/>
        </p:nvPicPr>
        <p:blipFill>
          <a:blip r:embed="rId2"/>
          <a:stretch>
            <a:fillRect/>
          </a:stretch>
        </p:blipFill>
        <p:spPr>
          <a:xfrm>
            <a:off x="42013" y="1628775"/>
            <a:ext cx="12186564" cy="4839900"/>
          </a:xfrm>
          <a:prstGeom prst="rect">
            <a:avLst/>
          </a:prstGeom>
        </p:spPr>
      </p:pic>
    </p:spTree>
    <p:extLst>
      <p:ext uri="{BB962C8B-B14F-4D97-AF65-F5344CB8AC3E}">
        <p14:creationId xmlns:p14="http://schemas.microsoft.com/office/powerpoint/2010/main" val="3701913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A4EE8-097C-0ADB-DEA3-16A9DD05BE44}"/>
              </a:ext>
            </a:extLst>
          </p:cNvPr>
          <p:cNvSpPr>
            <a:spLocks noGrp="1"/>
          </p:cNvSpPr>
          <p:nvPr>
            <p:ph type="title"/>
          </p:nvPr>
        </p:nvSpPr>
        <p:spPr>
          <a:xfrm>
            <a:off x="515937" y="110109"/>
            <a:ext cx="11160125" cy="1116012"/>
          </a:xfrm>
        </p:spPr>
        <p:txBody>
          <a:bodyPr/>
          <a:lstStyle/>
          <a:p>
            <a:r>
              <a:rPr lang="en-US"/>
              <a:t>Data Swamp – Data Governance</a:t>
            </a:r>
          </a:p>
        </p:txBody>
      </p:sp>
      <p:sp>
        <p:nvSpPr>
          <p:cNvPr id="3" name="Slide Number Placeholder 2">
            <a:extLst>
              <a:ext uri="{FF2B5EF4-FFF2-40B4-BE49-F238E27FC236}">
                <a16:creationId xmlns:a16="http://schemas.microsoft.com/office/drawing/2014/main" id="{7BCB23E8-7CDA-1501-C90D-483E9B46DBFB}"/>
              </a:ext>
            </a:extLst>
          </p:cNvPr>
          <p:cNvSpPr>
            <a:spLocks noGrp="1"/>
          </p:cNvSpPr>
          <p:nvPr>
            <p:ph type="sldNum" sz="quarter" idx="25"/>
          </p:nvPr>
        </p:nvSpPr>
        <p:spPr/>
        <p:txBody>
          <a:bodyPr/>
          <a:lstStyle/>
          <a:p>
            <a:fld id="{8B70248A-FD0F-534C-919E-E8EB9B0FC062}" type="slidenum">
              <a:rPr lang="en-BE" smtClean="0"/>
              <a:pPr/>
              <a:t>37</a:t>
            </a:fld>
            <a:endParaRPr lang="en-BE"/>
          </a:p>
        </p:txBody>
      </p:sp>
      <p:sp>
        <p:nvSpPr>
          <p:cNvPr id="4" name="Text Placeholder 3">
            <a:extLst>
              <a:ext uri="{FF2B5EF4-FFF2-40B4-BE49-F238E27FC236}">
                <a16:creationId xmlns:a16="http://schemas.microsoft.com/office/drawing/2014/main" id="{EE0ED45A-6659-9ED2-F60C-7234F03F5CD0}"/>
              </a:ext>
            </a:extLst>
          </p:cNvPr>
          <p:cNvSpPr>
            <a:spLocks noGrp="1"/>
          </p:cNvSpPr>
          <p:nvPr>
            <p:ph type="body" sz="quarter" idx="31"/>
          </p:nvPr>
        </p:nvSpPr>
        <p:spPr>
          <a:xfrm>
            <a:off x="515935" y="4789556"/>
            <a:ext cx="11160127" cy="1956118"/>
          </a:xfrm>
        </p:spPr>
        <p:txBody>
          <a:bodyPr/>
          <a:lstStyle/>
          <a:p>
            <a:r>
              <a:rPr lang="en-US" dirty="0"/>
              <a:t>By emphasizing the </a:t>
            </a:r>
            <a:r>
              <a:rPr lang="en-US" b="1" i="1" dirty="0">
                <a:highlight>
                  <a:srgbClr val="FA6432"/>
                </a:highlight>
              </a:rPr>
              <a:t>data governance</a:t>
            </a:r>
            <a:r>
              <a:rPr lang="en-US" dirty="0"/>
              <a:t>, and </a:t>
            </a:r>
            <a:r>
              <a:rPr lang="en-US" b="1" i="1" dirty="0">
                <a:highlight>
                  <a:srgbClr val="FA6432"/>
                </a:highlight>
              </a:rPr>
              <a:t>metadata layer</a:t>
            </a:r>
            <a:r>
              <a:rPr lang="en-US" b="1" i="1" dirty="0"/>
              <a:t> </a:t>
            </a:r>
            <a:r>
              <a:rPr lang="en-US" dirty="0"/>
              <a:t>in a </a:t>
            </a:r>
            <a:r>
              <a:rPr lang="en-US" dirty="0" err="1"/>
              <a:t>datalake</a:t>
            </a:r>
            <a:r>
              <a:rPr lang="en-US" dirty="0"/>
              <a:t>, we can enhance data accessibility and usability by also adding an </a:t>
            </a:r>
            <a:r>
              <a:rPr lang="en-US" b="1" dirty="0">
                <a:highlight>
                  <a:srgbClr val="FA6432"/>
                </a:highlight>
              </a:rPr>
              <a:t>API layer</a:t>
            </a:r>
            <a:r>
              <a:rPr lang="en-US" dirty="0"/>
              <a:t>…</a:t>
            </a:r>
          </a:p>
          <a:p>
            <a:endParaRPr lang="en-US" dirty="0"/>
          </a:p>
          <a:p>
            <a:r>
              <a:rPr lang="en-US" dirty="0"/>
              <a:t>Enter the </a:t>
            </a:r>
            <a:r>
              <a:rPr lang="en-US" sz="4400" b="1" dirty="0"/>
              <a:t>Data Lakehouse</a:t>
            </a:r>
            <a:r>
              <a:rPr lang="en-US" sz="4400" dirty="0"/>
              <a:t>!</a:t>
            </a:r>
            <a:endParaRPr lang="en-US" dirty="0"/>
          </a:p>
        </p:txBody>
      </p:sp>
      <p:pic>
        <p:nvPicPr>
          <p:cNvPr id="35842" name="Picture 2" descr="Data Swamp Vs Data Lake">
            <a:extLst>
              <a:ext uri="{FF2B5EF4-FFF2-40B4-BE49-F238E27FC236}">
                <a16:creationId xmlns:a16="http://schemas.microsoft.com/office/drawing/2014/main" id="{0F1DC847-38C3-D8EC-B719-3E62979381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695" t="24167" r="13243" b="8959"/>
          <a:stretch/>
        </p:blipFill>
        <p:spPr bwMode="auto">
          <a:xfrm>
            <a:off x="0" y="1267887"/>
            <a:ext cx="5711190" cy="290077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8 Ways to Ensure a Strong Data Governance Framework">
            <a:extLst>
              <a:ext uri="{FF2B5EF4-FFF2-40B4-BE49-F238E27FC236}">
                <a16:creationId xmlns:a16="http://schemas.microsoft.com/office/drawing/2014/main" id="{68FE63AE-1958-53BF-C844-941C450B63B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82" t="7510" r="8220" b="3898"/>
          <a:stretch/>
        </p:blipFill>
        <p:spPr bwMode="auto">
          <a:xfrm>
            <a:off x="7399958" y="1267887"/>
            <a:ext cx="4708221" cy="290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73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3F18A-4004-72BC-0E72-1B370EE47F1E}"/>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BA4D971C-C05F-8B63-05E0-26D04093CD70}"/>
              </a:ext>
            </a:extLst>
          </p:cNvPr>
          <p:cNvSpPr>
            <a:spLocks noGrp="1"/>
          </p:cNvSpPr>
          <p:nvPr>
            <p:ph type="sldNum" sz="quarter" idx="25"/>
          </p:nvPr>
        </p:nvSpPr>
        <p:spPr/>
        <p:txBody>
          <a:bodyPr/>
          <a:lstStyle/>
          <a:p>
            <a:fld id="{8B70248A-FD0F-534C-919E-E8EB9B0FC062}" type="slidenum">
              <a:rPr lang="en-BE" smtClean="0"/>
              <a:pPr/>
              <a:t>38</a:t>
            </a:fld>
            <a:endParaRPr lang="en-BE"/>
          </a:p>
        </p:txBody>
      </p:sp>
      <p:sp>
        <p:nvSpPr>
          <p:cNvPr id="4" name="Text Placeholder 3">
            <a:extLst>
              <a:ext uri="{FF2B5EF4-FFF2-40B4-BE49-F238E27FC236}">
                <a16:creationId xmlns:a16="http://schemas.microsoft.com/office/drawing/2014/main" id="{D3312CFF-D91F-789D-9C73-929A4745BAF0}"/>
              </a:ext>
            </a:extLst>
          </p:cNvPr>
          <p:cNvSpPr>
            <a:spLocks noGrp="1"/>
          </p:cNvSpPr>
          <p:nvPr>
            <p:ph type="body" sz="quarter" idx="31"/>
          </p:nvPr>
        </p:nvSpPr>
        <p:spPr/>
        <p:txBody>
          <a:bodyPr/>
          <a:lstStyle/>
          <a:p>
            <a:endParaRPr lang="en-US"/>
          </a:p>
        </p:txBody>
      </p:sp>
      <p:pic>
        <p:nvPicPr>
          <p:cNvPr id="36866" name="Picture 2" descr="What Is a data lakehouse? | Blog | Fivetran">
            <a:extLst>
              <a:ext uri="{FF2B5EF4-FFF2-40B4-BE49-F238E27FC236}">
                <a16:creationId xmlns:a16="http://schemas.microsoft.com/office/drawing/2014/main" id="{44325408-5F74-5CA4-725E-90326386E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3" y="0"/>
            <a:ext cx="120046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160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B6893-1D52-E5EF-7F51-20CF6355F289}"/>
              </a:ext>
            </a:extLst>
          </p:cNvPr>
          <p:cNvSpPr>
            <a:spLocks noGrp="1"/>
          </p:cNvSpPr>
          <p:nvPr>
            <p:ph type="title"/>
          </p:nvPr>
        </p:nvSpPr>
        <p:spPr>
          <a:xfrm>
            <a:off x="515937" y="0"/>
            <a:ext cx="11160125" cy="1116012"/>
          </a:xfrm>
        </p:spPr>
        <p:txBody>
          <a:bodyPr/>
          <a:lstStyle/>
          <a:p>
            <a:r>
              <a:rPr lang="en-US"/>
              <a:t>Microsoft Fabric = </a:t>
            </a:r>
            <a:r>
              <a:rPr lang="en-US" sz="5400" b="0"/>
              <a:t>Data Lakehouse</a:t>
            </a:r>
            <a:endParaRPr lang="en-US" b="0"/>
          </a:p>
        </p:txBody>
      </p:sp>
      <p:sp>
        <p:nvSpPr>
          <p:cNvPr id="3" name="Slide Number Placeholder 2">
            <a:extLst>
              <a:ext uri="{FF2B5EF4-FFF2-40B4-BE49-F238E27FC236}">
                <a16:creationId xmlns:a16="http://schemas.microsoft.com/office/drawing/2014/main" id="{B31A223E-0007-4EDF-F1D9-FBF5C61A6F7F}"/>
              </a:ext>
            </a:extLst>
          </p:cNvPr>
          <p:cNvSpPr>
            <a:spLocks noGrp="1"/>
          </p:cNvSpPr>
          <p:nvPr>
            <p:ph type="sldNum" sz="quarter" idx="25"/>
          </p:nvPr>
        </p:nvSpPr>
        <p:spPr/>
        <p:txBody>
          <a:bodyPr/>
          <a:lstStyle/>
          <a:p>
            <a:fld id="{8B70248A-FD0F-534C-919E-E8EB9B0FC062}" type="slidenum">
              <a:rPr lang="en-BE" smtClean="0"/>
              <a:pPr/>
              <a:t>39</a:t>
            </a:fld>
            <a:endParaRPr lang="en-BE"/>
          </a:p>
        </p:txBody>
      </p:sp>
      <p:sp>
        <p:nvSpPr>
          <p:cNvPr id="4" name="Text Placeholder 3">
            <a:extLst>
              <a:ext uri="{FF2B5EF4-FFF2-40B4-BE49-F238E27FC236}">
                <a16:creationId xmlns:a16="http://schemas.microsoft.com/office/drawing/2014/main" id="{C6FA58F8-FC05-C950-4020-A388847257E5}"/>
              </a:ext>
            </a:extLst>
          </p:cNvPr>
          <p:cNvSpPr>
            <a:spLocks noGrp="1"/>
          </p:cNvSpPr>
          <p:nvPr>
            <p:ph type="body" sz="quarter" idx="31"/>
          </p:nvPr>
        </p:nvSpPr>
        <p:spPr/>
        <p:txBody>
          <a:bodyPr/>
          <a:lstStyle/>
          <a:p>
            <a:endParaRPr lang="en-US"/>
          </a:p>
        </p:txBody>
      </p:sp>
      <p:pic>
        <p:nvPicPr>
          <p:cNvPr id="5" name="Picture 4" descr="A diagram of a diagram&#10;&#10;Description automatically generated">
            <a:extLst>
              <a:ext uri="{FF2B5EF4-FFF2-40B4-BE49-F238E27FC236}">
                <a16:creationId xmlns:a16="http://schemas.microsoft.com/office/drawing/2014/main" id="{AA829FCA-E87A-894C-4C37-1DCD916F7A8A}"/>
              </a:ext>
            </a:extLst>
          </p:cNvPr>
          <p:cNvPicPr>
            <a:picLocks noChangeAspect="1"/>
          </p:cNvPicPr>
          <p:nvPr/>
        </p:nvPicPr>
        <p:blipFill>
          <a:blip r:embed="rId3"/>
          <a:stretch>
            <a:fillRect/>
          </a:stretch>
        </p:blipFill>
        <p:spPr>
          <a:xfrm>
            <a:off x="2094508" y="1019324"/>
            <a:ext cx="8002982" cy="5935364"/>
          </a:xfrm>
          <a:prstGeom prst="rect">
            <a:avLst/>
          </a:prstGeom>
        </p:spPr>
      </p:pic>
    </p:spTree>
    <p:extLst>
      <p:ext uri="{BB962C8B-B14F-4D97-AF65-F5344CB8AC3E}">
        <p14:creationId xmlns:p14="http://schemas.microsoft.com/office/powerpoint/2010/main" val="811850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6AE7-4FF6-3F27-A61A-3DA791A2A66A}"/>
              </a:ext>
            </a:extLst>
          </p:cNvPr>
          <p:cNvSpPr>
            <a:spLocks noGrp="1"/>
          </p:cNvSpPr>
          <p:nvPr>
            <p:ph type="title"/>
          </p:nvPr>
        </p:nvSpPr>
        <p:spPr/>
        <p:txBody>
          <a:bodyPr/>
          <a:lstStyle/>
          <a:p>
            <a:r>
              <a:rPr lang="en-US"/>
              <a:t>And, finally, into a </a:t>
            </a:r>
            <a:r>
              <a:rPr lang="en-US" sz="5400" b="0"/>
              <a:t>Data Mesh</a:t>
            </a:r>
            <a:r>
              <a:rPr lang="en-US"/>
              <a:t>…?</a:t>
            </a:r>
            <a:br>
              <a:rPr lang="en-US"/>
            </a:br>
            <a:r>
              <a:rPr lang="en-US" sz="3200"/>
              <a:t>Decentralize data ownership into domains</a:t>
            </a:r>
            <a:endParaRPr lang="en-US"/>
          </a:p>
        </p:txBody>
      </p:sp>
      <p:sp>
        <p:nvSpPr>
          <p:cNvPr id="3" name="Slide Number Placeholder 2">
            <a:extLst>
              <a:ext uri="{FF2B5EF4-FFF2-40B4-BE49-F238E27FC236}">
                <a16:creationId xmlns:a16="http://schemas.microsoft.com/office/drawing/2014/main" id="{1217B8DA-A9E9-D6B7-4D2B-55D6E0BBDAB7}"/>
              </a:ext>
            </a:extLst>
          </p:cNvPr>
          <p:cNvSpPr>
            <a:spLocks noGrp="1"/>
          </p:cNvSpPr>
          <p:nvPr>
            <p:ph type="sldNum" sz="quarter" idx="25"/>
          </p:nvPr>
        </p:nvSpPr>
        <p:spPr/>
        <p:txBody>
          <a:bodyPr/>
          <a:lstStyle/>
          <a:p>
            <a:fld id="{8B70248A-FD0F-534C-919E-E8EB9B0FC062}" type="slidenum">
              <a:rPr lang="en-BE" smtClean="0"/>
              <a:pPr/>
              <a:t>40</a:t>
            </a:fld>
            <a:endParaRPr lang="en-BE"/>
          </a:p>
        </p:txBody>
      </p:sp>
      <p:sp>
        <p:nvSpPr>
          <p:cNvPr id="4" name="Text Placeholder 3">
            <a:extLst>
              <a:ext uri="{FF2B5EF4-FFF2-40B4-BE49-F238E27FC236}">
                <a16:creationId xmlns:a16="http://schemas.microsoft.com/office/drawing/2014/main" id="{C0933317-62D8-C57D-DE98-D9523EEB4AD8}"/>
              </a:ext>
            </a:extLst>
          </p:cNvPr>
          <p:cNvSpPr>
            <a:spLocks noGrp="1"/>
          </p:cNvSpPr>
          <p:nvPr>
            <p:ph type="body" sz="quarter" idx="31"/>
          </p:nvPr>
        </p:nvSpPr>
        <p:spPr/>
        <p:txBody>
          <a:bodyPr/>
          <a:lstStyle/>
          <a:p>
            <a:endParaRPr lang="en-US"/>
          </a:p>
        </p:txBody>
      </p:sp>
      <p:pic>
        <p:nvPicPr>
          <p:cNvPr id="5" name="Picture 2" descr="Data Warehouse vs. Data Lake vs. Data Lakehouse vs. Data Mesh">
            <a:extLst>
              <a:ext uri="{FF2B5EF4-FFF2-40B4-BE49-F238E27FC236}">
                <a16:creationId xmlns:a16="http://schemas.microsoft.com/office/drawing/2014/main" id="{28F5C958-70E1-F277-9353-4EFEB3628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853" y="1618710"/>
            <a:ext cx="9314293" cy="5239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039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A69F8F-FC6C-A20B-B361-62549D7F56DD}"/>
              </a:ext>
            </a:extLst>
          </p:cNvPr>
          <p:cNvSpPr>
            <a:spLocks noGrp="1"/>
          </p:cNvSpPr>
          <p:nvPr>
            <p:ph type="sldNum" sz="quarter" idx="25"/>
          </p:nvPr>
        </p:nvSpPr>
        <p:spPr/>
        <p:txBody>
          <a:bodyPr/>
          <a:lstStyle/>
          <a:p>
            <a:fld id="{8B70248A-FD0F-534C-919E-E8EB9B0FC062}" type="slidenum">
              <a:rPr lang="en-BE" smtClean="0"/>
              <a:pPr/>
              <a:t>41</a:t>
            </a:fld>
            <a:endParaRPr lang="en-BE"/>
          </a:p>
        </p:txBody>
      </p:sp>
      <p:sp>
        <p:nvSpPr>
          <p:cNvPr id="4" name="Text Placeholder 3">
            <a:extLst>
              <a:ext uri="{FF2B5EF4-FFF2-40B4-BE49-F238E27FC236}">
                <a16:creationId xmlns:a16="http://schemas.microsoft.com/office/drawing/2014/main" id="{927848B8-7951-9F18-0021-731305026F80}"/>
              </a:ext>
            </a:extLst>
          </p:cNvPr>
          <p:cNvSpPr>
            <a:spLocks noGrp="1"/>
          </p:cNvSpPr>
          <p:nvPr>
            <p:ph type="body" sz="quarter" idx="31"/>
          </p:nvPr>
        </p:nvSpPr>
        <p:spPr/>
        <p:txBody>
          <a:bodyPr/>
          <a:lstStyle/>
          <a:p>
            <a:endParaRPr lang="en-US"/>
          </a:p>
        </p:txBody>
      </p:sp>
      <p:pic>
        <p:nvPicPr>
          <p:cNvPr id="37890" name="Picture 2" descr="Where icon PNG and SVG Vector Free Download">
            <a:extLst>
              <a:ext uri="{FF2B5EF4-FFF2-40B4-BE49-F238E27FC236}">
                <a16:creationId xmlns:a16="http://schemas.microsoft.com/office/drawing/2014/main" id="{E249A239-EDA5-A070-5B33-7AE76E9649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820" y="86061"/>
            <a:ext cx="10571750" cy="6771939"/>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E66E0A3E-A49D-648E-4141-4148D20ECD6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89363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A0F9-4719-6DD0-CDF6-1EFDC801725E}"/>
              </a:ext>
            </a:extLst>
          </p:cNvPr>
          <p:cNvSpPr>
            <a:spLocks noGrp="1"/>
          </p:cNvSpPr>
          <p:nvPr>
            <p:ph type="title"/>
          </p:nvPr>
        </p:nvSpPr>
        <p:spPr>
          <a:xfrm>
            <a:off x="132202" y="62958"/>
            <a:ext cx="12192000" cy="1116012"/>
          </a:xfrm>
        </p:spPr>
        <p:txBody>
          <a:bodyPr/>
          <a:lstStyle/>
          <a:p>
            <a:r>
              <a:rPr lang="en-US" sz="2700" dirty="0">
                <a:solidFill>
                  <a:srgbClr val="7030A0"/>
                </a:solidFill>
              </a:rPr>
              <a:t>Data Engineering</a:t>
            </a:r>
            <a:r>
              <a:rPr lang="en-US" sz="2700" dirty="0"/>
              <a:t> - </a:t>
            </a:r>
            <a:r>
              <a:rPr lang="en-US" sz="2700" dirty="0">
                <a:solidFill>
                  <a:srgbClr val="FFC000"/>
                </a:solidFill>
              </a:rPr>
              <a:t>Cloud AI</a:t>
            </a:r>
            <a:r>
              <a:rPr lang="en-US" sz="2700" dirty="0"/>
              <a:t> - </a:t>
            </a:r>
            <a:r>
              <a:rPr lang="en-US" sz="2700" dirty="0">
                <a:solidFill>
                  <a:srgbClr val="00B0F0"/>
                </a:solidFill>
              </a:rPr>
              <a:t>Deep Learning</a:t>
            </a:r>
            <a:r>
              <a:rPr lang="en-US" sz="2700" dirty="0"/>
              <a:t> - </a:t>
            </a:r>
            <a:r>
              <a:rPr lang="en-US" sz="2700" dirty="0">
                <a:solidFill>
                  <a:schemeClr val="bg2">
                    <a:lumMod val="60000"/>
                    <a:lumOff val="40000"/>
                  </a:schemeClr>
                </a:solidFill>
              </a:rPr>
              <a:t>Business Intelligence</a:t>
            </a:r>
            <a:endParaRPr lang="en-US" sz="2700" dirty="0"/>
          </a:p>
        </p:txBody>
      </p:sp>
      <p:sp>
        <p:nvSpPr>
          <p:cNvPr id="3" name="Slide Number Placeholder 2">
            <a:extLst>
              <a:ext uri="{FF2B5EF4-FFF2-40B4-BE49-F238E27FC236}">
                <a16:creationId xmlns:a16="http://schemas.microsoft.com/office/drawing/2014/main" id="{05DA5923-ECE6-5487-ACBD-54A2104BECE2}"/>
              </a:ext>
            </a:extLst>
          </p:cNvPr>
          <p:cNvSpPr>
            <a:spLocks noGrp="1"/>
          </p:cNvSpPr>
          <p:nvPr>
            <p:ph type="sldNum" sz="quarter" idx="25"/>
          </p:nvPr>
        </p:nvSpPr>
        <p:spPr/>
        <p:txBody>
          <a:bodyPr/>
          <a:lstStyle/>
          <a:p>
            <a:fld id="{8B70248A-FD0F-534C-919E-E8EB9B0FC062}" type="slidenum">
              <a:rPr lang="en-BE" smtClean="0"/>
              <a:pPr/>
              <a:t>42</a:t>
            </a:fld>
            <a:endParaRPr lang="en-BE"/>
          </a:p>
        </p:txBody>
      </p:sp>
      <p:sp>
        <p:nvSpPr>
          <p:cNvPr id="4" name="Text Placeholder 3">
            <a:extLst>
              <a:ext uri="{FF2B5EF4-FFF2-40B4-BE49-F238E27FC236}">
                <a16:creationId xmlns:a16="http://schemas.microsoft.com/office/drawing/2014/main" id="{B50657BC-64C4-04B5-04C2-4FE3E5F935E1}"/>
              </a:ext>
            </a:extLst>
          </p:cNvPr>
          <p:cNvSpPr>
            <a:spLocks noGrp="1"/>
          </p:cNvSpPr>
          <p:nvPr>
            <p:ph type="body" sz="quarter" idx="31"/>
          </p:nvPr>
        </p:nvSpPr>
        <p:spPr/>
        <p:txBody>
          <a:bodyPr/>
          <a:lstStyle/>
          <a:p>
            <a:endParaRPr lang="en-US"/>
          </a:p>
        </p:txBody>
      </p:sp>
      <p:pic>
        <p:nvPicPr>
          <p:cNvPr id="5" name="Full figure">
            <a:extLst>
              <a:ext uri="{FF2B5EF4-FFF2-40B4-BE49-F238E27FC236}">
                <a16:creationId xmlns:a16="http://schemas.microsoft.com/office/drawing/2014/main" id="{A75E3FD4-A21C-7E95-AFA9-138212A65A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73" t="16260" r="8445" b="12494"/>
          <a:stretch/>
        </p:blipFill>
        <p:spPr bwMode="auto">
          <a:xfrm>
            <a:off x="0" y="1240688"/>
            <a:ext cx="12192000" cy="561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840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B28D-7CA9-5FF7-D7A5-863701C07ED5}"/>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BA8A6F7-A186-9C6D-F8F8-E4E07AAB976A}"/>
              </a:ext>
            </a:extLst>
          </p:cNvPr>
          <p:cNvSpPr>
            <a:spLocks noGrp="1"/>
          </p:cNvSpPr>
          <p:nvPr>
            <p:ph type="sldNum" sz="quarter" idx="25"/>
          </p:nvPr>
        </p:nvSpPr>
        <p:spPr/>
        <p:txBody>
          <a:bodyPr/>
          <a:lstStyle/>
          <a:p>
            <a:fld id="{8B70248A-FD0F-534C-919E-E8EB9B0FC062}" type="slidenum">
              <a:rPr lang="en-BE" smtClean="0"/>
              <a:pPr/>
              <a:t>43</a:t>
            </a:fld>
            <a:endParaRPr lang="en-BE"/>
          </a:p>
        </p:txBody>
      </p:sp>
      <p:sp>
        <p:nvSpPr>
          <p:cNvPr id="4" name="Text Placeholder 3">
            <a:extLst>
              <a:ext uri="{FF2B5EF4-FFF2-40B4-BE49-F238E27FC236}">
                <a16:creationId xmlns:a16="http://schemas.microsoft.com/office/drawing/2014/main" id="{95C3C429-41BC-9E84-1AE2-3B0D0B8D3544}"/>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C76E192-EFB6-ECAF-5BA1-CB503C536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6846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0AB706-1C9E-1C4F-B9F0-10A14760EED0}"/>
              </a:ext>
            </a:extLst>
          </p:cNvPr>
          <p:cNvSpPr>
            <a:spLocks noGrp="1"/>
          </p:cNvSpPr>
          <p:nvPr>
            <p:ph type="sldNum" sz="quarter" idx="13"/>
          </p:nvPr>
        </p:nvSpPr>
        <p:spPr/>
        <p:txBody>
          <a:bodyPr/>
          <a:lstStyle/>
          <a:p>
            <a:fld id="{8B70248A-FD0F-534C-919E-E8EB9B0FC062}" type="slidenum">
              <a:rPr lang="en-BE" smtClean="0"/>
              <a:pPr/>
              <a:t>44</a:t>
            </a:fld>
            <a:endParaRPr lang="en-BE"/>
          </a:p>
        </p:txBody>
      </p:sp>
      <p:sp>
        <p:nvSpPr>
          <p:cNvPr id="3" name="Title 2">
            <a:extLst>
              <a:ext uri="{FF2B5EF4-FFF2-40B4-BE49-F238E27FC236}">
                <a16:creationId xmlns:a16="http://schemas.microsoft.com/office/drawing/2014/main" id="{A366B98C-C4D8-05F5-9F65-8885769057E9}"/>
              </a:ext>
            </a:extLst>
          </p:cNvPr>
          <p:cNvSpPr>
            <a:spLocks noGrp="1"/>
          </p:cNvSpPr>
          <p:nvPr>
            <p:ph type="title"/>
          </p:nvPr>
        </p:nvSpPr>
        <p:spPr/>
        <p:txBody>
          <a:bodyPr/>
          <a:lstStyle/>
          <a:p>
            <a:r>
              <a:rPr lang="en-US" dirty="0"/>
              <a:t>Machine Learning</a:t>
            </a:r>
          </a:p>
        </p:txBody>
      </p:sp>
      <p:sp>
        <p:nvSpPr>
          <p:cNvPr id="4" name="Text Placeholder 3">
            <a:extLst>
              <a:ext uri="{FF2B5EF4-FFF2-40B4-BE49-F238E27FC236}">
                <a16:creationId xmlns:a16="http://schemas.microsoft.com/office/drawing/2014/main" id="{7055EF63-96B8-BBC7-F6C7-AD1D0CA244C3}"/>
              </a:ext>
            </a:extLst>
          </p:cNvPr>
          <p:cNvSpPr>
            <a:spLocks noGrp="1"/>
          </p:cNvSpPr>
          <p:nvPr>
            <p:ph type="body" sz="quarter" idx="14"/>
          </p:nvPr>
        </p:nvSpPr>
        <p:spPr>
          <a:xfrm>
            <a:off x="515938" y="4045577"/>
            <a:ext cx="11160123" cy="586108"/>
          </a:xfrm>
        </p:spPr>
        <p:txBody>
          <a:bodyPr/>
          <a:lstStyle/>
          <a:p>
            <a:r>
              <a:rPr lang="en-US"/>
              <a:t>Ethics &amp; Trustworthy AI</a:t>
            </a:r>
          </a:p>
        </p:txBody>
      </p:sp>
    </p:spTree>
    <p:extLst>
      <p:ext uri="{BB962C8B-B14F-4D97-AF65-F5344CB8AC3E}">
        <p14:creationId xmlns:p14="http://schemas.microsoft.com/office/powerpoint/2010/main" val="2429371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B4B8-71FA-5714-8CA7-E75144B115F4}"/>
              </a:ext>
            </a:extLst>
          </p:cNvPr>
          <p:cNvSpPr>
            <a:spLocks noGrp="1"/>
          </p:cNvSpPr>
          <p:nvPr>
            <p:ph type="title"/>
          </p:nvPr>
        </p:nvSpPr>
        <p:spPr/>
        <p:txBody>
          <a:bodyPr/>
          <a:lstStyle/>
          <a:p>
            <a:r>
              <a:rPr lang="en-US"/>
              <a:t>Why Ethics?</a:t>
            </a:r>
          </a:p>
        </p:txBody>
      </p:sp>
      <p:sp>
        <p:nvSpPr>
          <p:cNvPr id="3" name="Slide Number Placeholder 2">
            <a:extLst>
              <a:ext uri="{FF2B5EF4-FFF2-40B4-BE49-F238E27FC236}">
                <a16:creationId xmlns:a16="http://schemas.microsoft.com/office/drawing/2014/main" id="{7BE1E2EF-8BB0-160F-DF29-69C073F166F4}"/>
              </a:ext>
            </a:extLst>
          </p:cNvPr>
          <p:cNvSpPr>
            <a:spLocks noGrp="1"/>
          </p:cNvSpPr>
          <p:nvPr>
            <p:ph type="sldNum" sz="quarter" idx="25"/>
          </p:nvPr>
        </p:nvSpPr>
        <p:spPr/>
        <p:txBody>
          <a:bodyPr/>
          <a:lstStyle/>
          <a:p>
            <a:fld id="{8B70248A-FD0F-534C-919E-E8EB9B0FC062}" type="slidenum">
              <a:rPr lang="en-BE" smtClean="0"/>
              <a:pPr/>
              <a:t>45</a:t>
            </a:fld>
            <a:endParaRPr lang="en-BE"/>
          </a:p>
        </p:txBody>
      </p:sp>
      <p:sp>
        <p:nvSpPr>
          <p:cNvPr id="4" name="Text Placeholder 3">
            <a:extLst>
              <a:ext uri="{FF2B5EF4-FFF2-40B4-BE49-F238E27FC236}">
                <a16:creationId xmlns:a16="http://schemas.microsoft.com/office/drawing/2014/main" id="{8879EFB1-A4AB-A7E3-B1FB-C45E399D887D}"/>
              </a:ext>
            </a:extLst>
          </p:cNvPr>
          <p:cNvSpPr>
            <a:spLocks noGrp="1"/>
          </p:cNvSpPr>
          <p:nvPr>
            <p:ph type="body" sz="quarter" idx="31"/>
          </p:nvPr>
        </p:nvSpPr>
        <p:spPr/>
        <p:txBody>
          <a:bodyPr/>
          <a:lstStyle/>
          <a:p>
            <a:endParaRPr lang="en-US"/>
          </a:p>
        </p:txBody>
      </p:sp>
      <p:pic>
        <p:nvPicPr>
          <p:cNvPr id="5" name="Picture 2" descr="Great Responsibility Spider-Man Wood Wall Decor | Hobby Lobby | 1633692">
            <a:extLst>
              <a:ext uri="{FF2B5EF4-FFF2-40B4-BE49-F238E27FC236}">
                <a16:creationId xmlns:a16="http://schemas.microsoft.com/office/drawing/2014/main" id="{D5E012F0-C732-88C3-F2C1-3E1AC2E3CE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040" b="10181"/>
          <a:stretch/>
        </p:blipFill>
        <p:spPr bwMode="auto">
          <a:xfrm>
            <a:off x="836960" y="4177589"/>
            <a:ext cx="3359776" cy="26804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owered by Data helps nonprofits use, share, and learn from data—new Tides  Canada project - MakeWay">
            <a:extLst>
              <a:ext uri="{FF2B5EF4-FFF2-40B4-BE49-F238E27FC236}">
                <a16:creationId xmlns:a16="http://schemas.microsoft.com/office/drawing/2014/main" id="{9DD48031-C285-31EB-FB79-C3F950AAB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0175" y="4882493"/>
            <a:ext cx="540067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7">
            <a:extLst>
              <a:ext uri="{FF2B5EF4-FFF2-40B4-BE49-F238E27FC236}">
                <a16:creationId xmlns:a16="http://schemas.microsoft.com/office/drawing/2014/main" id="{B3A14A10-5C1F-C0E1-DC9A-4ACB41C658A2}"/>
              </a:ext>
            </a:extLst>
          </p:cNvPr>
          <p:cNvPicPr>
            <a:picLocks noChangeAspect="1"/>
          </p:cNvPicPr>
          <p:nvPr/>
        </p:nvPicPr>
        <p:blipFill>
          <a:blip r:embed="rId4"/>
          <a:stretch>
            <a:fillRect/>
          </a:stretch>
        </p:blipFill>
        <p:spPr>
          <a:xfrm>
            <a:off x="3335496" y="1610438"/>
            <a:ext cx="7642487" cy="251057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03642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2ACB-68E3-A517-BFF5-B78772C9AC07}"/>
              </a:ext>
            </a:extLst>
          </p:cNvPr>
          <p:cNvSpPr>
            <a:spLocks noGrp="1"/>
          </p:cNvSpPr>
          <p:nvPr>
            <p:ph type="title"/>
          </p:nvPr>
        </p:nvSpPr>
        <p:spPr/>
        <p:txBody>
          <a:bodyPr/>
          <a:lstStyle/>
          <a:p>
            <a:r>
              <a:rPr lang="en-US" dirty="0"/>
              <a:t>Why Ethics? </a:t>
            </a:r>
            <a:br>
              <a:rPr lang="en-US" dirty="0"/>
            </a:br>
            <a:r>
              <a:rPr lang="en-US" dirty="0"/>
              <a:t>Capability changes responsibility</a:t>
            </a:r>
          </a:p>
        </p:txBody>
      </p:sp>
      <p:sp>
        <p:nvSpPr>
          <p:cNvPr id="3" name="Slide Number Placeholder 2">
            <a:extLst>
              <a:ext uri="{FF2B5EF4-FFF2-40B4-BE49-F238E27FC236}">
                <a16:creationId xmlns:a16="http://schemas.microsoft.com/office/drawing/2014/main" id="{E447FD75-31B2-B11E-E3E4-C962BADCD64A}"/>
              </a:ext>
            </a:extLst>
          </p:cNvPr>
          <p:cNvSpPr>
            <a:spLocks noGrp="1"/>
          </p:cNvSpPr>
          <p:nvPr>
            <p:ph type="sldNum" sz="quarter" idx="25"/>
          </p:nvPr>
        </p:nvSpPr>
        <p:spPr/>
        <p:txBody>
          <a:bodyPr/>
          <a:lstStyle/>
          <a:p>
            <a:fld id="{8B70248A-FD0F-534C-919E-E8EB9B0FC062}" type="slidenum">
              <a:rPr lang="en-BE" smtClean="0"/>
              <a:pPr/>
              <a:t>46</a:t>
            </a:fld>
            <a:endParaRPr lang="en-BE"/>
          </a:p>
        </p:txBody>
      </p:sp>
      <p:pic>
        <p:nvPicPr>
          <p:cNvPr id="6" name="Picture 5">
            <a:extLst>
              <a:ext uri="{FF2B5EF4-FFF2-40B4-BE49-F238E27FC236}">
                <a16:creationId xmlns:a16="http://schemas.microsoft.com/office/drawing/2014/main" id="{33006E26-41B8-8A05-8800-3B44828DB787}"/>
              </a:ext>
            </a:extLst>
          </p:cNvPr>
          <p:cNvPicPr>
            <a:picLocks noChangeAspect="1"/>
          </p:cNvPicPr>
          <p:nvPr/>
        </p:nvPicPr>
        <p:blipFill>
          <a:blip r:embed="rId2"/>
          <a:stretch>
            <a:fillRect/>
          </a:stretch>
        </p:blipFill>
        <p:spPr>
          <a:xfrm>
            <a:off x="0" y="2237879"/>
            <a:ext cx="12192000" cy="2991346"/>
          </a:xfrm>
          <a:prstGeom prst="rect">
            <a:avLst/>
          </a:prstGeom>
        </p:spPr>
      </p:pic>
    </p:spTree>
    <p:extLst>
      <p:ext uri="{BB962C8B-B14F-4D97-AF65-F5344CB8AC3E}">
        <p14:creationId xmlns:p14="http://schemas.microsoft.com/office/powerpoint/2010/main" val="361354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9E395-BBBC-185E-C989-1483C8A12B7D}"/>
              </a:ext>
            </a:extLst>
          </p:cNvPr>
          <p:cNvSpPr>
            <a:spLocks noGrp="1"/>
          </p:cNvSpPr>
          <p:nvPr>
            <p:ph type="title"/>
          </p:nvPr>
        </p:nvSpPr>
        <p:spPr>
          <a:xfrm>
            <a:off x="515937" y="170657"/>
            <a:ext cx="11160125" cy="1116012"/>
          </a:xfrm>
        </p:spPr>
        <p:txBody>
          <a:bodyPr/>
          <a:lstStyle/>
          <a:p>
            <a:r>
              <a:rPr lang="en-US"/>
              <a:t>EU &amp; Ethical AI</a:t>
            </a:r>
          </a:p>
        </p:txBody>
      </p:sp>
      <p:sp>
        <p:nvSpPr>
          <p:cNvPr id="3" name="Slide Number Placeholder 2">
            <a:extLst>
              <a:ext uri="{FF2B5EF4-FFF2-40B4-BE49-F238E27FC236}">
                <a16:creationId xmlns:a16="http://schemas.microsoft.com/office/drawing/2014/main" id="{8053E4DD-62F6-C95E-DFFE-5383B64FDD1B}"/>
              </a:ext>
            </a:extLst>
          </p:cNvPr>
          <p:cNvSpPr>
            <a:spLocks noGrp="1"/>
          </p:cNvSpPr>
          <p:nvPr>
            <p:ph type="sldNum" sz="quarter" idx="25"/>
          </p:nvPr>
        </p:nvSpPr>
        <p:spPr/>
        <p:txBody>
          <a:bodyPr/>
          <a:lstStyle/>
          <a:p>
            <a:fld id="{8B70248A-FD0F-534C-919E-E8EB9B0FC062}" type="slidenum">
              <a:rPr lang="en-BE" smtClean="0"/>
              <a:pPr/>
              <a:t>47</a:t>
            </a:fld>
            <a:endParaRPr lang="en-BE"/>
          </a:p>
        </p:txBody>
      </p:sp>
      <p:sp>
        <p:nvSpPr>
          <p:cNvPr id="4" name="Text Placeholder 3">
            <a:extLst>
              <a:ext uri="{FF2B5EF4-FFF2-40B4-BE49-F238E27FC236}">
                <a16:creationId xmlns:a16="http://schemas.microsoft.com/office/drawing/2014/main" id="{6D6DC945-D3F8-D893-BB2E-922DDDE828C4}"/>
              </a:ext>
            </a:extLst>
          </p:cNvPr>
          <p:cNvSpPr>
            <a:spLocks noGrp="1"/>
          </p:cNvSpPr>
          <p:nvPr>
            <p:ph type="body" sz="quarter" idx="31"/>
          </p:nvPr>
        </p:nvSpPr>
        <p:spPr/>
        <p:txBody>
          <a:bodyPr/>
          <a:lstStyle/>
          <a:p>
            <a:endParaRPr lang="en-US"/>
          </a:p>
        </p:txBody>
      </p:sp>
      <p:pic>
        <p:nvPicPr>
          <p:cNvPr id="5" name="Picture 2" descr="ETHICS GUIDELINES FOR TRUSTWORTHY AI">
            <a:extLst>
              <a:ext uri="{FF2B5EF4-FFF2-40B4-BE49-F238E27FC236}">
                <a16:creationId xmlns:a16="http://schemas.microsoft.com/office/drawing/2014/main" id="{6024550C-D831-5CD7-CB56-1BD1FA64C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4116" y="-131266"/>
            <a:ext cx="2476500" cy="34985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Ethics Guidelines for Trustworthy Artificial Intelligence (AI) published by  the European Commission">
            <a:extLst>
              <a:ext uri="{FF2B5EF4-FFF2-40B4-BE49-F238E27FC236}">
                <a16:creationId xmlns:a16="http://schemas.microsoft.com/office/drawing/2014/main" id="{22875BF4-9452-ADC7-6D56-E0125562C1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230" y="3429000"/>
            <a:ext cx="3428770" cy="342877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43054754-E110-1C25-3A56-7BFACA762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 y="1628776"/>
            <a:ext cx="8612952" cy="4631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013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48</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22860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28992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A123-C2C0-8AA2-BA3A-F280A8544E2D}"/>
              </a:ext>
            </a:extLst>
          </p:cNvPr>
          <p:cNvSpPr>
            <a:spLocks noGrp="1"/>
          </p:cNvSpPr>
          <p:nvPr>
            <p:ph type="title"/>
          </p:nvPr>
        </p:nvSpPr>
        <p:spPr>
          <a:xfrm>
            <a:off x="515937" y="54392"/>
            <a:ext cx="11160125" cy="1116012"/>
          </a:xfrm>
        </p:spPr>
        <p:txBody>
          <a:bodyPr/>
          <a:lstStyle/>
          <a:p>
            <a:r>
              <a:rPr lang="en-US"/>
              <a:t>Human-in-, on-, out-the-loop</a:t>
            </a:r>
          </a:p>
        </p:txBody>
      </p:sp>
      <p:sp>
        <p:nvSpPr>
          <p:cNvPr id="3" name="Slide Number Placeholder 2">
            <a:extLst>
              <a:ext uri="{FF2B5EF4-FFF2-40B4-BE49-F238E27FC236}">
                <a16:creationId xmlns:a16="http://schemas.microsoft.com/office/drawing/2014/main" id="{8FAA9A16-9D55-2578-E07E-FE87D7166CDC}"/>
              </a:ext>
            </a:extLst>
          </p:cNvPr>
          <p:cNvSpPr>
            <a:spLocks noGrp="1"/>
          </p:cNvSpPr>
          <p:nvPr>
            <p:ph type="sldNum" sz="quarter" idx="25"/>
          </p:nvPr>
        </p:nvSpPr>
        <p:spPr/>
        <p:txBody>
          <a:bodyPr/>
          <a:lstStyle/>
          <a:p>
            <a:fld id="{8B70248A-FD0F-534C-919E-E8EB9B0FC062}" type="slidenum">
              <a:rPr lang="en-BE" smtClean="0"/>
              <a:pPr/>
              <a:t>49</a:t>
            </a:fld>
            <a:endParaRPr lang="en-BE"/>
          </a:p>
        </p:txBody>
      </p:sp>
      <p:sp>
        <p:nvSpPr>
          <p:cNvPr id="4" name="Text Placeholder 3">
            <a:extLst>
              <a:ext uri="{FF2B5EF4-FFF2-40B4-BE49-F238E27FC236}">
                <a16:creationId xmlns:a16="http://schemas.microsoft.com/office/drawing/2014/main" id="{8D3F7DB9-AB9C-AAC7-6C34-7EBBC9E5A3B7}"/>
              </a:ext>
            </a:extLst>
          </p:cNvPr>
          <p:cNvSpPr>
            <a:spLocks noGrp="1"/>
          </p:cNvSpPr>
          <p:nvPr>
            <p:ph type="body" sz="quarter" idx="31"/>
          </p:nvPr>
        </p:nvSpPr>
        <p:spPr/>
        <p:txBody>
          <a:bodyPr/>
          <a:lstStyle/>
          <a:p>
            <a:endParaRPr lang="en-US"/>
          </a:p>
        </p:txBody>
      </p:sp>
      <p:pic>
        <p:nvPicPr>
          <p:cNvPr id="5" name="Picture 2" descr="The path to an AI-connected government - DCD">
            <a:extLst>
              <a:ext uri="{FF2B5EF4-FFF2-40B4-BE49-F238E27FC236}">
                <a16:creationId xmlns:a16="http://schemas.microsoft.com/office/drawing/2014/main" id="{0AC3061D-C075-40CB-BF12-C33F1B2CE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37" y="1170404"/>
            <a:ext cx="11160125" cy="56875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7722FEB-A713-4E18-8393-D7080854794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83" t="29243" r="83213" b="25350"/>
          <a:stretch/>
        </p:blipFill>
        <p:spPr bwMode="auto">
          <a:xfrm>
            <a:off x="11037570" y="112326"/>
            <a:ext cx="115443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132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02486-ABB7-276A-58C3-15333B7065E4}"/>
              </a:ext>
            </a:extLst>
          </p:cNvPr>
          <p:cNvSpPr>
            <a:spLocks noGrp="1"/>
          </p:cNvSpPr>
          <p:nvPr>
            <p:ph type="title"/>
          </p:nvPr>
        </p:nvSpPr>
        <p:spPr/>
        <p:txBody>
          <a:bodyPr/>
          <a:lstStyle/>
          <a:p>
            <a:r>
              <a:rPr lang="en-US"/>
              <a:t>Robotics / Drones &amp; AI</a:t>
            </a:r>
          </a:p>
        </p:txBody>
      </p:sp>
      <p:sp>
        <p:nvSpPr>
          <p:cNvPr id="3" name="Slide Number Placeholder 2">
            <a:extLst>
              <a:ext uri="{FF2B5EF4-FFF2-40B4-BE49-F238E27FC236}">
                <a16:creationId xmlns:a16="http://schemas.microsoft.com/office/drawing/2014/main" id="{E9FDBF59-80F2-5D4E-AA9A-61FAC6A68E2A}"/>
              </a:ext>
            </a:extLst>
          </p:cNvPr>
          <p:cNvSpPr>
            <a:spLocks noGrp="1"/>
          </p:cNvSpPr>
          <p:nvPr>
            <p:ph type="sldNum" sz="quarter" idx="25"/>
          </p:nvPr>
        </p:nvSpPr>
        <p:spPr/>
        <p:txBody>
          <a:bodyPr/>
          <a:lstStyle/>
          <a:p>
            <a:fld id="{8B70248A-FD0F-534C-919E-E8EB9B0FC062}" type="slidenum">
              <a:rPr lang="en-BE" smtClean="0"/>
              <a:pPr/>
              <a:t>50</a:t>
            </a:fld>
            <a:endParaRPr lang="en-BE"/>
          </a:p>
        </p:txBody>
      </p:sp>
      <p:sp>
        <p:nvSpPr>
          <p:cNvPr id="4" name="Text Placeholder 3">
            <a:extLst>
              <a:ext uri="{FF2B5EF4-FFF2-40B4-BE49-F238E27FC236}">
                <a16:creationId xmlns:a16="http://schemas.microsoft.com/office/drawing/2014/main" id="{D66FEF8B-F311-9CEA-5AF4-361FBD6DB59F}"/>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80762A17-0E72-297A-C3B3-3F0F8C6B6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72066"/>
            <a:ext cx="4437131" cy="28591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99DE5996-FF09-A3F2-5D83-65CA23422F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8" y="4326588"/>
            <a:ext cx="4429853" cy="254176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D9E11B5E-80EA-E4E0-146F-833F60EF6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8966" y="4633751"/>
            <a:ext cx="3828920" cy="15961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88BBDCE7-8286-1262-678C-18F9F89519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70052" y="2139968"/>
            <a:ext cx="3060105" cy="229507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Teaching NAO Robot To Do The Right Thing">
            <a:extLst>
              <a:ext uri="{FF2B5EF4-FFF2-40B4-BE49-F238E27FC236}">
                <a16:creationId xmlns:a16="http://schemas.microsoft.com/office/drawing/2014/main" id="{65F0694A-FBBC-99A2-BE2E-0C887020405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3768" r="3600"/>
          <a:stretch/>
        </p:blipFill>
        <p:spPr bwMode="auto">
          <a:xfrm>
            <a:off x="8012994" y="4370838"/>
            <a:ext cx="4206617" cy="249751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What the Rise of Sentient Robots Will Mean for Human Beings">
            <a:extLst>
              <a:ext uri="{FF2B5EF4-FFF2-40B4-BE49-F238E27FC236}">
                <a16:creationId xmlns:a16="http://schemas.microsoft.com/office/drawing/2014/main" id="{602AE6E9-189D-E095-F492-803F79706A7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525908" y="2662231"/>
            <a:ext cx="2658814" cy="177281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CAD134FE-0EBB-5D5E-444C-101F474A05D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383" t="29243" r="83213" b="25350"/>
          <a:stretch/>
        </p:blipFill>
        <p:spPr bwMode="auto">
          <a:xfrm>
            <a:off x="11037570" y="112326"/>
            <a:ext cx="115443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8275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51</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180594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6808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27BA-B122-22F0-C302-F24EB8A753E9}"/>
              </a:ext>
            </a:extLst>
          </p:cNvPr>
          <p:cNvSpPr>
            <a:spLocks noGrp="1"/>
          </p:cNvSpPr>
          <p:nvPr>
            <p:ph type="title"/>
          </p:nvPr>
        </p:nvSpPr>
        <p:spPr/>
        <p:txBody>
          <a:bodyPr/>
          <a:lstStyle/>
          <a:p>
            <a:r>
              <a:rPr lang="en-US"/>
              <a:t>Confusion Matrix</a:t>
            </a:r>
          </a:p>
        </p:txBody>
      </p:sp>
      <p:sp>
        <p:nvSpPr>
          <p:cNvPr id="3" name="Slide Number Placeholder 2">
            <a:extLst>
              <a:ext uri="{FF2B5EF4-FFF2-40B4-BE49-F238E27FC236}">
                <a16:creationId xmlns:a16="http://schemas.microsoft.com/office/drawing/2014/main" id="{75D9638B-CEF4-9581-67A8-0949CC95966C}"/>
              </a:ext>
            </a:extLst>
          </p:cNvPr>
          <p:cNvSpPr>
            <a:spLocks noGrp="1"/>
          </p:cNvSpPr>
          <p:nvPr>
            <p:ph type="sldNum" sz="quarter" idx="25"/>
          </p:nvPr>
        </p:nvSpPr>
        <p:spPr/>
        <p:txBody>
          <a:bodyPr/>
          <a:lstStyle/>
          <a:p>
            <a:fld id="{8B70248A-FD0F-534C-919E-E8EB9B0FC062}" type="slidenum">
              <a:rPr lang="en-BE" smtClean="0"/>
              <a:pPr/>
              <a:t>52</a:t>
            </a:fld>
            <a:endParaRPr lang="en-BE"/>
          </a:p>
        </p:txBody>
      </p:sp>
      <p:pic>
        <p:nvPicPr>
          <p:cNvPr id="5" name="Picture 2" descr="How to evaluate you model using the Confusion Matrix – Towards AI — The  Best of Tech, Science, and Engineering">
            <a:extLst>
              <a:ext uri="{FF2B5EF4-FFF2-40B4-BE49-F238E27FC236}">
                <a16:creationId xmlns:a16="http://schemas.microsoft.com/office/drawing/2014/main" id="{5230EEF3-0372-EA80-5F74-0A8702EB1F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19" t="2907" r="19724"/>
          <a:stretch/>
        </p:blipFill>
        <p:spPr bwMode="auto">
          <a:xfrm>
            <a:off x="681996" y="2122209"/>
            <a:ext cx="5777024" cy="46234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Mushroom Classification Analysis | Kaggle">
            <a:extLst>
              <a:ext uri="{FF2B5EF4-FFF2-40B4-BE49-F238E27FC236}">
                <a16:creationId xmlns:a16="http://schemas.microsoft.com/office/drawing/2014/main" id="{5B6C592A-5329-2D1C-A14A-4ADDC23E7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958" y="4510331"/>
            <a:ext cx="5217042" cy="2347669"/>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8528E166-D5D7-A9F5-8BE9-E7D3403E1B21}"/>
              </a:ext>
            </a:extLst>
          </p:cNvPr>
          <p:cNvSpPr>
            <a:spLocks noGrp="1"/>
          </p:cNvSpPr>
          <p:nvPr>
            <p:ph type="body" sz="quarter" idx="31"/>
          </p:nvPr>
        </p:nvSpPr>
        <p:spPr>
          <a:xfrm>
            <a:off x="515936" y="1628775"/>
            <a:ext cx="10549461" cy="4716463"/>
          </a:xfrm>
        </p:spPr>
        <p:txBody>
          <a:bodyPr/>
          <a:lstStyle/>
          <a:p>
            <a:r>
              <a:rPr lang="en-US"/>
              <a:t>Accuracy doesn’t tell the whole story! Get a more nuanced view with a confusion matrix</a:t>
            </a:r>
          </a:p>
        </p:txBody>
      </p:sp>
      <p:pic>
        <p:nvPicPr>
          <p:cNvPr id="7" name="Picture 2">
            <a:extLst>
              <a:ext uri="{FF2B5EF4-FFF2-40B4-BE49-F238E27FC236}">
                <a16:creationId xmlns:a16="http://schemas.microsoft.com/office/drawing/2014/main" id="{FC1EBC69-7F45-8CF1-B6A3-E1076065BE8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654" t="28750" r="70075" b="26389"/>
          <a:stretch/>
        </p:blipFill>
        <p:spPr bwMode="auto">
          <a:xfrm>
            <a:off x="11048999" y="150822"/>
            <a:ext cx="1143001" cy="207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490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30ABE-89BA-E163-6B93-B0E5AD6CA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CCA2D-C650-F50E-B098-61F3405CF899}"/>
              </a:ext>
            </a:extLst>
          </p:cNvPr>
          <p:cNvSpPr>
            <a:spLocks noGrp="1"/>
          </p:cNvSpPr>
          <p:nvPr>
            <p:ph type="title"/>
          </p:nvPr>
        </p:nvSpPr>
        <p:spPr/>
        <p:txBody>
          <a:bodyPr/>
          <a:lstStyle/>
          <a:p>
            <a:r>
              <a:rPr lang="en-US" dirty="0"/>
              <a:t>Robustness requires more than accuracy</a:t>
            </a:r>
          </a:p>
        </p:txBody>
      </p:sp>
      <p:sp>
        <p:nvSpPr>
          <p:cNvPr id="3" name="Slide Number Placeholder 2">
            <a:extLst>
              <a:ext uri="{FF2B5EF4-FFF2-40B4-BE49-F238E27FC236}">
                <a16:creationId xmlns:a16="http://schemas.microsoft.com/office/drawing/2014/main" id="{58B2DC50-7399-4CA2-6DF4-E2949BC0690B}"/>
              </a:ext>
            </a:extLst>
          </p:cNvPr>
          <p:cNvSpPr>
            <a:spLocks noGrp="1"/>
          </p:cNvSpPr>
          <p:nvPr>
            <p:ph type="sldNum" sz="quarter" idx="25"/>
          </p:nvPr>
        </p:nvSpPr>
        <p:spPr/>
        <p:txBody>
          <a:bodyPr/>
          <a:lstStyle/>
          <a:p>
            <a:fld id="{8B70248A-FD0F-534C-919E-E8EB9B0FC062}" type="slidenum">
              <a:rPr lang="en-BE" smtClean="0"/>
              <a:pPr/>
              <a:t>53</a:t>
            </a:fld>
            <a:endParaRPr lang="en-BE"/>
          </a:p>
        </p:txBody>
      </p:sp>
      <p:pic>
        <p:nvPicPr>
          <p:cNvPr id="7" name="Picture 2">
            <a:extLst>
              <a:ext uri="{FF2B5EF4-FFF2-40B4-BE49-F238E27FC236}">
                <a16:creationId xmlns:a16="http://schemas.microsoft.com/office/drawing/2014/main" id="{4BC011B2-394D-01B3-E522-0D6B6D2E25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54" t="28750" r="70075" b="26389"/>
          <a:stretch/>
        </p:blipFill>
        <p:spPr bwMode="auto">
          <a:xfrm>
            <a:off x="11493603" y="150822"/>
            <a:ext cx="698397" cy="12696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729559C-B99D-1729-49D9-493999D01BEF}"/>
              </a:ext>
            </a:extLst>
          </p:cNvPr>
          <p:cNvPicPr>
            <a:picLocks noChangeAspect="1"/>
          </p:cNvPicPr>
          <p:nvPr/>
        </p:nvPicPr>
        <p:blipFill>
          <a:blip r:embed="rId3"/>
          <a:stretch>
            <a:fillRect/>
          </a:stretch>
        </p:blipFill>
        <p:spPr>
          <a:xfrm>
            <a:off x="2577945" y="1574028"/>
            <a:ext cx="7036108" cy="2312461"/>
          </a:xfrm>
          <a:prstGeom prst="rect">
            <a:avLst/>
          </a:prstGeom>
        </p:spPr>
      </p:pic>
      <p:pic>
        <p:nvPicPr>
          <p:cNvPr id="13" name="Picture 12">
            <a:extLst>
              <a:ext uri="{FF2B5EF4-FFF2-40B4-BE49-F238E27FC236}">
                <a16:creationId xmlns:a16="http://schemas.microsoft.com/office/drawing/2014/main" id="{15FB1E56-271A-559F-F6BD-006D2103A28D}"/>
              </a:ext>
            </a:extLst>
          </p:cNvPr>
          <p:cNvPicPr>
            <a:picLocks noChangeAspect="1"/>
          </p:cNvPicPr>
          <p:nvPr/>
        </p:nvPicPr>
        <p:blipFill>
          <a:blip r:embed="rId4"/>
          <a:stretch>
            <a:fillRect/>
          </a:stretch>
        </p:blipFill>
        <p:spPr>
          <a:xfrm>
            <a:off x="3600570" y="4049149"/>
            <a:ext cx="4990859" cy="2808851"/>
          </a:xfrm>
          <a:prstGeom prst="rect">
            <a:avLst/>
          </a:prstGeom>
        </p:spPr>
      </p:pic>
    </p:spTree>
    <p:extLst>
      <p:ext uri="{BB962C8B-B14F-4D97-AF65-F5344CB8AC3E}">
        <p14:creationId xmlns:p14="http://schemas.microsoft.com/office/powerpoint/2010/main" val="2369322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D389B-675E-842D-D3F0-B6774BFA998F}"/>
              </a:ext>
            </a:extLst>
          </p:cNvPr>
          <p:cNvSpPr>
            <a:spLocks noGrp="1"/>
          </p:cNvSpPr>
          <p:nvPr>
            <p:ph type="title"/>
          </p:nvPr>
        </p:nvSpPr>
        <p:spPr/>
        <p:txBody>
          <a:bodyPr/>
          <a:lstStyle/>
          <a:p>
            <a:r>
              <a:rPr lang="en-US"/>
              <a:t>Adversarial Attack (breaking the CNN)</a:t>
            </a:r>
          </a:p>
        </p:txBody>
      </p:sp>
      <p:sp>
        <p:nvSpPr>
          <p:cNvPr id="3" name="Slide Number Placeholder 2">
            <a:extLst>
              <a:ext uri="{FF2B5EF4-FFF2-40B4-BE49-F238E27FC236}">
                <a16:creationId xmlns:a16="http://schemas.microsoft.com/office/drawing/2014/main" id="{8DD45FEB-5972-EAAB-61FE-7B8F11815508}"/>
              </a:ext>
            </a:extLst>
          </p:cNvPr>
          <p:cNvSpPr>
            <a:spLocks noGrp="1"/>
          </p:cNvSpPr>
          <p:nvPr>
            <p:ph type="sldNum" sz="quarter" idx="25"/>
          </p:nvPr>
        </p:nvSpPr>
        <p:spPr/>
        <p:txBody>
          <a:bodyPr/>
          <a:lstStyle/>
          <a:p>
            <a:fld id="{8B70248A-FD0F-534C-919E-E8EB9B0FC062}" type="slidenum">
              <a:rPr lang="en-BE" smtClean="0"/>
              <a:pPr/>
              <a:t>54</a:t>
            </a:fld>
            <a:endParaRPr lang="en-BE"/>
          </a:p>
        </p:txBody>
      </p:sp>
      <p:sp>
        <p:nvSpPr>
          <p:cNvPr id="4" name="Text Placeholder 3">
            <a:extLst>
              <a:ext uri="{FF2B5EF4-FFF2-40B4-BE49-F238E27FC236}">
                <a16:creationId xmlns:a16="http://schemas.microsoft.com/office/drawing/2014/main" id="{A58C15B5-F94C-C0ED-3133-0ACCF6672015}"/>
              </a:ext>
            </a:extLst>
          </p:cNvPr>
          <p:cNvSpPr>
            <a:spLocks noGrp="1"/>
          </p:cNvSpPr>
          <p:nvPr>
            <p:ph type="body" sz="quarter" idx="31"/>
          </p:nvPr>
        </p:nvSpPr>
        <p:spPr/>
        <p:txBody>
          <a:bodyPr/>
          <a:lstStyle/>
          <a:p>
            <a:endParaRPr lang="en-US"/>
          </a:p>
        </p:txBody>
      </p:sp>
      <p:pic>
        <p:nvPicPr>
          <p:cNvPr id="5" name="Picture 2" descr="This colorful printed patch makes you pretty much invisible to AI - The  Verge">
            <a:extLst>
              <a:ext uri="{FF2B5EF4-FFF2-40B4-BE49-F238E27FC236}">
                <a16:creationId xmlns:a16="http://schemas.microsoft.com/office/drawing/2014/main" id="{953CAB3C-4CD9-3CDD-9E39-D17660F805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19131" y="2496981"/>
            <a:ext cx="4756907" cy="31712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reaking neural networks with adversarial attacks | by Anant Jain | Towards  Data Science">
            <a:extLst>
              <a:ext uri="{FF2B5EF4-FFF2-40B4-BE49-F238E27FC236}">
                <a16:creationId xmlns:a16="http://schemas.microsoft.com/office/drawing/2014/main" id="{B55D1A30-002D-F887-7AB2-0DD4A47684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265" y="3932920"/>
            <a:ext cx="5721417" cy="22714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Robustifying Machine Perception for Face Recognition Systems">
            <a:extLst>
              <a:ext uri="{FF2B5EF4-FFF2-40B4-BE49-F238E27FC236}">
                <a16:creationId xmlns:a16="http://schemas.microsoft.com/office/drawing/2014/main" id="{BD9F5172-6D0F-A13E-CF85-A29D087924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102" y="2004766"/>
            <a:ext cx="6508802" cy="20778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8F2EA568-F132-C7F0-962E-B5338783788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654" t="28750" r="70075" b="26389"/>
          <a:stretch/>
        </p:blipFill>
        <p:spPr bwMode="auto">
          <a:xfrm>
            <a:off x="11048999" y="150822"/>
            <a:ext cx="1143001" cy="207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479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55</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342900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43531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A84D0-86A5-1346-7A4F-B91E2CFEDA65}"/>
              </a:ext>
            </a:extLst>
          </p:cNvPr>
          <p:cNvSpPr>
            <a:spLocks noGrp="1"/>
          </p:cNvSpPr>
          <p:nvPr>
            <p:ph type="title"/>
          </p:nvPr>
        </p:nvSpPr>
        <p:spPr/>
        <p:txBody>
          <a:bodyPr/>
          <a:lstStyle/>
          <a:p>
            <a:r>
              <a:rPr lang="en-US"/>
              <a:t>Fake News</a:t>
            </a:r>
            <a:br>
              <a:rPr lang="en-US"/>
            </a:br>
            <a:r>
              <a:rPr lang="en-US"/>
              <a:t>Deep Fakes</a:t>
            </a:r>
          </a:p>
        </p:txBody>
      </p:sp>
      <p:sp>
        <p:nvSpPr>
          <p:cNvPr id="3" name="Slide Number Placeholder 2">
            <a:extLst>
              <a:ext uri="{FF2B5EF4-FFF2-40B4-BE49-F238E27FC236}">
                <a16:creationId xmlns:a16="http://schemas.microsoft.com/office/drawing/2014/main" id="{2AE966C3-CD9C-D277-7FA4-927524682BAA}"/>
              </a:ext>
            </a:extLst>
          </p:cNvPr>
          <p:cNvSpPr>
            <a:spLocks noGrp="1"/>
          </p:cNvSpPr>
          <p:nvPr>
            <p:ph type="sldNum" sz="quarter" idx="25"/>
          </p:nvPr>
        </p:nvSpPr>
        <p:spPr/>
        <p:txBody>
          <a:bodyPr/>
          <a:lstStyle/>
          <a:p>
            <a:fld id="{8B70248A-FD0F-534C-919E-E8EB9B0FC062}" type="slidenum">
              <a:rPr lang="en-BE" smtClean="0"/>
              <a:pPr/>
              <a:t>56</a:t>
            </a:fld>
            <a:endParaRPr lang="en-BE"/>
          </a:p>
        </p:txBody>
      </p:sp>
      <p:sp>
        <p:nvSpPr>
          <p:cNvPr id="4" name="Text Placeholder 3">
            <a:extLst>
              <a:ext uri="{FF2B5EF4-FFF2-40B4-BE49-F238E27FC236}">
                <a16:creationId xmlns:a16="http://schemas.microsoft.com/office/drawing/2014/main" id="{AB3EE0A6-8957-39DB-4EBD-E6534ADEA6B6}"/>
              </a:ext>
            </a:extLst>
          </p:cNvPr>
          <p:cNvSpPr>
            <a:spLocks noGrp="1"/>
          </p:cNvSpPr>
          <p:nvPr>
            <p:ph type="body" sz="quarter" idx="31"/>
          </p:nvPr>
        </p:nvSpPr>
        <p:spPr/>
        <p:txBody>
          <a:bodyPr/>
          <a:lstStyle/>
          <a:p>
            <a:endParaRPr lang="en-US"/>
          </a:p>
        </p:txBody>
      </p:sp>
      <p:pic>
        <p:nvPicPr>
          <p:cNvPr id="5" name="Google Shape;387;p62">
            <a:extLst>
              <a:ext uri="{FF2B5EF4-FFF2-40B4-BE49-F238E27FC236}">
                <a16:creationId xmlns:a16="http://schemas.microsoft.com/office/drawing/2014/main" id="{2394D85E-4243-5168-1D58-CCE39CADE0A3}"/>
              </a:ext>
            </a:extLst>
          </p:cNvPr>
          <p:cNvPicPr preferRelativeResize="0"/>
          <p:nvPr/>
        </p:nvPicPr>
        <p:blipFill>
          <a:blip r:embed="rId2">
            <a:alphaModFix/>
          </a:blip>
          <a:stretch>
            <a:fillRect/>
          </a:stretch>
        </p:blipFill>
        <p:spPr>
          <a:xfrm>
            <a:off x="99059" y="1549254"/>
            <a:ext cx="4208565" cy="2049411"/>
          </a:xfrm>
          <a:prstGeom prst="rect">
            <a:avLst/>
          </a:prstGeom>
          <a:noFill/>
          <a:ln>
            <a:noFill/>
          </a:ln>
        </p:spPr>
      </p:pic>
      <p:pic>
        <p:nvPicPr>
          <p:cNvPr id="6" name="Google Shape;388;p62">
            <a:extLst>
              <a:ext uri="{FF2B5EF4-FFF2-40B4-BE49-F238E27FC236}">
                <a16:creationId xmlns:a16="http://schemas.microsoft.com/office/drawing/2014/main" id="{A790D62A-BF2E-4997-3B6E-D28309836B7C}"/>
              </a:ext>
            </a:extLst>
          </p:cNvPr>
          <p:cNvPicPr preferRelativeResize="0"/>
          <p:nvPr/>
        </p:nvPicPr>
        <p:blipFill>
          <a:blip r:embed="rId3">
            <a:alphaModFix/>
          </a:blip>
          <a:stretch>
            <a:fillRect/>
          </a:stretch>
        </p:blipFill>
        <p:spPr>
          <a:xfrm>
            <a:off x="337002" y="3965818"/>
            <a:ext cx="3057749" cy="1795096"/>
          </a:xfrm>
          <a:prstGeom prst="rect">
            <a:avLst/>
          </a:prstGeom>
          <a:noFill/>
          <a:ln>
            <a:noFill/>
          </a:ln>
        </p:spPr>
      </p:pic>
      <p:pic>
        <p:nvPicPr>
          <p:cNvPr id="7" name="Google Shape;406;p65">
            <a:extLst>
              <a:ext uri="{FF2B5EF4-FFF2-40B4-BE49-F238E27FC236}">
                <a16:creationId xmlns:a16="http://schemas.microsoft.com/office/drawing/2014/main" id="{0188424E-0B06-5397-C9AF-FA0EAE92E97E}"/>
              </a:ext>
            </a:extLst>
          </p:cNvPr>
          <p:cNvPicPr preferRelativeResize="0"/>
          <p:nvPr/>
        </p:nvPicPr>
        <p:blipFill>
          <a:blip r:embed="rId4">
            <a:alphaModFix/>
          </a:blip>
          <a:stretch>
            <a:fillRect/>
          </a:stretch>
        </p:blipFill>
        <p:spPr>
          <a:xfrm>
            <a:off x="4451537" y="-31448"/>
            <a:ext cx="6081525" cy="2727064"/>
          </a:xfrm>
          <a:prstGeom prst="rect">
            <a:avLst/>
          </a:prstGeom>
          <a:noFill/>
          <a:ln>
            <a:noFill/>
          </a:ln>
        </p:spPr>
      </p:pic>
      <p:pic>
        <p:nvPicPr>
          <p:cNvPr id="8" name="Google Shape;400;p64">
            <a:extLst>
              <a:ext uri="{FF2B5EF4-FFF2-40B4-BE49-F238E27FC236}">
                <a16:creationId xmlns:a16="http://schemas.microsoft.com/office/drawing/2014/main" id="{BA802881-4601-9F2B-F5F8-472A1F8F15CD}"/>
              </a:ext>
            </a:extLst>
          </p:cNvPr>
          <p:cNvPicPr preferRelativeResize="0"/>
          <p:nvPr/>
        </p:nvPicPr>
        <p:blipFill>
          <a:blip r:embed="rId5">
            <a:alphaModFix/>
          </a:blip>
          <a:stretch>
            <a:fillRect/>
          </a:stretch>
        </p:blipFill>
        <p:spPr>
          <a:xfrm>
            <a:off x="3811160" y="3880110"/>
            <a:ext cx="3681139" cy="2727064"/>
          </a:xfrm>
          <a:prstGeom prst="rect">
            <a:avLst/>
          </a:prstGeom>
          <a:noFill/>
          <a:ln>
            <a:noFill/>
          </a:ln>
        </p:spPr>
      </p:pic>
      <p:pic>
        <p:nvPicPr>
          <p:cNvPr id="9" name="Picture 2">
            <a:extLst>
              <a:ext uri="{FF2B5EF4-FFF2-40B4-BE49-F238E27FC236}">
                <a16:creationId xmlns:a16="http://schemas.microsoft.com/office/drawing/2014/main" id="{D8B04CBD-B38C-083B-1B9B-822E0DE6AAA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792" t="28996" r="56937" b="25349"/>
          <a:stretch/>
        </p:blipFill>
        <p:spPr bwMode="auto">
          <a:xfrm>
            <a:off x="10949940" y="112326"/>
            <a:ext cx="114300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ow do I spot a deepfake? – DW – 12/06/2023">
            <a:extLst>
              <a:ext uri="{FF2B5EF4-FFF2-40B4-BE49-F238E27FC236}">
                <a16:creationId xmlns:a16="http://schemas.microsoft.com/office/drawing/2014/main" id="{40A243A0-C83E-A556-CDD2-A8D892A52D0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 b="-1"/>
          <a:stretch/>
        </p:blipFill>
        <p:spPr bwMode="auto">
          <a:xfrm>
            <a:off x="8306406" y="2562743"/>
            <a:ext cx="3309322" cy="4346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468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DDD6A-F23D-BC8A-8F25-3BD7061043BD}"/>
              </a:ext>
            </a:extLst>
          </p:cNvPr>
          <p:cNvSpPr>
            <a:spLocks noGrp="1"/>
          </p:cNvSpPr>
          <p:nvPr>
            <p:ph type="title"/>
          </p:nvPr>
        </p:nvSpPr>
        <p:spPr/>
        <p:txBody>
          <a:bodyPr/>
          <a:lstStyle/>
          <a:p>
            <a:r>
              <a:rPr lang="en-US"/>
              <a:t>StyleGAN2 (www.thispersondoesnotexist.com)</a:t>
            </a:r>
          </a:p>
        </p:txBody>
      </p:sp>
      <p:sp>
        <p:nvSpPr>
          <p:cNvPr id="3" name="Slide Number Placeholder 2">
            <a:extLst>
              <a:ext uri="{FF2B5EF4-FFF2-40B4-BE49-F238E27FC236}">
                <a16:creationId xmlns:a16="http://schemas.microsoft.com/office/drawing/2014/main" id="{D962A770-F5B0-DEE8-EEC0-5C3368C00174}"/>
              </a:ext>
            </a:extLst>
          </p:cNvPr>
          <p:cNvSpPr>
            <a:spLocks noGrp="1"/>
          </p:cNvSpPr>
          <p:nvPr>
            <p:ph type="sldNum" sz="quarter" idx="25"/>
          </p:nvPr>
        </p:nvSpPr>
        <p:spPr/>
        <p:txBody>
          <a:bodyPr/>
          <a:lstStyle/>
          <a:p>
            <a:fld id="{8B70248A-FD0F-534C-919E-E8EB9B0FC062}" type="slidenum">
              <a:rPr lang="en-BE" smtClean="0"/>
              <a:pPr/>
              <a:t>57</a:t>
            </a:fld>
            <a:endParaRPr lang="en-BE"/>
          </a:p>
        </p:txBody>
      </p:sp>
      <p:sp>
        <p:nvSpPr>
          <p:cNvPr id="4" name="Text Placeholder 3">
            <a:extLst>
              <a:ext uri="{FF2B5EF4-FFF2-40B4-BE49-F238E27FC236}">
                <a16:creationId xmlns:a16="http://schemas.microsoft.com/office/drawing/2014/main" id="{A1C6FCDD-A6C7-FF2E-F764-13F8188C9C48}"/>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C533E9F2-F2B6-5C46-58CF-694BF6EFCC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792" t="28996" r="56937" b="25349"/>
          <a:stretch/>
        </p:blipFill>
        <p:spPr bwMode="auto">
          <a:xfrm>
            <a:off x="10949940" y="112326"/>
            <a:ext cx="114300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6" name="Online Media 5" title="StyleGAN2 Interpolation Loop">
            <a:hlinkClick r:id="" action="ppaction://media"/>
            <a:extLst>
              <a:ext uri="{FF2B5EF4-FFF2-40B4-BE49-F238E27FC236}">
                <a16:creationId xmlns:a16="http://schemas.microsoft.com/office/drawing/2014/main" id="{858954BA-DB74-907F-9E6C-A09D21313759}"/>
              </a:ext>
            </a:extLst>
          </p:cNvPr>
          <p:cNvPicPr>
            <a:picLocks noRot="1" noChangeAspect="1"/>
          </p:cNvPicPr>
          <p:nvPr>
            <a:videoFile r:link="rId1"/>
          </p:nvPr>
        </p:nvPicPr>
        <p:blipFill>
          <a:blip r:embed="rId4"/>
          <a:stretch>
            <a:fillRect/>
          </a:stretch>
        </p:blipFill>
        <p:spPr>
          <a:xfrm>
            <a:off x="237502" y="1814160"/>
            <a:ext cx="6729339" cy="5043840"/>
          </a:xfrm>
          <a:prstGeom prst="rect">
            <a:avLst/>
          </a:prstGeom>
        </p:spPr>
      </p:pic>
      <p:pic>
        <p:nvPicPr>
          <p:cNvPr id="7" name="Picture 6">
            <a:extLst>
              <a:ext uri="{FF2B5EF4-FFF2-40B4-BE49-F238E27FC236}">
                <a16:creationId xmlns:a16="http://schemas.microsoft.com/office/drawing/2014/main" id="{83CFB330-48CF-7132-38FF-C621A01AC61B}"/>
              </a:ext>
            </a:extLst>
          </p:cNvPr>
          <p:cNvPicPr>
            <a:picLocks noChangeAspect="1"/>
          </p:cNvPicPr>
          <p:nvPr/>
        </p:nvPicPr>
        <p:blipFill>
          <a:blip r:embed="rId5"/>
          <a:stretch>
            <a:fillRect/>
          </a:stretch>
        </p:blipFill>
        <p:spPr>
          <a:xfrm>
            <a:off x="7381511" y="2258297"/>
            <a:ext cx="4294551" cy="4599703"/>
          </a:xfrm>
          <a:prstGeom prst="rect">
            <a:avLst/>
          </a:prstGeom>
        </p:spPr>
      </p:pic>
    </p:spTree>
    <p:extLst>
      <p:ext uri="{BB962C8B-B14F-4D97-AF65-F5344CB8AC3E}">
        <p14:creationId xmlns:p14="http://schemas.microsoft.com/office/powerpoint/2010/main" val="273365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EE5FB-1868-3538-5644-F429AE9B2228}"/>
              </a:ext>
            </a:extLst>
          </p:cNvPr>
          <p:cNvSpPr>
            <a:spLocks noGrp="1"/>
          </p:cNvSpPr>
          <p:nvPr>
            <p:ph type="title"/>
          </p:nvPr>
        </p:nvSpPr>
        <p:spPr/>
        <p:txBody>
          <a:bodyPr/>
          <a:lstStyle/>
          <a:p>
            <a:r>
              <a:rPr lang="en-US"/>
              <a:t>Generative Adversarial Networks</a:t>
            </a:r>
            <a:br>
              <a:rPr lang="en-US"/>
            </a:br>
            <a:r>
              <a:rPr lang="en-US"/>
              <a:t>(GANs)</a:t>
            </a:r>
          </a:p>
        </p:txBody>
      </p:sp>
      <p:sp>
        <p:nvSpPr>
          <p:cNvPr id="3" name="Slide Number Placeholder 2">
            <a:extLst>
              <a:ext uri="{FF2B5EF4-FFF2-40B4-BE49-F238E27FC236}">
                <a16:creationId xmlns:a16="http://schemas.microsoft.com/office/drawing/2014/main" id="{3AB57F3F-6012-A9D2-7390-D13FAF7DF3ED}"/>
              </a:ext>
            </a:extLst>
          </p:cNvPr>
          <p:cNvSpPr>
            <a:spLocks noGrp="1"/>
          </p:cNvSpPr>
          <p:nvPr>
            <p:ph type="sldNum" sz="quarter" idx="25"/>
          </p:nvPr>
        </p:nvSpPr>
        <p:spPr/>
        <p:txBody>
          <a:bodyPr/>
          <a:lstStyle/>
          <a:p>
            <a:fld id="{8B70248A-FD0F-534C-919E-E8EB9B0FC062}" type="slidenum">
              <a:rPr lang="en-BE" smtClean="0"/>
              <a:pPr/>
              <a:t>58</a:t>
            </a:fld>
            <a:endParaRPr lang="en-BE"/>
          </a:p>
        </p:txBody>
      </p:sp>
      <p:sp>
        <p:nvSpPr>
          <p:cNvPr id="4" name="Text Placeholder 3">
            <a:extLst>
              <a:ext uri="{FF2B5EF4-FFF2-40B4-BE49-F238E27FC236}">
                <a16:creationId xmlns:a16="http://schemas.microsoft.com/office/drawing/2014/main" id="{3544A9A2-EAC7-8466-81D8-2ABD894EBB0A}"/>
              </a:ext>
            </a:extLst>
          </p:cNvPr>
          <p:cNvSpPr>
            <a:spLocks noGrp="1"/>
          </p:cNvSpPr>
          <p:nvPr>
            <p:ph type="body" sz="quarter" idx="31"/>
          </p:nvPr>
        </p:nvSpPr>
        <p:spPr/>
        <p:txBody>
          <a:bodyPr/>
          <a:lstStyle/>
          <a:p>
            <a:endParaRPr lang="en-US"/>
          </a:p>
        </p:txBody>
      </p:sp>
      <p:pic>
        <p:nvPicPr>
          <p:cNvPr id="5" name="Picture 2" descr="Generative Adversarial Networks (GANs): A Complete Guide">
            <a:extLst>
              <a:ext uri="{FF2B5EF4-FFF2-40B4-BE49-F238E27FC236}">
                <a16:creationId xmlns:a16="http://schemas.microsoft.com/office/drawing/2014/main" id="{723FD082-5062-C051-21E6-B5D633138A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72564"/>
            <a:ext cx="12192000" cy="4529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9610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49C5-F0BF-BDC5-6A87-1887D8B55213}"/>
              </a:ext>
            </a:extLst>
          </p:cNvPr>
          <p:cNvSpPr>
            <a:spLocks noGrp="1"/>
          </p:cNvSpPr>
          <p:nvPr>
            <p:ph type="title"/>
          </p:nvPr>
        </p:nvSpPr>
        <p:spPr/>
        <p:txBody>
          <a:bodyPr/>
          <a:lstStyle/>
          <a:p>
            <a:r>
              <a:rPr lang="en-US"/>
              <a:t>GANs: Why Discriminator Network?</a:t>
            </a:r>
            <a:br>
              <a:rPr lang="en-US"/>
            </a:br>
            <a:r>
              <a:rPr lang="en-US" sz="3600" i="1"/>
              <a:t>‘Conceptual Loss vs MSE Loss’</a:t>
            </a:r>
            <a:endParaRPr lang="en-US" i="1"/>
          </a:p>
        </p:txBody>
      </p:sp>
      <p:sp>
        <p:nvSpPr>
          <p:cNvPr id="3" name="Slide Number Placeholder 2">
            <a:extLst>
              <a:ext uri="{FF2B5EF4-FFF2-40B4-BE49-F238E27FC236}">
                <a16:creationId xmlns:a16="http://schemas.microsoft.com/office/drawing/2014/main" id="{42901925-CA45-F61E-B1A0-A99DE89784BE}"/>
              </a:ext>
            </a:extLst>
          </p:cNvPr>
          <p:cNvSpPr>
            <a:spLocks noGrp="1"/>
          </p:cNvSpPr>
          <p:nvPr>
            <p:ph type="sldNum" sz="quarter" idx="25"/>
          </p:nvPr>
        </p:nvSpPr>
        <p:spPr/>
        <p:txBody>
          <a:bodyPr/>
          <a:lstStyle/>
          <a:p>
            <a:fld id="{8B70248A-FD0F-534C-919E-E8EB9B0FC062}" type="slidenum">
              <a:rPr lang="en-BE" smtClean="0"/>
              <a:pPr/>
              <a:t>59</a:t>
            </a:fld>
            <a:endParaRPr lang="en-BE"/>
          </a:p>
        </p:txBody>
      </p:sp>
      <p:sp>
        <p:nvSpPr>
          <p:cNvPr id="4" name="Text Placeholder 3">
            <a:extLst>
              <a:ext uri="{FF2B5EF4-FFF2-40B4-BE49-F238E27FC236}">
                <a16:creationId xmlns:a16="http://schemas.microsoft.com/office/drawing/2014/main" id="{D049F743-8DA4-4D6D-0E64-A1595B2569BA}"/>
              </a:ext>
            </a:extLst>
          </p:cNvPr>
          <p:cNvSpPr>
            <a:spLocks noGrp="1"/>
          </p:cNvSpPr>
          <p:nvPr>
            <p:ph type="body" sz="quarter" idx="31"/>
          </p:nvPr>
        </p:nvSpPr>
        <p:spPr/>
        <p:txBody>
          <a:bodyPr/>
          <a:lstStyle/>
          <a:p>
            <a:endParaRPr lang="en-US"/>
          </a:p>
        </p:txBody>
      </p:sp>
      <p:pic>
        <p:nvPicPr>
          <p:cNvPr id="5" name="Afbeelding 3">
            <a:extLst>
              <a:ext uri="{FF2B5EF4-FFF2-40B4-BE49-F238E27FC236}">
                <a16:creationId xmlns:a16="http://schemas.microsoft.com/office/drawing/2014/main" id="{BD7C8461-8160-A743-6491-8B8070F77D05}"/>
              </a:ext>
            </a:extLst>
          </p:cNvPr>
          <p:cNvPicPr>
            <a:picLocks noChangeAspect="1"/>
          </p:cNvPicPr>
          <p:nvPr/>
        </p:nvPicPr>
        <p:blipFill rotWithShape="1">
          <a:blip r:embed="rId2"/>
          <a:srcRect l="6876" t="14584" r="9882" b="23542"/>
          <a:stretch/>
        </p:blipFill>
        <p:spPr>
          <a:xfrm>
            <a:off x="2530" y="1683883"/>
            <a:ext cx="7046856" cy="2946345"/>
          </a:xfrm>
          <a:prstGeom prst="rect">
            <a:avLst/>
          </a:prstGeom>
        </p:spPr>
      </p:pic>
      <p:pic>
        <p:nvPicPr>
          <p:cNvPr id="6" name="Picture 2">
            <a:extLst>
              <a:ext uri="{FF2B5EF4-FFF2-40B4-BE49-F238E27FC236}">
                <a16:creationId xmlns:a16="http://schemas.microsoft.com/office/drawing/2014/main" id="{A6055D65-FBCF-D8C6-AF03-7A7FBB373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2158" y="3146026"/>
            <a:ext cx="4343105" cy="34355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0C9E025-5751-8042-AE42-54B1FE7C364C}"/>
              </a:ext>
            </a:extLst>
          </p:cNvPr>
          <p:cNvSpPr txBox="1"/>
          <p:nvPr/>
        </p:nvSpPr>
        <p:spPr>
          <a:xfrm>
            <a:off x="4940955" y="5119359"/>
            <a:ext cx="3390572" cy="646331"/>
          </a:xfrm>
          <a:prstGeom prst="rect">
            <a:avLst/>
          </a:prstGeom>
          <a:noFill/>
        </p:spPr>
        <p:txBody>
          <a:bodyPr wrap="square" rtlCol="0">
            <a:spAutoFit/>
          </a:bodyPr>
          <a:lstStyle/>
          <a:p>
            <a:r>
              <a:rPr lang="nl-BE" dirty="0"/>
              <a:t>Same MSE </a:t>
            </a:r>
            <a:r>
              <a:rPr lang="nl-BE" dirty="0" err="1"/>
              <a:t>loss</a:t>
            </a:r>
            <a:r>
              <a:rPr lang="nl-BE" dirty="0"/>
              <a:t>, different </a:t>
            </a:r>
            <a:r>
              <a:rPr lang="nl-BE" dirty="0" err="1"/>
              <a:t>perceptual</a:t>
            </a:r>
            <a:r>
              <a:rPr lang="nl-BE" dirty="0"/>
              <a:t> </a:t>
            </a:r>
            <a:r>
              <a:rPr lang="nl-BE"/>
              <a:t>‘quality’:</a:t>
            </a:r>
            <a:endParaRPr lang="en-US" dirty="0"/>
          </a:p>
        </p:txBody>
      </p:sp>
      <p:pic>
        <p:nvPicPr>
          <p:cNvPr id="8" name="Picture 2" descr="Machine learning: an introduction to mean squared error and regression lines">
            <a:extLst>
              <a:ext uri="{FF2B5EF4-FFF2-40B4-BE49-F238E27FC236}">
                <a16:creationId xmlns:a16="http://schemas.microsoft.com/office/drawing/2014/main" id="{ABED5550-1A8C-A98B-0856-F2228A3F08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7372" y="2004766"/>
            <a:ext cx="2932675" cy="809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7559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E737-B35C-C525-3206-CDD53BA72FE2}"/>
              </a:ext>
            </a:extLst>
          </p:cNvPr>
          <p:cNvSpPr>
            <a:spLocks noGrp="1"/>
          </p:cNvSpPr>
          <p:nvPr>
            <p:ph type="title"/>
          </p:nvPr>
        </p:nvSpPr>
        <p:spPr/>
        <p:txBody>
          <a:bodyPr/>
          <a:lstStyle/>
          <a:p>
            <a:r>
              <a:rPr lang="en-US" dirty="0"/>
              <a:t>Surveillance capitalism</a:t>
            </a:r>
          </a:p>
        </p:txBody>
      </p:sp>
      <p:sp>
        <p:nvSpPr>
          <p:cNvPr id="3" name="Slide Number Placeholder 2">
            <a:extLst>
              <a:ext uri="{FF2B5EF4-FFF2-40B4-BE49-F238E27FC236}">
                <a16:creationId xmlns:a16="http://schemas.microsoft.com/office/drawing/2014/main" id="{D0CEE607-917F-98BA-8BB7-6792DB95D8C2}"/>
              </a:ext>
            </a:extLst>
          </p:cNvPr>
          <p:cNvSpPr>
            <a:spLocks noGrp="1"/>
          </p:cNvSpPr>
          <p:nvPr>
            <p:ph type="sldNum" sz="quarter" idx="25"/>
          </p:nvPr>
        </p:nvSpPr>
        <p:spPr/>
        <p:txBody>
          <a:bodyPr/>
          <a:lstStyle/>
          <a:p>
            <a:fld id="{8B70248A-FD0F-534C-919E-E8EB9B0FC062}" type="slidenum">
              <a:rPr lang="en-BE" smtClean="0"/>
              <a:pPr/>
              <a:t>60</a:t>
            </a:fld>
            <a:endParaRPr lang="en-BE"/>
          </a:p>
        </p:txBody>
      </p:sp>
      <p:sp>
        <p:nvSpPr>
          <p:cNvPr id="4" name="Text Placeholder 3">
            <a:extLst>
              <a:ext uri="{FF2B5EF4-FFF2-40B4-BE49-F238E27FC236}">
                <a16:creationId xmlns:a16="http://schemas.microsoft.com/office/drawing/2014/main" id="{721A0FEA-6334-E716-D043-C38C8A5A3E2C}"/>
              </a:ext>
            </a:extLst>
          </p:cNvPr>
          <p:cNvSpPr>
            <a:spLocks noGrp="1"/>
          </p:cNvSpPr>
          <p:nvPr>
            <p:ph type="body" sz="quarter" idx="31"/>
          </p:nvPr>
        </p:nvSpPr>
        <p:spPr/>
        <p:txBody>
          <a:bodyPr/>
          <a:lstStyle/>
          <a:p>
            <a:endParaRPr lang="en-US"/>
          </a:p>
        </p:txBody>
      </p:sp>
      <p:pic>
        <p:nvPicPr>
          <p:cNvPr id="1026" name="Picture 2">
            <a:extLst>
              <a:ext uri="{FF2B5EF4-FFF2-40B4-BE49-F238E27FC236}">
                <a16:creationId xmlns:a16="http://schemas.microsoft.com/office/drawing/2014/main" id="{484BAFC3-0261-75BB-9FDD-B4C62DD31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6051" y="5037132"/>
            <a:ext cx="2619375" cy="1752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822ED29-527C-B98E-2E36-61EB21568D22}"/>
              </a:ext>
            </a:extLst>
          </p:cNvPr>
          <p:cNvPicPr>
            <a:picLocks noChangeAspect="1"/>
          </p:cNvPicPr>
          <p:nvPr/>
        </p:nvPicPr>
        <p:blipFill>
          <a:blip r:embed="rId4"/>
          <a:stretch>
            <a:fillRect/>
          </a:stretch>
        </p:blipFill>
        <p:spPr>
          <a:xfrm>
            <a:off x="0" y="1360176"/>
            <a:ext cx="9486051" cy="4376597"/>
          </a:xfrm>
          <a:prstGeom prst="rect">
            <a:avLst/>
          </a:prstGeom>
        </p:spPr>
      </p:pic>
      <p:pic>
        <p:nvPicPr>
          <p:cNvPr id="1028" name="Picture 4" descr="Big media sales opportunity: Take Big Data to Main Street | MediaReset">
            <a:extLst>
              <a:ext uri="{FF2B5EF4-FFF2-40B4-BE49-F238E27FC236}">
                <a16:creationId xmlns:a16="http://schemas.microsoft.com/office/drawing/2014/main" id="{AAA1634A-49A2-63DD-20C7-15DAD3EF7D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86051" y="2322192"/>
            <a:ext cx="2705949" cy="236633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EC32538-C5DE-4699-550E-134F8C9C3D2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792" t="28996" r="56937" b="25349"/>
          <a:stretch/>
        </p:blipFill>
        <p:spPr bwMode="auto">
          <a:xfrm>
            <a:off x="10949940" y="112326"/>
            <a:ext cx="114300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588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A7D9-EC1B-4D03-0182-F85F533C65C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252B32A-808A-9A76-44A6-5E1A9C138489}"/>
              </a:ext>
            </a:extLst>
          </p:cNvPr>
          <p:cNvSpPr>
            <a:spLocks noGrp="1"/>
          </p:cNvSpPr>
          <p:nvPr>
            <p:ph type="sldNum" sz="quarter" idx="25"/>
          </p:nvPr>
        </p:nvSpPr>
        <p:spPr/>
        <p:txBody>
          <a:bodyPr/>
          <a:lstStyle/>
          <a:p>
            <a:fld id="{8B70248A-FD0F-534C-919E-E8EB9B0FC062}" type="slidenum">
              <a:rPr lang="en-BE" smtClean="0"/>
              <a:pPr/>
              <a:t>61</a:t>
            </a:fld>
            <a:endParaRPr lang="en-BE"/>
          </a:p>
        </p:txBody>
      </p:sp>
      <p:sp>
        <p:nvSpPr>
          <p:cNvPr id="4" name="Text Placeholder 3">
            <a:extLst>
              <a:ext uri="{FF2B5EF4-FFF2-40B4-BE49-F238E27FC236}">
                <a16:creationId xmlns:a16="http://schemas.microsoft.com/office/drawing/2014/main" id="{2958C8C4-5B64-E84D-8082-3359A473D2D4}"/>
              </a:ext>
            </a:extLst>
          </p:cNvPr>
          <p:cNvSpPr>
            <a:spLocks noGrp="1"/>
          </p:cNvSpPr>
          <p:nvPr>
            <p:ph type="body" sz="quarter" idx="31"/>
          </p:nvPr>
        </p:nvSpPr>
        <p:spPr/>
        <p:txBody>
          <a:bodyPr/>
          <a:lstStyle/>
          <a:p>
            <a:endParaRPr lang="en-US"/>
          </a:p>
        </p:txBody>
      </p:sp>
      <p:pic>
        <p:nvPicPr>
          <p:cNvPr id="2052" name="Picture 4">
            <a:extLst>
              <a:ext uri="{FF2B5EF4-FFF2-40B4-BE49-F238E27FC236}">
                <a16:creationId xmlns:a16="http://schemas.microsoft.com/office/drawing/2014/main" id="{0814B40D-F2D5-6869-BE65-3A5F14FD6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864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2DA8546-CFD6-8AD3-53DD-791D87B52766}"/>
              </a:ext>
            </a:extLst>
          </p:cNvPr>
          <p:cNvPicPr>
            <a:picLocks noChangeAspect="1"/>
          </p:cNvPicPr>
          <p:nvPr/>
        </p:nvPicPr>
        <p:blipFill>
          <a:blip r:embed="rId4"/>
          <a:stretch>
            <a:fillRect/>
          </a:stretch>
        </p:blipFill>
        <p:spPr>
          <a:xfrm>
            <a:off x="6513149" y="0"/>
            <a:ext cx="4676316" cy="2429255"/>
          </a:xfrm>
          <a:prstGeom prst="rect">
            <a:avLst/>
          </a:prstGeom>
        </p:spPr>
      </p:pic>
      <p:pic>
        <p:nvPicPr>
          <p:cNvPr id="6" name="Picture 5">
            <a:extLst>
              <a:ext uri="{FF2B5EF4-FFF2-40B4-BE49-F238E27FC236}">
                <a16:creationId xmlns:a16="http://schemas.microsoft.com/office/drawing/2014/main" id="{14D3A21C-8699-2649-C92E-F3DF7ECE2661}"/>
              </a:ext>
            </a:extLst>
          </p:cNvPr>
          <p:cNvPicPr>
            <a:picLocks noChangeAspect="1"/>
          </p:cNvPicPr>
          <p:nvPr/>
        </p:nvPicPr>
        <p:blipFill>
          <a:blip r:embed="rId5"/>
          <a:stretch>
            <a:fillRect/>
          </a:stretch>
        </p:blipFill>
        <p:spPr>
          <a:xfrm>
            <a:off x="5813577" y="3049206"/>
            <a:ext cx="5960590" cy="3870513"/>
          </a:xfrm>
          <a:prstGeom prst="rect">
            <a:avLst/>
          </a:prstGeom>
        </p:spPr>
      </p:pic>
      <p:sp>
        <p:nvSpPr>
          <p:cNvPr id="5" name="Title 1">
            <a:extLst>
              <a:ext uri="{FF2B5EF4-FFF2-40B4-BE49-F238E27FC236}">
                <a16:creationId xmlns:a16="http://schemas.microsoft.com/office/drawing/2014/main" id="{9BA92096-7AEC-47CA-E9A0-4519C25DC7B2}"/>
              </a:ext>
            </a:extLst>
          </p:cNvPr>
          <p:cNvSpPr txBox="1">
            <a:spLocks/>
          </p:cNvSpPr>
          <p:nvPr/>
        </p:nvSpPr>
        <p:spPr>
          <a:xfrm>
            <a:off x="6084962" y="2181225"/>
            <a:ext cx="6162121" cy="1116012"/>
          </a:xfrm>
          <a:prstGeom prst="rect">
            <a:avLst/>
          </a:prstGeom>
        </p:spPr>
        <p:txBody>
          <a:bodyPr vert="horz" lIns="90000" tIns="45720" rIns="90000" bIns="45720" rtlCol="0" anchor="ctr">
            <a:noAutofit/>
          </a:bodyPr>
          <a:lstStyle>
            <a:lvl1pPr algn="l" defTabSz="914400" rtl="0" eaLnBrk="1" latinLnBrk="0" hangingPunct="1">
              <a:lnSpc>
                <a:spcPct val="85000"/>
              </a:lnSpc>
              <a:spcBef>
                <a:spcPct val="0"/>
              </a:spcBef>
              <a:buNone/>
              <a:defRPr sz="4400" b="1" i="0" kern="1200">
                <a:solidFill>
                  <a:schemeClr val="bg2"/>
                </a:solidFill>
                <a:latin typeface="Century Gothic" panose="020B0502020202020204" pitchFamily="34" charset="0"/>
                <a:ea typeface="+mj-ea"/>
                <a:cs typeface="+mj-cs"/>
              </a:defRPr>
            </a:lvl1pPr>
          </a:lstStyle>
          <a:p>
            <a:r>
              <a:rPr lang="en-US"/>
              <a:t>Who sells what data?</a:t>
            </a:r>
            <a:endParaRPr lang="en-US" dirty="0"/>
          </a:p>
        </p:txBody>
      </p:sp>
      <p:pic>
        <p:nvPicPr>
          <p:cNvPr id="7" name="Picture 2">
            <a:extLst>
              <a:ext uri="{FF2B5EF4-FFF2-40B4-BE49-F238E27FC236}">
                <a16:creationId xmlns:a16="http://schemas.microsoft.com/office/drawing/2014/main" id="{73E02B22-B22C-7D32-948E-1A68699D301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9792" t="28996" r="56937" b="25349"/>
          <a:stretch/>
        </p:blipFill>
        <p:spPr bwMode="auto">
          <a:xfrm>
            <a:off x="10949940" y="112326"/>
            <a:ext cx="114300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287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62</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499491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5238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4BEAB-CF82-CEAD-95D4-756CE8AEC44F}"/>
              </a:ext>
            </a:extLst>
          </p:cNvPr>
          <p:cNvSpPr>
            <a:spLocks noGrp="1"/>
          </p:cNvSpPr>
          <p:nvPr>
            <p:ph type="title"/>
          </p:nvPr>
        </p:nvSpPr>
        <p:spPr>
          <a:xfrm>
            <a:off x="515937" y="95653"/>
            <a:ext cx="11160125" cy="1116012"/>
          </a:xfrm>
        </p:spPr>
        <p:txBody>
          <a:bodyPr/>
          <a:lstStyle/>
          <a:p>
            <a:r>
              <a:rPr lang="en-US"/>
              <a:t>Explanainable AI (XAI)</a:t>
            </a:r>
          </a:p>
        </p:txBody>
      </p:sp>
      <p:sp>
        <p:nvSpPr>
          <p:cNvPr id="3" name="Slide Number Placeholder 2">
            <a:extLst>
              <a:ext uri="{FF2B5EF4-FFF2-40B4-BE49-F238E27FC236}">
                <a16:creationId xmlns:a16="http://schemas.microsoft.com/office/drawing/2014/main" id="{101D9610-F892-688C-CC05-595E91CC9193}"/>
              </a:ext>
            </a:extLst>
          </p:cNvPr>
          <p:cNvSpPr>
            <a:spLocks noGrp="1"/>
          </p:cNvSpPr>
          <p:nvPr>
            <p:ph type="sldNum" sz="quarter" idx="25"/>
          </p:nvPr>
        </p:nvSpPr>
        <p:spPr/>
        <p:txBody>
          <a:bodyPr/>
          <a:lstStyle/>
          <a:p>
            <a:fld id="{8B70248A-FD0F-534C-919E-E8EB9B0FC062}" type="slidenum">
              <a:rPr lang="en-BE" smtClean="0"/>
              <a:pPr/>
              <a:t>63</a:t>
            </a:fld>
            <a:endParaRPr lang="en-BE"/>
          </a:p>
        </p:txBody>
      </p:sp>
      <p:sp>
        <p:nvSpPr>
          <p:cNvPr id="4" name="Text Placeholder 3">
            <a:extLst>
              <a:ext uri="{FF2B5EF4-FFF2-40B4-BE49-F238E27FC236}">
                <a16:creationId xmlns:a16="http://schemas.microsoft.com/office/drawing/2014/main" id="{F7888601-A552-6D22-F902-0ABE64B8A9BB}"/>
              </a:ext>
            </a:extLst>
          </p:cNvPr>
          <p:cNvSpPr>
            <a:spLocks noGrp="1"/>
          </p:cNvSpPr>
          <p:nvPr>
            <p:ph type="body" sz="quarter" idx="31"/>
          </p:nvPr>
        </p:nvSpPr>
        <p:spPr/>
        <p:txBody>
          <a:bodyPr/>
          <a:lstStyle/>
          <a:p>
            <a:endParaRPr lang="en-US"/>
          </a:p>
        </p:txBody>
      </p:sp>
      <p:pic>
        <p:nvPicPr>
          <p:cNvPr id="6" name="Picture 4" descr="The balance: Accuracy vs. Interpretability | by Sharayu Rane | Towards Data  Science">
            <a:extLst>
              <a:ext uri="{FF2B5EF4-FFF2-40B4-BE49-F238E27FC236}">
                <a16:creationId xmlns:a16="http://schemas.microsoft.com/office/drawing/2014/main" id="{77FC576D-4E50-5932-2FF7-CDA705FD1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399" y="1254291"/>
            <a:ext cx="10641330" cy="553400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Bug Computer Says No Sticker by Devine KASK">
            <a:extLst>
              <a:ext uri="{FF2B5EF4-FFF2-40B4-BE49-F238E27FC236}">
                <a16:creationId xmlns:a16="http://schemas.microsoft.com/office/drawing/2014/main" id="{9856D675-D751-17D6-D031-370327F79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20" y="1085850"/>
            <a:ext cx="2008909" cy="16573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1E73ECCB-BA99-A417-9B60-9218B5CD90A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931" t="29891" r="43990" b="24609"/>
          <a:stretch/>
        </p:blipFill>
        <p:spPr bwMode="auto">
          <a:xfrm>
            <a:off x="11065397" y="69700"/>
            <a:ext cx="1126603" cy="2107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0651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3A1-8AFF-2412-14ED-2821A6F6A71C}"/>
              </a:ext>
            </a:extLst>
          </p:cNvPr>
          <p:cNvSpPr>
            <a:spLocks noGrp="1"/>
          </p:cNvSpPr>
          <p:nvPr>
            <p:ph type="title"/>
          </p:nvPr>
        </p:nvSpPr>
        <p:spPr/>
        <p:txBody>
          <a:bodyPr/>
          <a:lstStyle/>
          <a:p>
            <a:r>
              <a:rPr lang="en-US"/>
              <a:t>XAI – Computer Vision</a:t>
            </a:r>
            <a:br>
              <a:rPr lang="en-US"/>
            </a:br>
            <a:r>
              <a:rPr lang="en-US"/>
              <a:t>‘</a:t>
            </a:r>
            <a:r>
              <a:rPr lang="en-US" i="1"/>
              <a:t>Activation</a:t>
            </a:r>
            <a:r>
              <a:rPr lang="en-US"/>
              <a:t> (from CNN) Maps’</a:t>
            </a:r>
          </a:p>
        </p:txBody>
      </p:sp>
      <p:sp>
        <p:nvSpPr>
          <p:cNvPr id="3" name="Slide Number Placeholder 2">
            <a:extLst>
              <a:ext uri="{FF2B5EF4-FFF2-40B4-BE49-F238E27FC236}">
                <a16:creationId xmlns:a16="http://schemas.microsoft.com/office/drawing/2014/main" id="{26CBE5D0-2964-6188-831C-B5CA3B2ED361}"/>
              </a:ext>
            </a:extLst>
          </p:cNvPr>
          <p:cNvSpPr>
            <a:spLocks noGrp="1"/>
          </p:cNvSpPr>
          <p:nvPr>
            <p:ph type="sldNum" sz="quarter" idx="25"/>
          </p:nvPr>
        </p:nvSpPr>
        <p:spPr/>
        <p:txBody>
          <a:bodyPr/>
          <a:lstStyle/>
          <a:p>
            <a:fld id="{8B70248A-FD0F-534C-919E-E8EB9B0FC062}" type="slidenum">
              <a:rPr lang="en-BE" smtClean="0"/>
              <a:pPr/>
              <a:t>64</a:t>
            </a:fld>
            <a:endParaRPr lang="en-BE"/>
          </a:p>
        </p:txBody>
      </p:sp>
      <p:sp>
        <p:nvSpPr>
          <p:cNvPr id="4" name="Text Placeholder 3">
            <a:extLst>
              <a:ext uri="{FF2B5EF4-FFF2-40B4-BE49-F238E27FC236}">
                <a16:creationId xmlns:a16="http://schemas.microsoft.com/office/drawing/2014/main" id="{2C52EEB6-02E6-D469-3136-FEF5B80A0AFF}"/>
              </a:ext>
            </a:extLst>
          </p:cNvPr>
          <p:cNvSpPr>
            <a:spLocks noGrp="1"/>
          </p:cNvSpPr>
          <p:nvPr>
            <p:ph type="body" sz="quarter" idx="31"/>
          </p:nvPr>
        </p:nvSpPr>
        <p:spPr/>
        <p:txBody>
          <a:bodyPr/>
          <a:lstStyle/>
          <a:p>
            <a:endParaRPr lang="en-US"/>
          </a:p>
        </p:txBody>
      </p:sp>
      <p:pic>
        <p:nvPicPr>
          <p:cNvPr id="5" name="Picture 2" descr="More transparency through explainable AI (XAI). (A) Today's AI models... |  Download Scientific Diagram">
            <a:extLst>
              <a:ext uri="{FF2B5EF4-FFF2-40B4-BE49-F238E27FC236}">
                <a16:creationId xmlns:a16="http://schemas.microsoft.com/office/drawing/2014/main" id="{8F2831ED-3C35-20DD-D4A7-A9E29ADA4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801" y="1628775"/>
            <a:ext cx="10480395" cy="51168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CA456244-0A81-202A-8780-1813D6D585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931" t="29891" r="43990" b="24609"/>
          <a:stretch/>
        </p:blipFill>
        <p:spPr bwMode="auto">
          <a:xfrm>
            <a:off x="11065397" y="69700"/>
            <a:ext cx="1126603" cy="2107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3512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550D4-7D18-204B-19B4-169377610487}"/>
              </a:ext>
            </a:extLst>
          </p:cNvPr>
          <p:cNvSpPr>
            <a:spLocks noGrp="1"/>
          </p:cNvSpPr>
          <p:nvPr>
            <p:ph type="title"/>
          </p:nvPr>
        </p:nvSpPr>
        <p:spPr/>
        <p:txBody>
          <a:bodyPr/>
          <a:lstStyle/>
          <a:p>
            <a:r>
              <a:rPr lang="en-US"/>
              <a:t>XAI – Natural Language Processing</a:t>
            </a:r>
            <a:br>
              <a:rPr lang="en-US"/>
            </a:br>
            <a:r>
              <a:rPr lang="en-US"/>
              <a:t>‘</a:t>
            </a:r>
            <a:r>
              <a:rPr lang="en-US" i="1"/>
              <a:t>Attention (from Transformer)</a:t>
            </a:r>
            <a:r>
              <a:rPr lang="en-US"/>
              <a:t> Maps’</a:t>
            </a:r>
          </a:p>
        </p:txBody>
      </p:sp>
      <p:sp>
        <p:nvSpPr>
          <p:cNvPr id="3" name="Slide Number Placeholder 2">
            <a:extLst>
              <a:ext uri="{FF2B5EF4-FFF2-40B4-BE49-F238E27FC236}">
                <a16:creationId xmlns:a16="http://schemas.microsoft.com/office/drawing/2014/main" id="{B25CB903-88D7-FB09-FEC3-915E820DDBCC}"/>
              </a:ext>
            </a:extLst>
          </p:cNvPr>
          <p:cNvSpPr>
            <a:spLocks noGrp="1"/>
          </p:cNvSpPr>
          <p:nvPr>
            <p:ph type="sldNum" sz="quarter" idx="25"/>
          </p:nvPr>
        </p:nvSpPr>
        <p:spPr/>
        <p:txBody>
          <a:bodyPr/>
          <a:lstStyle/>
          <a:p>
            <a:fld id="{8B70248A-FD0F-534C-919E-E8EB9B0FC062}" type="slidenum">
              <a:rPr lang="en-BE" smtClean="0"/>
              <a:pPr/>
              <a:t>65</a:t>
            </a:fld>
            <a:endParaRPr lang="en-BE"/>
          </a:p>
        </p:txBody>
      </p:sp>
      <p:sp>
        <p:nvSpPr>
          <p:cNvPr id="4" name="Text Placeholder 3">
            <a:extLst>
              <a:ext uri="{FF2B5EF4-FFF2-40B4-BE49-F238E27FC236}">
                <a16:creationId xmlns:a16="http://schemas.microsoft.com/office/drawing/2014/main" id="{55D005A0-250F-E223-CA5C-4CBFF956AA6B}"/>
              </a:ext>
            </a:extLst>
          </p:cNvPr>
          <p:cNvSpPr>
            <a:spLocks noGrp="1"/>
          </p:cNvSpPr>
          <p:nvPr>
            <p:ph type="body" sz="quarter" idx="31"/>
          </p:nvPr>
        </p:nvSpPr>
        <p:spPr/>
        <p:txBody>
          <a:bodyPr/>
          <a:lstStyle/>
          <a:p>
            <a:endParaRPr lang="en-US"/>
          </a:p>
        </p:txBody>
      </p:sp>
      <p:pic>
        <p:nvPicPr>
          <p:cNvPr id="3074" name="Picture 2" descr="GitHub - jessevig/bertviz: BertViz: Visualize Attention in ...">
            <a:extLst>
              <a:ext uri="{FF2B5EF4-FFF2-40B4-BE49-F238E27FC236}">
                <a16:creationId xmlns:a16="http://schemas.microsoft.com/office/drawing/2014/main" id="{EEDEA248-648E-A9D7-29D1-E7448B6AF4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424" y="1725225"/>
            <a:ext cx="5391150" cy="47434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DDFE011-EDC8-BCCE-364D-A691D67613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931" t="29891" r="43990" b="24609"/>
          <a:stretch/>
        </p:blipFill>
        <p:spPr bwMode="auto">
          <a:xfrm>
            <a:off x="11065397" y="69700"/>
            <a:ext cx="1126603" cy="2107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785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66</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657225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50451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2B70-F72E-24C6-E94C-DFDEAE87A4CE}"/>
              </a:ext>
            </a:extLst>
          </p:cNvPr>
          <p:cNvSpPr>
            <a:spLocks noGrp="1"/>
          </p:cNvSpPr>
          <p:nvPr>
            <p:ph type="title"/>
          </p:nvPr>
        </p:nvSpPr>
        <p:spPr/>
        <p:txBody>
          <a:bodyPr/>
          <a:lstStyle/>
          <a:p>
            <a:r>
              <a:rPr lang="en-US"/>
              <a:t>Deep Learning = Data Driven</a:t>
            </a:r>
          </a:p>
        </p:txBody>
      </p:sp>
      <p:sp>
        <p:nvSpPr>
          <p:cNvPr id="3" name="Slide Number Placeholder 2">
            <a:extLst>
              <a:ext uri="{FF2B5EF4-FFF2-40B4-BE49-F238E27FC236}">
                <a16:creationId xmlns:a16="http://schemas.microsoft.com/office/drawing/2014/main" id="{EFE0CAC7-30B9-D2EE-890D-543D8C693B5E}"/>
              </a:ext>
            </a:extLst>
          </p:cNvPr>
          <p:cNvSpPr>
            <a:spLocks noGrp="1"/>
          </p:cNvSpPr>
          <p:nvPr>
            <p:ph type="sldNum" sz="quarter" idx="25"/>
          </p:nvPr>
        </p:nvSpPr>
        <p:spPr/>
        <p:txBody>
          <a:bodyPr/>
          <a:lstStyle/>
          <a:p>
            <a:fld id="{8B70248A-FD0F-534C-919E-E8EB9B0FC062}" type="slidenum">
              <a:rPr lang="en-BE" smtClean="0"/>
              <a:pPr/>
              <a:t>67</a:t>
            </a:fld>
            <a:endParaRPr lang="en-BE"/>
          </a:p>
        </p:txBody>
      </p:sp>
      <p:sp>
        <p:nvSpPr>
          <p:cNvPr id="4" name="Text Placeholder 3">
            <a:extLst>
              <a:ext uri="{FF2B5EF4-FFF2-40B4-BE49-F238E27FC236}">
                <a16:creationId xmlns:a16="http://schemas.microsoft.com/office/drawing/2014/main" id="{224C6709-7B25-01DF-4035-06C7650785BD}"/>
              </a:ext>
            </a:extLst>
          </p:cNvPr>
          <p:cNvSpPr>
            <a:spLocks noGrp="1"/>
          </p:cNvSpPr>
          <p:nvPr>
            <p:ph type="body" sz="quarter" idx="31"/>
          </p:nvPr>
        </p:nvSpPr>
        <p:spPr/>
        <p:txBody>
          <a:bodyPr/>
          <a:lstStyle/>
          <a:p>
            <a:endParaRPr lang="en-US"/>
          </a:p>
        </p:txBody>
      </p:sp>
      <p:pic>
        <p:nvPicPr>
          <p:cNvPr id="5" name="Picture 4" descr="Improve Sales Performance with Data-Driven Channel Management  Decision-Making | Vistex, Inc">
            <a:extLst>
              <a:ext uri="{FF2B5EF4-FFF2-40B4-BE49-F238E27FC236}">
                <a16:creationId xmlns:a16="http://schemas.microsoft.com/office/drawing/2014/main" id="{DB507EF5-7194-DC89-4B64-BC5D9AA24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4570" y="1315936"/>
            <a:ext cx="7122853" cy="26710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ata-Driven Marketing and Analytics Maturity. Which level are you on? - DASE">
            <a:extLst>
              <a:ext uri="{FF2B5EF4-FFF2-40B4-BE49-F238E27FC236}">
                <a16:creationId xmlns:a16="http://schemas.microsoft.com/office/drawing/2014/main" id="{467892FE-0F9A-B5F5-21D6-615328BC7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697" y="4439698"/>
            <a:ext cx="4006606" cy="26710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67B2D2B-EE4E-E233-BDAD-07F289AEEE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587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A9CBD-CE6C-134E-7F7D-27D685D792BB}"/>
              </a:ext>
            </a:extLst>
          </p:cNvPr>
          <p:cNvSpPr>
            <a:spLocks noGrp="1"/>
          </p:cNvSpPr>
          <p:nvPr>
            <p:ph type="title"/>
          </p:nvPr>
        </p:nvSpPr>
        <p:spPr/>
        <p:txBody>
          <a:bodyPr/>
          <a:lstStyle/>
          <a:p>
            <a:r>
              <a:rPr lang="en-US"/>
              <a:t>Bias </a:t>
            </a:r>
            <a:r>
              <a:rPr lang="en-US" sz="2000"/>
              <a:t>(in Dutch: vooroordeel, vooringenomenheid)</a:t>
            </a:r>
            <a:endParaRPr lang="en-US"/>
          </a:p>
        </p:txBody>
      </p:sp>
      <p:sp>
        <p:nvSpPr>
          <p:cNvPr id="3" name="Slide Number Placeholder 2">
            <a:extLst>
              <a:ext uri="{FF2B5EF4-FFF2-40B4-BE49-F238E27FC236}">
                <a16:creationId xmlns:a16="http://schemas.microsoft.com/office/drawing/2014/main" id="{6BAEEB80-FA55-7268-B6DE-039A3E0EBCF7}"/>
              </a:ext>
            </a:extLst>
          </p:cNvPr>
          <p:cNvSpPr>
            <a:spLocks noGrp="1"/>
          </p:cNvSpPr>
          <p:nvPr>
            <p:ph type="sldNum" sz="quarter" idx="25"/>
          </p:nvPr>
        </p:nvSpPr>
        <p:spPr/>
        <p:txBody>
          <a:bodyPr/>
          <a:lstStyle/>
          <a:p>
            <a:fld id="{8B70248A-FD0F-534C-919E-E8EB9B0FC062}" type="slidenum">
              <a:rPr lang="en-BE" smtClean="0"/>
              <a:pPr/>
              <a:t>68</a:t>
            </a:fld>
            <a:endParaRPr lang="en-BE"/>
          </a:p>
        </p:txBody>
      </p:sp>
      <p:sp>
        <p:nvSpPr>
          <p:cNvPr id="4" name="Text Placeholder 3">
            <a:extLst>
              <a:ext uri="{FF2B5EF4-FFF2-40B4-BE49-F238E27FC236}">
                <a16:creationId xmlns:a16="http://schemas.microsoft.com/office/drawing/2014/main" id="{6D6068C3-F182-7C29-C317-D231F0A6433F}"/>
              </a:ext>
            </a:extLst>
          </p:cNvPr>
          <p:cNvSpPr>
            <a:spLocks noGrp="1"/>
          </p:cNvSpPr>
          <p:nvPr>
            <p:ph type="body" sz="quarter" idx="31"/>
          </p:nvPr>
        </p:nvSpPr>
        <p:spPr/>
        <p:txBody>
          <a:bodyPr/>
          <a:lstStyle/>
          <a:p>
            <a:endParaRPr lang="en-US"/>
          </a:p>
        </p:txBody>
      </p:sp>
      <p:pic>
        <p:nvPicPr>
          <p:cNvPr id="5" name="Picture 2" descr="Mormon Women on Twitter: &quot;We often hear accusations that &quot;the media&quot; is  biased, but what is bias? And how are these biases formed? 1/2… &quot;">
            <a:extLst>
              <a:ext uri="{FF2B5EF4-FFF2-40B4-BE49-F238E27FC236}">
                <a16:creationId xmlns:a16="http://schemas.microsoft.com/office/drawing/2014/main" id="{5B2065C3-D185-CBE9-4980-E584924224F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4823" r="2293" b="4840"/>
          <a:stretch/>
        </p:blipFill>
        <p:spPr bwMode="auto">
          <a:xfrm>
            <a:off x="767408" y="1907654"/>
            <a:ext cx="5328592" cy="43813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ias and Inference – Functional Skills English">
            <a:extLst>
              <a:ext uri="{FF2B5EF4-FFF2-40B4-BE49-F238E27FC236}">
                <a16:creationId xmlns:a16="http://schemas.microsoft.com/office/drawing/2014/main" id="{19EB8BA3-5387-FD94-6E1E-BD6C925B4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1857" y="2004766"/>
            <a:ext cx="4625685" cy="41785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9864CE9-772E-D19E-4BFA-0C120EDC5C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2725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B302B-4531-05B5-D6F1-FFE385DFC598}"/>
              </a:ext>
            </a:extLst>
          </p:cNvPr>
          <p:cNvSpPr>
            <a:spLocks noGrp="1"/>
          </p:cNvSpPr>
          <p:nvPr>
            <p:ph type="title"/>
          </p:nvPr>
        </p:nvSpPr>
        <p:spPr/>
        <p:txBody>
          <a:bodyPr/>
          <a:lstStyle/>
          <a:p>
            <a:r>
              <a:rPr lang="en-US"/>
              <a:t>Balanced dataset to learn from?</a:t>
            </a:r>
          </a:p>
        </p:txBody>
      </p:sp>
      <p:sp>
        <p:nvSpPr>
          <p:cNvPr id="3" name="Slide Number Placeholder 2">
            <a:extLst>
              <a:ext uri="{FF2B5EF4-FFF2-40B4-BE49-F238E27FC236}">
                <a16:creationId xmlns:a16="http://schemas.microsoft.com/office/drawing/2014/main" id="{F3172ED2-D26F-1939-0774-B8985C5C1CB4}"/>
              </a:ext>
            </a:extLst>
          </p:cNvPr>
          <p:cNvSpPr>
            <a:spLocks noGrp="1"/>
          </p:cNvSpPr>
          <p:nvPr>
            <p:ph type="sldNum" sz="quarter" idx="25"/>
          </p:nvPr>
        </p:nvSpPr>
        <p:spPr/>
        <p:txBody>
          <a:bodyPr/>
          <a:lstStyle/>
          <a:p>
            <a:fld id="{8B70248A-FD0F-534C-919E-E8EB9B0FC062}" type="slidenum">
              <a:rPr lang="en-BE" smtClean="0"/>
              <a:pPr/>
              <a:t>69</a:t>
            </a:fld>
            <a:endParaRPr lang="en-BE"/>
          </a:p>
        </p:txBody>
      </p:sp>
      <p:sp>
        <p:nvSpPr>
          <p:cNvPr id="4" name="Text Placeholder 3">
            <a:extLst>
              <a:ext uri="{FF2B5EF4-FFF2-40B4-BE49-F238E27FC236}">
                <a16:creationId xmlns:a16="http://schemas.microsoft.com/office/drawing/2014/main" id="{D3BBA68A-891B-DA86-F4CC-A42AF9974057}"/>
              </a:ext>
            </a:extLst>
          </p:cNvPr>
          <p:cNvSpPr>
            <a:spLocks noGrp="1"/>
          </p:cNvSpPr>
          <p:nvPr>
            <p:ph type="body" sz="quarter" idx="31"/>
          </p:nvPr>
        </p:nvSpPr>
        <p:spPr/>
        <p:txBody>
          <a:bodyPr/>
          <a:lstStyle/>
          <a:p>
            <a:endParaRPr lang="en-US"/>
          </a:p>
        </p:txBody>
      </p:sp>
      <p:pic>
        <p:nvPicPr>
          <p:cNvPr id="5" name="Picture 2" descr="Unbalanced Datasets &amp; What To Do About Them | by German Lahera | Strands  Tech Corner | Medium">
            <a:extLst>
              <a:ext uri="{FF2B5EF4-FFF2-40B4-BE49-F238E27FC236}">
                <a16:creationId xmlns:a16="http://schemas.microsoft.com/office/drawing/2014/main" id="{30E1EB22-3DBD-8D79-E9B5-98C7E949F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50" y="1664804"/>
            <a:ext cx="6917786" cy="35283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aving an Imbalanced Dataset? Here Is How You Can Fix It. | by Will Badr |  Towards Data Science">
            <a:extLst>
              <a:ext uri="{FF2B5EF4-FFF2-40B4-BE49-F238E27FC236}">
                <a16:creationId xmlns:a16="http://schemas.microsoft.com/office/drawing/2014/main" id="{B7770366-A3E8-AA55-A6EF-76F86BEB86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528" y="5058345"/>
            <a:ext cx="5861472" cy="17996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6F267CE-926B-9AFB-0429-66BD6C7FA8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5287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7E52-DC5A-0E7C-3AFA-993C6239C418}"/>
              </a:ext>
            </a:extLst>
          </p:cNvPr>
          <p:cNvSpPr>
            <a:spLocks noGrp="1"/>
          </p:cNvSpPr>
          <p:nvPr>
            <p:ph type="title"/>
          </p:nvPr>
        </p:nvSpPr>
        <p:spPr/>
        <p:txBody>
          <a:bodyPr/>
          <a:lstStyle/>
          <a:p>
            <a:r>
              <a:rPr lang="en-US"/>
              <a:t>Gender Bias</a:t>
            </a:r>
          </a:p>
        </p:txBody>
      </p:sp>
      <p:sp>
        <p:nvSpPr>
          <p:cNvPr id="3" name="Slide Number Placeholder 2">
            <a:extLst>
              <a:ext uri="{FF2B5EF4-FFF2-40B4-BE49-F238E27FC236}">
                <a16:creationId xmlns:a16="http://schemas.microsoft.com/office/drawing/2014/main" id="{B8EA80E0-9E30-B169-CA89-D371E3CD8E4C}"/>
              </a:ext>
            </a:extLst>
          </p:cNvPr>
          <p:cNvSpPr>
            <a:spLocks noGrp="1"/>
          </p:cNvSpPr>
          <p:nvPr>
            <p:ph type="sldNum" sz="quarter" idx="25"/>
          </p:nvPr>
        </p:nvSpPr>
        <p:spPr/>
        <p:txBody>
          <a:bodyPr/>
          <a:lstStyle/>
          <a:p>
            <a:fld id="{8B70248A-FD0F-534C-919E-E8EB9B0FC062}" type="slidenum">
              <a:rPr lang="en-BE" smtClean="0"/>
              <a:pPr/>
              <a:t>70</a:t>
            </a:fld>
            <a:endParaRPr lang="en-BE"/>
          </a:p>
        </p:txBody>
      </p:sp>
      <p:sp>
        <p:nvSpPr>
          <p:cNvPr id="4" name="Text Placeholder 3">
            <a:extLst>
              <a:ext uri="{FF2B5EF4-FFF2-40B4-BE49-F238E27FC236}">
                <a16:creationId xmlns:a16="http://schemas.microsoft.com/office/drawing/2014/main" id="{B9A678B2-7B10-43C2-3529-DE75139A607D}"/>
              </a:ext>
            </a:extLst>
          </p:cNvPr>
          <p:cNvSpPr>
            <a:spLocks noGrp="1"/>
          </p:cNvSpPr>
          <p:nvPr>
            <p:ph type="body" sz="quarter" idx="31"/>
          </p:nvPr>
        </p:nvSpPr>
        <p:spPr/>
        <p:txBody>
          <a:bodyPr/>
          <a:lstStyle/>
          <a:p>
            <a:endParaRPr lang="en-US"/>
          </a:p>
        </p:txBody>
      </p:sp>
      <p:pic>
        <p:nvPicPr>
          <p:cNvPr id="5" name="Google Shape;394;p63">
            <a:extLst>
              <a:ext uri="{FF2B5EF4-FFF2-40B4-BE49-F238E27FC236}">
                <a16:creationId xmlns:a16="http://schemas.microsoft.com/office/drawing/2014/main" id="{B7C823D7-A3F0-A548-9B65-A4970FCDF225}"/>
              </a:ext>
            </a:extLst>
          </p:cNvPr>
          <p:cNvPicPr preferRelativeResize="0"/>
          <p:nvPr/>
        </p:nvPicPr>
        <p:blipFill>
          <a:blip r:embed="rId2">
            <a:alphaModFix/>
          </a:blip>
          <a:stretch>
            <a:fillRect/>
          </a:stretch>
        </p:blipFill>
        <p:spPr>
          <a:xfrm>
            <a:off x="982361" y="3266265"/>
            <a:ext cx="4609094" cy="2473583"/>
          </a:xfrm>
          <a:prstGeom prst="rect">
            <a:avLst/>
          </a:prstGeom>
          <a:noFill/>
          <a:ln>
            <a:noFill/>
          </a:ln>
        </p:spPr>
      </p:pic>
      <p:pic>
        <p:nvPicPr>
          <p:cNvPr id="6" name="Google Shape;386;p62">
            <a:extLst>
              <a:ext uri="{FF2B5EF4-FFF2-40B4-BE49-F238E27FC236}">
                <a16:creationId xmlns:a16="http://schemas.microsoft.com/office/drawing/2014/main" id="{8E2DA44D-72C4-E96C-F852-AA36A48B9DAB}"/>
              </a:ext>
            </a:extLst>
          </p:cNvPr>
          <p:cNvPicPr preferRelativeResize="0">
            <a:picLocks/>
          </p:cNvPicPr>
          <p:nvPr/>
        </p:nvPicPr>
        <p:blipFill>
          <a:blip r:embed="rId3">
            <a:alphaModFix/>
          </a:blip>
          <a:stretch>
            <a:fillRect/>
          </a:stretch>
        </p:blipFill>
        <p:spPr>
          <a:xfrm>
            <a:off x="6574063" y="2289287"/>
            <a:ext cx="5083469" cy="4427538"/>
          </a:xfrm>
          <a:prstGeom prst="rect">
            <a:avLst/>
          </a:prstGeom>
          <a:noFill/>
          <a:ln>
            <a:noFill/>
          </a:ln>
        </p:spPr>
      </p:pic>
      <p:pic>
        <p:nvPicPr>
          <p:cNvPr id="7" name="Picture 2">
            <a:extLst>
              <a:ext uri="{FF2B5EF4-FFF2-40B4-BE49-F238E27FC236}">
                <a16:creationId xmlns:a16="http://schemas.microsoft.com/office/drawing/2014/main" id="{4C7ABE67-7F2C-1FB2-DA49-EBC4ABAD56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1144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280E-0735-A71C-E4F1-F930C4B9DBB0}"/>
              </a:ext>
            </a:extLst>
          </p:cNvPr>
          <p:cNvSpPr>
            <a:spLocks noGrp="1"/>
          </p:cNvSpPr>
          <p:nvPr>
            <p:ph type="title"/>
          </p:nvPr>
        </p:nvSpPr>
        <p:spPr>
          <a:xfrm>
            <a:off x="515937" y="51029"/>
            <a:ext cx="11160125" cy="1116012"/>
          </a:xfrm>
        </p:spPr>
        <p:txBody>
          <a:bodyPr/>
          <a:lstStyle/>
          <a:p>
            <a:r>
              <a:rPr lang="en-US" dirty="0"/>
              <a:t>Racial &amp; Gender Bias</a:t>
            </a:r>
          </a:p>
        </p:txBody>
      </p:sp>
      <p:sp>
        <p:nvSpPr>
          <p:cNvPr id="3" name="Slide Number Placeholder 2">
            <a:extLst>
              <a:ext uri="{FF2B5EF4-FFF2-40B4-BE49-F238E27FC236}">
                <a16:creationId xmlns:a16="http://schemas.microsoft.com/office/drawing/2014/main" id="{C9F5ED4A-D773-1308-39A6-E8E56BAA0D01}"/>
              </a:ext>
            </a:extLst>
          </p:cNvPr>
          <p:cNvSpPr>
            <a:spLocks noGrp="1"/>
          </p:cNvSpPr>
          <p:nvPr>
            <p:ph type="sldNum" sz="quarter" idx="25"/>
          </p:nvPr>
        </p:nvSpPr>
        <p:spPr/>
        <p:txBody>
          <a:bodyPr/>
          <a:lstStyle/>
          <a:p>
            <a:fld id="{8B70248A-FD0F-534C-919E-E8EB9B0FC062}" type="slidenum">
              <a:rPr lang="en-BE" smtClean="0"/>
              <a:pPr/>
              <a:t>71</a:t>
            </a:fld>
            <a:endParaRPr lang="en-BE"/>
          </a:p>
        </p:txBody>
      </p:sp>
      <p:sp>
        <p:nvSpPr>
          <p:cNvPr id="4" name="Text Placeholder 3">
            <a:extLst>
              <a:ext uri="{FF2B5EF4-FFF2-40B4-BE49-F238E27FC236}">
                <a16:creationId xmlns:a16="http://schemas.microsoft.com/office/drawing/2014/main" id="{FAAF1FDC-B334-59F3-218F-20CED2B99279}"/>
              </a:ext>
            </a:extLst>
          </p:cNvPr>
          <p:cNvSpPr>
            <a:spLocks noGrp="1"/>
          </p:cNvSpPr>
          <p:nvPr>
            <p:ph type="body" sz="quarter" idx="31"/>
          </p:nvPr>
        </p:nvSpPr>
        <p:spPr/>
        <p:txBody>
          <a:bodyPr/>
          <a:lstStyle/>
          <a:p>
            <a:endParaRPr lang="en-US"/>
          </a:p>
        </p:txBody>
      </p:sp>
      <p:pic>
        <p:nvPicPr>
          <p:cNvPr id="5" name="Picture 2" descr="Is Artificial Intelligence Racist? | by Maurizio Santamicone | Medium">
            <a:extLst>
              <a:ext uri="{FF2B5EF4-FFF2-40B4-BE49-F238E27FC236}">
                <a16:creationId xmlns:a16="http://schemas.microsoft.com/office/drawing/2014/main" id="{7E966E14-5656-3EE9-D403-D8E964745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610" y="1068027"/>
            <a:ext cx="7269479" cy="61499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6B6BA61-8411-1144-E46A-B4F008AE4C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208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FB4B-D0B7-2471-BC29-4C976C3ED435}"/>
              </a:ext>
            </a:extLst>
          </p:cNvPr>
          <p:cNvSpPr>
            <a:spLocks noGrp="1"/>
          </p:cNvSpPr>
          <p:nvPr>
            <p:ph type="title"/>
          </p:nvPr>
        </p:nvSpPr>
        <p:spPr>
          <a:xfrm>
            <a:off x="515937" y="117130"/>
            <a:ext cx="11160125" cy="1116012"/>
          </a:xfrm>
        </p:spPr>
        <p:txBody>
          <a:bodyPr/>
          <a:lstStyle/>
          <a:p>
            <a:r>
              <a:rPr lang="en-US" dirty="0"/>
              <a:t>Racial Twitter Conversational Bot</a:t>
            </a:r>
          </a:p>
        </p:txBody>
      </p:sp>
      <p:sp>
        <p:nvSpPr>
          <p:cNvPr id="3" name="Slide Number Placeholder 2">
            <a:extLst>
              <a:ext uri="{FF2B5EF4-FFF2-40B4-BE49-F238E27FC236}">
                <a16:creationId xmlns:a16="http://schemas.microsoft.com/office/drawing/2014/main" id="{2C2AED33-D5F8-0596-9169-521D62CA56F7}"/>
              </a:ext>
            </a:extLst>
          </p:cNvPr>
          <p:cNvSpPr>
            <a:spLocks noGrp="1"/>
          </p:cNvSpPr>
          <p:nvPr>
            <p:ph type="sldNum" sz="quarter" idx="25"/>
          </p:nvPr>
        </p:nvSpPr>
        <p:spPr/>
        <p:txBody>
          <a:bodyPr/>
          <a:lstStyle/>
          <a:p>
            <a:fld id="{8B70248A-FD0F-534C-919E-E8EB9B0FC062}" type="slidenum">
              <a:rPr lang="en-BE" smtClean="0"/>
              <a:pPr/>
              <a:t>72</a:t>
            </a:fld>
            <a:endParaRPr lang="en-BE"/>
          </a:p>
        </p:txBody>
      </p:sp>
      <p:sp>
        <p:nvSpPr>
          <p:cNvPr id="4" name="Text Placeholder 3">
            <a:extLst>
              <a:ext uri="{FF2B5EF4-FFF2-40B4-BE49-F238E27FC236}">
                <a16:creationId xmlns:a16="http://schemas.microsoft.com/office/drawing/2014/main" id="{80E5F3E8-6827-542A-CB68-A6E8B80CD7D2}"/>
              </a:ext>
            </a:extLst>
          </p:cNvPr>
          <p:cNvSpPr>
            <a:spLocks noGrp="1"/>
          </p:cNvSpPr>
          <p:nvPr>
            <p:ph type="body" sz="quarter" idx="31"/>
          </p:nvPr>
        </p:nvSpPr>
        <p:spPr/>
        <p:txBody>
          <a:bodyPr/>
          <a:lstStyle/>
          <a:p>
            <a:endParaRPr lang="en-US"/>
          </a:p>
        </p:txBody>
      </p:sp>
      <p:pic>
        <p:nvPicPr>
          <p:cNvPr id="5" name="Picture 2" descr="Microsoft's disastrous Tay experiment shows the hidden dangers of AI —  Quartz">
            <a:extLst>
              <a:ext uri="{FF2B5EF4-FFF2-40B4-BE49-F238E27FC236}">
                <a16:creationId xmlns:a16="http://schemas.microsoft.com/office/drawing/2014/main" id="{024F60BB-FCD3-9BE3-6FE0-425B7E5CD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92" y="1215231"/>
            <a:ext cx="7871178" cy="44275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microsoft Tay AI twitterbot">
            <a:extLst>
              <a:ext uri="{FF2B5EF4-FFF2-40B4-BE49-F238E27FC236}">
                <a16:creationId xmlns:a16="http://schemas.microsoft.com/office/drawing/2014/main" id="{8CCA510A-695A-5F3F-E210-7D091E6216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462" y="4114800"/>
            <a:ext cx="5255394" cy="2743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1484AC7-7E7F-07F3-C4C7-411F21048A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6268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51DE-C329-FA0F-4060-E440AA8A69A4}"/>
              </a:ext>
            </a:extLst>
          </p:cNvPr>
          <p:cNvSpPr>
            <a:spLocks noGrp="1"/>
          </p:cNvSpPr>
          <p:nvPr>
            <p:ph type="title"/>
          </p:nvPr>
        </p:nvSpPr>
        <p:spPr/>
        <p:txBody>
          <a:bodyPr/>
          <a:lstStyle/>
          <a:p>
            <a:r>
              <a:rPr lang="en-US" dirty="0"/>
              <a:t>Fairness? Non-discrimination?</a:t>
            </a:r>
          </a:p>
        </p:txBody>
      </p:sp>
      <p:sp>
        <p:nvSpPr>
          <p:cNvPr id="3" name="Slide Number Placeholder 2">
            <a:extLst>
              <a:ext uri="{FF2B5EF4-FFF2-40B4-BE49-F238E27FC236}">
                <a16:creationId xmlns:a16="http://schemas.microsoft.com/office/drawing/2014/main" id="{97D1570B-2026-E700-7EE2-4C04C31ADE73}"/>
              </a:ext>
            </a:extLst>
          </p:cNvPr>
          <p:cNvSpPr>
            <a:spLocks noGrp="1"/>
          </p:cNvSpPr>
          <p:nvPr>
            <p:ph type="sldNum" sz="quarter" idx="25"/>
          </p:nvPr>
        </p:nvSpPr>
        <p:spPr/>
        <p:txBody>
          <a:bodyPr/>
          <a:lstStyle/>
          <a:p>
            <a:fld id="{8B70248A-FD0F-534C-919E-E8EB9B0FC062}" type="slidenum">
              <a:rPr lang="en-BE" smtClean="0"/>
              <a:pPr/>
              <a:t>73</a:t>
            </a:fld>
            <a:endParaRPr lang="en-BE"/>
          </a:p>
        </p:txBody>
      </p:sp>
      <p:sp>
        <p:nvSpPr>
          <p:cNvPr id="4" name="Text Placeholder 3">
            <a:extLst>
              <a:ext uri="{FF2B5EF4-FFF2-40B4-BE49-F238E27FC236}">
                <a16:creationId xmlns:a16="http://schemas.microsoft.com/office/drawing/2014/main" id="{5811E3D0-C14A-15E6-F26E-A7608F69B853}"/>
              </a:ext>
            </a:extLst>
          </p:cNvPr>
          <p:cNvSpPr>
            <a:spLocks noGrp="1"/>
          </p:cNvSpPr>
          <p:nvPr>
            <p:ph type="body" sz="quarter" idx="31"/>
          </p:nvPr>
        </p:nvSpPr>
        <p:spPr/>
        <p:txBody>
          <a:bodyPr/>
          <a:lstStyle/>
          <a:p>
            <a:endParaRPr lang="en-US"/>
          </a:p>
        </p:txBody>
      </p:sp>
      <p:pic>
        <p:nvPicPr>
          <p:cNvPr id="1026" name="Picture 2">
            <a:extLst>
              <a:ext uri="{FF2B5EF4-FFF2-40B4-BE49-F238E27FC236}">
                <a16:creationId xmlns:a16="http://schemas.microsoft.com/office/drawing/2014/main" id="{421A7F18-FAF0-ECD6-5CFC-2E9265647E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255" b="10766"/>
          <a:stretch>
            <a:fillRect/>
          </a:stretch>
        </p:blipFill>
        <p:spPr bwMode="auto">
          <a:xfrm>
            <a:off x="7810959" y="1204599"/>
            <a:ext cx="3021210" cy="55566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24C53A4-3135-8AE7-062F-7B74BA0C44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936" t="28750" r="31324" b="24363"/>
          <a:stretch/>
        </p:blipFill>
        <p:spPr bwMode="auto">
          <a:xfrm>
            <a:off x="11065397" y="0"/>
            <a:ext cx="1097281" cy="21717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Zeker vijf kandidaten toelatingsexamen geneeskunde stappen naar rechter:  “Telkens ik mijn mailbox open, komen er bij” | ChatGPT-fraude | hln.be">
            <a:extLst>
              <a:ext uri="{FF2B5EF4-FFF2-40B4-BE49-F238E27FC236}">
                <a16:creationId xmlns:a16="http://schemas.microsoft.com/office/drawing/2014/main" id="{0ADF71D4-0482-3C0F-DA74-69E2AA32E7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65" y="1935163"/>
            <a:ext cx="6610350"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460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74</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816102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58641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5AC69-751A-3EF6-2711-0E0153175EDB}"/>
              </a:ext>
            </a:extLst>
          </p:cNvPr>
          <p:cNvSpPr>
            <a:spLocks noGrp="1"/>
          </p:cNvSpPr>
          <p:nvPr>
            <p:ph type="title"/>
          </p:nvPr>
        </p:nvSpPr>
        <p:spPr/>
        <p:txBody>
          <a:bodyPr/>
          <a:lstStyle/>
          <a:p>
            <a:r>
              <a:rPr lang="en-US"/>
              <a:t>China: ‘Social Score’ (Skynet)?</a:t>
            </a:r>
          </a:p>
        </p:txBody>
      </p:sp>
      <p:sp>
        <p:nvSpPr>
          <p:cNvPr id="3" name="Slide Number Placeholder 2">
            <a:extLst>
              <a:ext uri="{FF2B5EF4-FFF2-40B4-BE49-F238E27FC236}">
                <a16:creationId xmlns:a16="http://schemas.microsoft.com/office/drawing/2014/main" id="{3E97F134-C998-9BD3-A3D7-59576AE08DE5}"/>
              </a:ext>
            </a:extLst>
          </p:cNvPr>
          <p:cNvSpPr>
            <a:spLocks noGrp="1"/>
          </p:cNvSpPr>
          <p:nvPr>
            <p:ph type="sldNum" sz="quarter" idx="25"/>
          </p:nvPr>
        </p:nvSpPr>
        <p:spPr/>
        <p:txBody>
          <a:bodyPr/>
          <a:lstStyle/>
          <a:p>
            <a:fld id="{8B70248A-FD0F-534C-919E-E8EB9B0FC062}" type="slidenum">
              <a:rPr lang="en-BE" smtClean="0"/>
              <a:pPr/>
              <a:t>75</a:t>
            </a:fld>
            <a:endParaRPr lang="en-BE"/>
          </a:p>
        </p:txBody>
      </p:sp>
      <p:sp>
        <p:nvSpPr>
          <p:cNvPr id="4" name="Text Placeholder 3">
            <a:extLst>
              <a:ext uri="{FF2B5EF4-FFF2-40B4-BE49-F238E27FC236}">
                <a16:creationId xmlns:a16="http://schemas.microsoft.com/office/drawing/2014/main" id="{1DFFAE7A-43EA-5AB0-FCD2-D8F194AC3CB6}"/>
              </a:ext>
            </a:extLst>
          </p:cNvPr>
          <p:cNvSpPr>
            <a:spLocks noGrp="1"/>
          </p:cNvSpPr>
          <p:nvPr>
            <p:ph type="body" sz="quarter" idx="31"/>
          </p:nvPr>
        </p:nvSpPr>
        <p:spPr/>
        <p:txBody>
          <a:bodyPr/>
          <a:lstStyle/>
          <a:p>
            <a:endParaRPr lang="en-US"/>
          </a:p>
        </p:txBody>
      </p:sp>
      <p:pic>
        <p:nvPicPr>
          <p:cNvPr id="6" name="Picture 2">
            <a:extLst>
              <a:ext uri="{FF2B5EF4-FFF2-40B4-BE49-F238E27FC236}">
                <a16:creationId xmlns:a16="http://schemas.microsoft.com/office/drawing/2014/main" id="{45D2320E-34FB-CA47-2131-7BBD17E04D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hinezii sunt supravegheaţi în timp real şi primesc premii sau pedepse, în  funcţie de comportament - Financial Intelligence">
            <a:extLst>
              <a:ext uri="{FF2B5EF4-FFF2-40B4-BE49-F238E27FC236}">
                <a16:creationId xmlns:a16="http://schemas.microsoft.com/office/drawing/2014/main" id="{8244B443-2842-555F-64E5-D844508DB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3505" y="1450800"/>
            <a:ext cx="7084987" cy="531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68457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479BD-7BF8-4F9D-2A3A-D382012691F8}"/>
              </a:ext>
            </a:extLst>
          </p:cNvPr>
          <p:cNvSpPr>
            <a:spLocks noGrp="1"/>
          </p:cNvSpPr>
          <p:nvPr>
            <p:ph type="title"/>
          </p:nvPr>
        </p:nvSpPr>
        <p:spPr/>
        <p:txBody>
          <a:bodyPr/>
          <a:lstStyle/>
          <a:p>
            <a:r>
              <a:rPr lang="en-US"/>
              <a:t>Filter Bubbles</a:t>
            </a:r>
            <a:br>
              <a:rPr lang="en-US"/>
            </a:br>
            <a:r>
              <a:rPr lang="en-US"/>
              <a:t>(Automatic Recommendations)</a:t>
            </a:r>
          </a:p>
        </p:txBody>
      </p:sp>
      <p:sp>
        <p:nvSpPr>
          <p:cNvPr id="3" name="Slide Number Placeholder 2">
            <a:extLst>
              <a:ext uri="{FF2B5EF4-FFF2-40B4-BE49-F238E27FC236}">
                <a16:creationId xmlns:a16="http://schemas.microsoft.com/office/drawing/2014/main" id="{851118B5-548D-3078-F98C-9491F3E0E80E}"/>
              </a:ext>
            </a:extLst>
          </p:cNvPr>
          <p:cNvSpPr>
            <a:spLocks noGrp="1"/>
          </p:cNvSpPr>
          <p:nvPr>
            <p:ph type="sldNum" sz="quarter" idx="25"/>
          </p:nvPr>
        </p:nvSpPr>
        <p:spPr/>
        <p:txBody>
          <a:bodyPr/>
          <a:lstStyle/>
          <a:p>
            <a:fld id="{8B70248A-FD0F-534C-919E-E8EB9B0FC062}" type="slidenum">
              <a:rPr lang="en-BE" smtClean="0"/>
              <a:pPr/>
              <a:t>76</a:t>
            </a:fld>
            <a:endParaRPr lang="en-BE"/>
          </a:p>
        </p:txBody>
      </p:sp>
      <p:sp>
        <p:nvSpPr>
          <p:cNvPr id="4" name="Text Placeholder 3">
            <a:extLst>
              <a:ext uri="{FF2B5EF4-FFF2-40B4-BE49-F238E27FC236}">
                <a16:creationId xmlns:a16="http://schemas.microsoft.com/office/drawing/2014/main" id="{BBD5F7B1-E46F-2E10-9DD2-79613F16652F}"/>
              </a:ext>
            </a:extLst>
          </p:cNvPr>
          <p:cNvSpPr>
            <a:spLocks noGrp="1"/>
          </p:cNvSpPr>
          <p:nvPr>
            <p:ph type="body" sz="quarter" idx="31"/>
          </p:nvPr>
        </p:nvSpPr>
        <p:spPr/>
        <p:txBody>
          <a:bodyPr/>
          <a:lstStyle/>
          <a:p>
            <a:endParaRPr lang="en-US"/>
          </a:p>
        </p:txBody>
      </p:sp>
      <p:pic>
        <p:nvPicPr>
          <p:cNvPr id="5" name="Online Media 5" title="Beware online &quot;filter bubbles&quot; | Eli Pariser">
            <a:hlinkClick r:id="" action="ppaction://media"/>
            <a:extLst>
              <a:ext uri="{FF2B5EF4-FFF2-40B4-BE49-F238E27FC236}">
                <a16:creationId xmlns:a16="http://schemas.microsoft.com/office/drawing/2014/main" id="{22DA5E19-E6A5-021E-E080-2753439AF4B1}"/>
              </a:ext>
            </a:extLst>
          </p:cNvPr>
          <p:cNvPicPr>
            <a:picLocks noRot="1" noChangeAspect="1"/>
          </p:cNvPicPr>
          <p:nvPr>
            <a:videoFile r:link="rId1"/>
          </p:nvPr>
        </p:nvPicPr>
        <p:blipFill>
          <a:blip r:embed="rId3"/>
          <a:stretch>
            <a:fillRect/>
          </a:stretch>
        </p:blipFill>
        <p:spPr>
          <a:xfrm>
            <a:off x="1415141" y="1495757"/>
            <a:ext cx="9361715" cy="5289673"/>
          </a:xfrm>
          <a:prstGeom prst="rect">
            <a:avLst/>
          </a:prstGeom>
        </p:spPr>
      </p:pic>
      <p:pic>
        <p:nvPicPr>
          <p:cNvPr id="6" name="Picture 2">
            <a:extLst>
              <a:ext uri="{FF2B5EF4-FFF2-40B4-BE49-F238E27FC236}">
                <a16:creationId xmlns:a16="http://schemas.microsoft.com/office/drawing/2014/main" id="{08A1659B-09C0-4AD1-09B8-719B926ED9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20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DAFD5-DBB7-8A32-034F-B8339E1FC7F4}"/>
              </a:ext>
            </a:extLst>
          </p:cNvPr>
          <p:cNvSpPr>
            <a:spLocks noGrp="1"/>
          </p:cNvSpPr>
          <p:nvPr>
            <p:ph type="title"/>
          </p:nvPr>
        </p:nvSpPr>
        <p:spPr/>
        <p:txBody>
          <a:bodyPr/>
          <a:lstStyle/>
          <a:p>
            <a:r>
              <a:rPr lang="en-US"/>
              <a:t>Green AI versus Red AI</a:t>
            </a:r>
            <a:br>
              <a:rPr lang="en-US"/>
            </a:br>
            <a:r>
              <a:rPr lang="en-US"/>
              <a:t>(Efficiency versus Accuracy)</a:t>
            </a:r>
          </a:p>
        </p:txBody>
      </p:sp>
      <p:sp>
        <p:nvSpPr>
          <p:cNvPr id="3" name="Slide Number Placeholder 2">
            <a:extLst>
              <a:ext uri="{FF2B5EF4-FFF2-40B4-BE49-F238E27FC236}">
                <a16:creationId xmlns:a16="http://schemas.microsoft.com/office/drawing/2014/main" id="{838FEADF-1392-07F1-4977-EB96F040EA91}"/>
              </a:ext>
            </a:extLst>
          </p:cNvPr>
          <p:cNvSpPr>
            <a:spLocks noGrp="1"/>
          </p:cNvSpPr>
          <p:nvPr>
            <p:ph type="sldNum" sz="quarter" idx="25"/>
          </p:nvPr>
        </p:nvSpPr>
        <p:spPr/>
        <p:txBody>
          <a:bodyPr/>
          <a:lstStyle/>
          <a:p>
            <a:fld id="{8B70248A-FD0F-534C-919E-E8EB9B0FC062}" type="slidenum">
              <a:rPr lang="en-BE" smtClean="0"/>
              <a:pPr/>
              <a:t>77</a:t>
            </a:fld>
            <a:endParaRPr lang="en-BE"/>
          </a:p>
        </p:txBody>
      </p:sp>
      <p:sp>
        <p:nvSpPr>
          <p:cNvPr id="4" name="Text Placeholder 3">
            <a:extLst>
              <a:ext uri="{FF2B5EF4-FFF2-40B4-BE49-F238E27FC236}">
                <a16:creationId xmlns:a16="http://schemas.microsoft.com/office/drawing/2014/main" id="{18F97714-0AAE-9D1F-6DA3-C72F25126773}"/>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4267D086-B74F-5E21-0181-166E95BEC5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ow can AI make supply chain more sustainable? - Supply Chain Academy">
            <a:extLst>
              <a:ext uri="{FF2B5EF4-FFF2-40B4-BE49-F238E27FC236}">
                <a16:creationId xmlns:a16="http://schemas.microsoft.com/office/drawing/2014/main" id="{25861E9E-F709-7220-D249-5ACAAE2B2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898086"/>
            <a:ext cx="5156790" cy="31375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AI and Efficiency">
            <a:extLst>
              <a:ext uri="{FF2B5EF4-FFF2-40B4-BE49-F238E27FC236}">
                <a16:creationId xmlns:a16="http://schemas.microsoft.com/office/drawing/2014/main" id="{305F2164-4DB4-33FB-3409-8CFD5DF630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9971" y="2150469"/>
            <a:ext cx="4552747" cy="23824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Green AI | December 2020 | Communications of the ACM">
            <a:extLst>
              <a:ext uri="{FF2B5EF4-FFF2-40B4-BE49-F238E27FC236}">
                <a16:creationId xmlns:a16="http://schemas.microsoft.com/office/drawing/2014/main" id="{BF4EA1D3-1D51-F20E-A2DF-3C9D7C4B82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9122" y="1613112"/>
            <a:ext cx="3291363" cy="238248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318098A-C554-FD3E-E0D8-F4F824AF52F9}"/>
              </a:ext>
            </a:extLst>
          </p:cNvPr>
          <p:cNvPicPr>
            <a:picLocks noChangeAspect="1"/>
          </p:cNvPicPr>
          <p:nvPr/>
        </p:nvPicPr>
        <p:blipFill>
          <a:blip r:embed="rId6"/>
          <a:stretch>
            <a:fillRect/>
          </a:stretch>
        </p:blipFill>
        <p:spPr>
          <a:xfrm>
            <a:off x="4465674" y="4408731"/>
            <a:ext cx="7737044" cy="2435963"/>
          </a:xfrm>
          <a:prstGeom prst="rect">
            <a:avLst/>
          </a:prstGeom>
        </p:spPr>
      </p:pic>
      <p:pic>
        <p:nvPicPr>
          <p:cNvPr id="10" name="Picture 9">
            <a:extLst>
              <a:ext uri="{FF2B5EF4-FFF2-40B4-BE49-F238E27FC236}">
                <a16:creationId xmlns:a16="http://schemas.microsoft.com/office/drawing/2014/main" id="{198EA58B-2841-703B-220A-604772AC95BA}"/>
              </a:ext>
            </a:extLst>
          </p:cNvPr>
          <p:cNvPicPr>
            <a:picLocks noChangeAspect="1"/>
          </p:cNvPicPr>
          <p:nvPr/>
        </p:nvPicPr>
        <p:blipFill>
          <a:blip r:embed="rId7"/>
          <a:stretch>
            <a:fillRect/>
          </a:stretch>
        </p:blipFill>
        <p:spPr>
          <a:xfrm>
            <a:off x="0" y="4909256"/>
            <a:ext cx="2966484" cy="1948743"/>
          </a:xfrm>
          <a:prstGeom prst="rect">
            <a:avLst/>
          </a:prstGeom>
        </p:spPr>
      </p:pic>
    </p:spTree>
    <p:extLst>
      <p:ext uri="{BB962C8B-B14F-4D97-AF65-F5344CB8AC3E}">
        <p14:creationId xmlns:p14="http://schemas.microsoft.com/office/powerpoint/2010/main" val="35572034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5F07-9F3B-1772-D910-FC7C50B8F820}"/>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2F282D41-D00A-E2E9-7C4F-D954CB865B16}"/>
              </a:ext>
            </a:extLst>
          </p:cNvPr>
          <p:cNvSpPr>
            <a:spLocks noGrp="1"/>
          </p:cNvSpPr>
          <p:nvPr>
            <p:ph type="sldNum" sz="quarter" idx="25"/>
          </p:nvPr>
        </p:nvSpPr>
        <p:spPr/>
        <p:txBody>
          <a:bodyPr/>
          <a:lstStyle/>
          <a:p>
            <a:fld id="{8B70248A-FD0F-534C-919E-E8EB9B0FC062}" type="slidenum">
              <a:rPr lang="en-BE" smtClean="0"/>
              <a:pPr/>
              <a:t>78</a:t>
            </a:fld>
            <a:endParaRPr lang="en-BE"/>
          </a:p>
        </p:txBody>
      </p:sp>
      <p:sp>
        <p:nvSpPr>
          <p:cNvPr id="4" name="Text Placeholder 3">
            <a:extLst>
              <a:ext uri="{FF2B5EF4-FFF2-40B4-BE49-F238E27FC236}">
                <a16:creationId xmlns:a16="http://schemas.microsoft.com/office/drawing/2014/main" id="{8C024984-A3C6-A02A-7AF7-9B353CFFA026}"/>
              </a:ext>
            </a:extLst>
          </p:cNvPr>
          <p:cNvSpPr>
            <a:spLocks noGrp="1"/>
          </p:cNvSpPr>
          <p:nvPr>
            <p:ph type="body" sz="quarter" idx="31"/>
          </p:nvPr>
        </p:nvSpPr>
        <p:spPr/>
        <p:txBody>
          <a:bodyPr/>
          <a:lstStyle/>
          <a:p>
            <a:endParaRPr lang="en-US"/>
          </a:p>
        </p:txBody>
      </p:sp>
      <p:pic>
        <p:nvPicPr>
          <p:cNvPr id="6" name="Picture 5">
            <a:extLst>
              <a:ext uri="{FF2B5EF4-FFF2-40B4-BE49-F238E27FC236}">
                <a16:creationId xmlns:a16="http://schemas.microsoft.com/office/drawing/2014/main" id="{1DE48CCD-31E4-7E9D-0609-0A48BB0605EC}"/>
              </a:ext>
            </a:extLst>
          </p:cNvPr>
          <p:cNvPicPr>
            <a:picLocks noChangeAspect="1"/>
          </p:cNvPicPr>
          <p:nvPr/>
        </p:nvPicPr>
        <p:blipFill>
          <a:blip r:embed="rId2"/>
          <a:stretch>
            <a:fillRect/>
          </a:stretch>
        </p:blipFill>
        <p:spPr>
          <a:xfrm>
            <a:off x="0" y="0"/>
            <a:ext cx="6827554" cy="6858000"/>
          </a:xfrm>
          <a:prstGeom prst="rect">
            <a:avLst/>
          </a:prstGeom>
        </p:spPr>
      </p:pic>
      <p:pic>
        <p:nvPicPr>
          <p:cNvPr id="8" name="Picture 7">
            <a:extLst>
              <a:ext uri="{FF2B5EF4-FFF2-40B4-BE49-F238E27FC236}">
                <a16:creationId xmlns:a16="http://schemas.microsoft.com/office/drawing/2014/main" id="{D860092F-145F-969A-CF23-C332E92D14E8}"/>
              </a:ext>
            </a:extLst>
          </p:cNvPr>
          <p:cNvPicPr>
            <a:picLocks noChangeAspect="1"/>
          </p:cNvPicPr>
          <p:nvPr/>
        </p:nvPicPr>
        <p:blipFill>
          <a:blip r:embed="rId3"/>
          <a:stretch>
            <a:fillRect/>
          </a:stretch>
        </p:blipFill>
        <p:spPr>
          <a:xfrm>
            <a:off x="7123992" y="420191"/>
            <a:ext cx="5068007" cy="6325483"/>
          </a:xfrm>
          <a:prstGeom prst="rect">
            <a:avLst/>
          </a:prstGeom>
        </p:spPr>
      </p:pic>
    </p:spTree>
    <p:extLst>
      <p:ext uri="{BB962C8B-B14F-4D97-AF65-F5344CB8AC3E}">
        <p14:creationId xmlns:p14="http://schemas.microsoft.com/office/powerpoint/2010/main" val="9418845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93600-036E-2968-9373-D95BA7FA61A6}"/>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EE8224AC-2D6A-F4FE-D2EE-F9C4DC945655}"/>
              </a:ext>
            </a:extLst>
          </p:cNvPr>
          <p:cNvSpPr>
            <a:spLocks noGrp="1"/>
          </p:cNvSpPr>
          <p:nvPr>
            <p:ph type="sldNum" sz="quarter" idx="25"/>
          </p:nvPr>
        </p:nvSpPr>
        <p:spPr/>
        <p:txBody>
          <a:bodyPr/>
          <a:lstStyle/>
          <a:p>
            <a:fld id="{8B70248A-FD0F-534C-919E-E8EB9B0FC062}" type="slidenum">
              <a:rPr lang="en-BE" smtClean="0"/>
              <a:pPr/>
              <a:t>79</a:t>
            </a:fld>
            <a:endParaRPr lang="en-BE"/>
          </a:p>
        </p:txBody>
      </p:sp>
      <p:sp>
        <p:nvSpPr>
          <p:cNvPr id="4" name="Text Placeholder 3">
            <a:extLst>
              <a:ext uri="{FF2B5EF4-FFF2-40B4-BE49-F238E27FC236}">
                <a16:creationId xmlns:a16="http://schemas.microsoft.com/office/drawing/2014/main" id="{3BBC2BC4-A3E1-DB96-0DE3-FE03D5261CF5}"/>
              </a:ext>
            </a:extLst>
          </p:cNvPr>
          <p:cNvSpPr>
            <a:spLocks noGrp="1"/>
          </p:cNvSpPr>
          <p:nvPr>
            <p:ph type="body" sz="quarter" idx="31"/>
          </p:nvPr>
        </p:nvSpPr>
        <p:spPr/>
        <p:txBody>
          <a:bodyPr/>
          <a:lstStyle/>
          <a:p>
            <a:endParaRPr lang="en-US"/>
          </a:p>
        </p:txBody>
      </p:sp>
      <p:pic>
        <p:nvPicPr>
          <p:cNvPr id="1026" name="Picture 2">
            <a:extLst>
              <a:ext uri="{FF2B5EF4-FFF2-40B4-BE49-F238E27FC236}">
                <a16:creationId xmlns:a16="http://schemas.microsoft.com/office/drawing/2014/main" id="{9D4E4968-B097-5F0E-62DB-BDB469682A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75" y="400050"/>
            <a:ext cx="6953250" cy="605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2324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5AC69-751A-3EF6-2711-0E0153175EDB}"/>
              </a:ext>
            </a:extLst>
          </p:cNvPr>
          <p:cNvSpPr>
            <a:spLocks noGrp="1"/>
          </p:cNvSpPr>
          <p:nvPr>
            <p:ph type="title"/>
          </p:nvPr>
        </p:nvSpPr>
        <p:spPr/>
        <p:txBody>
          <a:bodyPr/>
          <a:lstStyle/>
          <a:p>
            <a:r>
              <a:rPr lang="en-US"/>
              <a:t>Massive Compute / Energy</a:t>
            </a:r>
          </a:p>
        </p:txBody>
      </p:sp>
      <p:sp>
        <p:nvSpPr>
          <p:cNvPr id="3" name="Slide Number Placeholder 2">
            <a:extLst>
              <a:ext uri="{FF2B5EF4-FFF2-40B4-BE49-F238E27FC236}">
                <a16:creationId xmlns:a16="http://schemas.microsoft.com/office/drawing/2014/main" id="{3E97F134-C998-9BD3-A3D7-59576AE08DE5}"/>
              </a:ext>
            </a:extLst>
          </p:cNvPr>
          <p:cNvSpPr>
            <a:spLocks noGrp="1"/>
          </p:cNvSpPr>
          <p:nvPr>
            <p:ph type="sldNum" sz="quarter" idx="25"/>
          </p:nvPr>
        </p:nvSpPr>
        <p:spPr/>
        <p:txBody>
          <a:bodyPr/>
          <a:lstStyle/>
          <a:p>
            <a:fld id="{8B70248A-FD0F-534C-919E-E8EB9B0FC062}" type="slidenum">
              <a:rPr lang="en-BE" smtClean="0"/>
              <a:pPr/>
              <a:t>80</a:t>
            </a:fld>
            <a:endParaRPr lang="en-BE"/>
          </a:p>
        </p:txBody>
      </p:sp>
      <p:sp>
        <p:nvSpPr>
          <p:cNvPr id="4" name="Text Placeholder 3">
            <a:extLst>
              <a:ext uri="{FF2B5EF4-FFF2-40B4-BE49-F238E27FC236}">
                <a16:creationId xmlns:a16="http://schemas.microsoft.com/office/drawing/2014/main" id="{1DFFAE7A-43EA-5AB0-FCD2-D8F194AC3CB6}"/>
              </a:ext>
            </a:extLst>
          </p:cNvPr>
          <p:cNvSpPr>
            <a:spLocks noGrp="1"/>
          </p:cNvSpPr>
          <p:nvPr>
            <p:ph type="body" sz="quarter" idx="31"/>
          </p:nvPr>
        </p:nvSpPr>
        <p:spPr/>
        <p:txBody>
          <a:bodyPr/>
          <a:lstStyle/>
          <a:p>
            <a:endParaRPr lang="en-US"/>
          </a:p>
        </p:txBody>
      </p:sp>
      <p:pic>
        <p:nvPicPr>
          <p:cNvPr id="5" name="Picture 2" descr="The Future of Large Language Models (LLMs): Strategy, Opportunities and  Challenges">
            <a:extLst>
              <a:ext uri="{FF2B5EF4-FFF2-40B4-BE49-F238E27FC236}">
                <a16:creationId xmlns:a16="http://schemas.microsoft.com/office/drawing/2014/main" id="{7B719E8F-D0D0-5376-91FC-450B8CED7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 y="1591816"/>
            <a:ext cx="11160125" cy="52661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45D2320E-34FB-CA47-2131-7BBD17E04D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4488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25CE-D9A4-E37F-C136-36C21CCB383A}"/>
              </a:ext>
            </a:extLst>
          </p:cNvPr>
          <p:cNvSpPr>
            <a:spLocks noGrp="1"/>
          </p:cNvSpPr>
          <p:nvPr>
            <p:ph type="title"/>
          </p:nvPr>
        </p:nvSpPr>
        <p:spPr>
          <a:xfrm>
            <a:off x="262891" y="304419"/>
            <a:ext cx="10584180" cy="1116012"/>
          </a:xfrm>
        </p:spPr>
        <p:txBody>
          <a:bodyPr/>
          <a:lstStyle/>
          <a:p>
            <a:r>
              <a:rPr lang="en-US"/>
              <a:t>Amount of connections / synapses</a:t>
            </a:r>
            <a:br>
              <a:rPr lang="en-US"/>
            </a:br>
            <a:r>
              <a:rPr lang="en-US"/>
              <a:t>Animals versus AI models</a:t>
            </a:r>
          </a:p>
        </p:txBody>
      </p:sp>
      <p:sp>
        <p:nvSpPr>
          <p:cNvPr id="3" name="Slide Number Placeholder 2">
            <a:extLst>
              <a:ext uri="{FF2B5EF4-FFF2-40B4-BE49-F238E27FC236}">
                <a16:creationId xmlns:a16="http://schemas.microsoft.com/office/drawing/2014/main" id="{D3181F1B-8255-3052-6370-ADC26F96D7F3}"/>
              </a:ext>
            </a:extLst>
          </p:cNvPr>
          <p:cNvSpPr>
            <a:spLocks noGrp="1"/>
          </p:cNvSpPr>
          <p:nvPr>
            <p:ph type="sldNum" sz="quarter" idx="25"/>
          </p:nvPr>
        </p:nvSpPr>
        <p:spPr/>
        <p:txBody>
          <a:bodyPr/>
          <a:lstStyle/>
          <a:p>
            <a:fld id="{8B70248A-FD0F-534C-919E-E8EB9B0FC062}" type="slidenum">
              <a:rPr lang="en-BE" smtClean="0"/>
              <a:pPr/>
              <a:t>81</a:t>
            </a:fld>
            <a:endParaRPr lang="en-BE"/>
          </a:p>
        </p:txBody>
      </p:sp>
      <p:sp>
        <p:nvSpPr>
          <p:cNvPr id="4" name="Text Placeholder 3">
            <a:extLst>
              <a:ext uri="{FF2B5EF4-FFF2-40B4-BE49-F238E27FC236}">
                <a16:creationId xmlns:a16="http://schemas.microsoft.com/office/drawing/2014/main" id="{B4A06F12-32F5-8E3D-254E-0BE22B739059}"/>
              </a:ext>
            </a:extLst>
          </p:cNvPr>
          <p:cNvSpPr>
            <a:spLocks noGrp="1"/>
          </p:cNvSpPr>
          <p:nvPr>
            <p:ph type="body" sz="quarter" idx="31"/>
          </p:nvPr>
        </p:nvSpPr>
        <p:spPr/>
        <p:txBody>
          <a:bodyPr/>
          <a:lstStyle/>
          <a:p>
            <a:endParaRPr lang="en-US"/>
          </a:p>
        </p:txBody>
      </p:sp>
      <p:pic>
        <p:nvPicPr>
          <p:cNvPr id="5" name="Picture 4" descr="Image">
            <a:extLst>
              <a:ext uri="{FF2B5EF4-FFF2-40B4-BE49-F238E27FC236}">
                <a16:creationId xmlns:a16="http://schemas.microsoft.com/office/drawing/2014/main" id="{649DF9D8-E654-80FE-99BC-8ADCB8524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2530" y="1569215"/>
            <a:ext cx="9375354" cy="52736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ieuw inzicht in beginfase hersenaandoeningen - Groep Biomedische  Wetenschappen">
            <a:extLst>
              <a:ext uri="{FF2B5EF4-FFF2-40B4-BE49-F238E27FC236}">
                <a16:creationId xmlns:a16="http://schemas.microsoft.com/office/drawing/2014/main" id="{D64AE420-DBBD-EEE4-A0BB-90BB0BF55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0746" y="15149"/>
            <a:ext cx="2451253" cy="2451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5491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AF97-112E-7118-126B-71EF7E6DFB36}"/>
              </a:ext>
            </a:extLst>
          </p:cNvPr>
          <p:cNvSpPr>
            <a:spLocks noGrp="1"/>
          </p:cNvSpPr>
          <p:nvPr>
            <p:ph type="title"/>
          </p:nvPr>
        </p:nvSpPr>
        <p:spPr/>
        <p:txBody>
          <a:bodyPr/>
          <a:lstStyle/>
          <a:p>
            <a:r>
              <a:rPr lang="en-US"/>
              <a:t>Artificial Brain versus Human Brain</a:t>
            </a:r>
          </a:p>
        </p:txBody>
      </p:sp>
      <p:sp>
        <p:nvSpPr>
          <p:cNvPr id="3" name="Slide Number Placeholder 2">
            <a:extLst>
              <a:ext uri="{FF2B5EF4-FFF2-40B4-BE49-F238E27FC236}">
                <a16:creationId xmlns:a16="http://schemas.microsoft.com/office/drawing/2014/main" id="{B33138E3-062B-3FA1-1C31-781C9B628519}"/>
              </a:ext>
            </a:extLst>
          </p:cNvPr>
          <p:cNvSpPr>
            <a:spLocks noGrp="1"/>
          </p:cNvSpPr>
          <p:nvPr>
            <p:ph type="sldNum" sz="quarter" idx="25"/>
          </p:nvPr>
        </p:nvSpPr>
        <p:spPr/>
        <p:txBody>
          <a:bodyPr/>
          <a:lstStyle/>
          <a:p>
            <a:fld id="{8B70248A-FD0F-534C-919E-E8EB9B0FC062}" type="slidenum">
              <a:rPr lang="en-BE" smtClean="0"/>
              <a:pPr/>
              <a:t>82</a:t>
            </a:fld>
            <a:endParaRPr lang="en-BE"/>
          </a:p>
        </p:txBody>
      </p:sp>
      <p:sp>
        <p:nvSpPr>
          <p:cNvPr id="4" name="Text Placeholder 3">
            <a:extLst>
              <a:ext uri="{FF2B5EF4-FFF2-40B4-BE49-F238E27FC236}">
                <a16:creationId xmlns:a16="http://schemas.microsoft.com/office/drawing/2014/main" id="{62E20940-0256-CCF1-AA53-2461EAF1368C}"/>
              </a:ext>
            </a:extLst>
          </p:cNvPr>
          <p:cNvSpPr>
            <a:spLocks noGrp="1"/>
          </p:cNvSpPr>
          <p:nvPr>
            <p:ph type="body" sz="quarter" idx="31"/>
          </p:nvPr>
        </p:nvSpPr>
        <p:spPr/>
        <p:txBody>
          <a:bodyPr/>
          <a:lstStyle/>
          <a:p>
            <a:endParaRPr lang="en-US"/>
          </a:p>
        </p:txBody>
      </p:sp>
      <p:sp>
        <p:nvSpPr>
          <p:cNvPr id="5" name="Text Placeholder 1">
            <a:extLst>
              <a:ext uri="{FF2B5EF4-FFF2-40B4-BE49-F238E27FC236}">
                <a16:creationId xmlns:a16="http://schemas.microsoft.com/office/drawing/2014/main" id="{0590E58B-E184-C3CD-81E3-6BFEED003645}"/>
              </a:ext>
            </a:extLst>
          </p:cNvPr>
          <p:cNvSpPr txBox="1">
            <a:spLocks/>
          </p:cNvSpPr>
          <p:nvPr/>
        </p:nvSpPr>
        <p:spPr>
          <a:xfrm>
            <a:off x="345195" y="4329963"/>
            <a:ext cx="5916058" cy="2528037"/>
          </a:xfrm>
          <a:prstGeom prst="rect">
            <a:avLst/>
          </a:prstGeom>
        </p:spPr>
        <p:txBody>
          <a:bodyPr>
            <a:normAutofit/>
          </a:bodyPr>
          <a:lstStyle>
            <a:lvl1pPr marL="0" indent="0" algn="l" defTabSz="914400" rtl="0" eaLnBrk="1" latinLnBrk="0" hangingPunct="1">
              <a:lnSpc>
                <a:spcPct val="90000"/>
              </a:lnSpc>
              <a:spcBef>
                <a:spcPts val="0"/>
              </a:spcBef>
              <a:spcAft>
                <a:spcPts val="0"/>
              </a:spcAft>
              <a:buClr>
                <a:schemeClr val="bg2"/>
              </a:buClr>
              <a:buFont typeface="Arial" panose="020B0604020202020204" pitchFamily="34" charset="0"/>
              <a:buNone/>
              <a:defRPr lang="nl-BE" sz="2400" b="0" i="0" kern="1200" noProof="0" dirty="0" smtClean="0">
                <a:solidFill>
                  <a:schemeClr val="tx1"/>
                </a:solidFill>
                <a:latin typeface="+mn-lt"/>
                <a:ea typeface="+mn-ea"/>
                <a:cs typeface="+mn-cs"/>
              </a:defRPr>
            </a:lvl1pPr>
            <a:lvl2pPr marL="360000" indent="-360000" algn="l" defTabSz="914400" rtl="0" eaLnBrk="1" latinLnBrk="0" hangingPunct="1">
              <a:lnSpc>
                <a:spcPct val="90000"/>
              </a:lnSpc>
              <a:spcBef>
                <a:spcPts val="500"/>
              </a:spcBef>
              <a:spcAft>
                <a:spcPts val="500"/>
              </a:spcAft>
              <a:buClr>
                <a:schemeClr val="bg2"/>
              </a:buClr>
              <a:buFont typeface="Arial" panose="020B0604020202020204" pitchFamily="34" charset="0"/>
              <a:buChar char="•"/>
              <a:tabLst/>
              <a:defRPr lang="nl-BE" sz="2400" b="0" i="0" kern="1200" noProof="0" dirty="0" smtClean="0">
                <a:solidFill>
                  <a:schemeClr val="tx1"/>
                </a:solidFill>
                <a:latin typeface="+mn-lt"/>
                <a:ea typeface="+mn-ea"/>
                <a:cs typeface="+mn-cs"/>
              </a:defRPr>
            </a:lvl2pPr>
            <a:lvl3pPr marL="720000" indent="-360000" algn="l" defTabSz="914400" rtl="0" eaLnBrk="1" latinLnBrk="0" hangingPunct="1">
              <a:lnSpc>
                <a:spcPct val="90000"/>
              </a:lnSpc>
              <a:spcBef>
                <a:spcPts val="200"/>
              </a:spcBef>
              <a:spcAft>
                <a:spcPts val="200"/>
              </a:spcAft>
              <a:buClr>
                <a:schemeClr val="tx2"/>
              </a:buClr>
              <a:buFont typeface="Arial" panose="020B0604020202020204" pitchFamily="34" charset="0"/>
              <a:buChar char="•"/>
              <a:tabLst/>
              <a:defRPr lang="nl-NL" sz="2400" b="0" i="0" kern="1200" noProof="0" dirty="0" smtClean="0">
                <a:solidFill>
                  <a:schemeClr val="tx1"/>
                </a:solidFill>
                <a:latin typeface="+mn-lt"/>
                <a:ea typeface="+mn-ea"/>
                <a:cs typeface="+mn-cs"/>
              </a:defRPr>
            </a:lvl3pPr>
            <a:lvl4pPr marL="1080000" indent="-36000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NL" sz="2000" b="0" i="0" kern="1200" noProof="0" dirty="0" smtClean="0">
                <a:solidFill>
                  <a:schemeClr val="tx1"/>
                </a:solidFill>
                <a:latin typeface="+mn-lt"/>
                <a:ea typeface="+mn-ea"/>
                <a:cs typeface="+mn-cs"/>
              </a:defRPr>
            </a:lvl4pPr>
            <a:lvl5pPr marL="1364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800" b="0" i="0" kern="1200" noProof="0" dirty="0" smtClean="0">
                <a:solidFill>
                  <a:schemeClr val="tx1"/>
                </a:solidFill>
                <a:latin typeface="+mn-lt"/>
                <a:ea typeface="+mn-ea"/>
                <a:cs typeface="+mn-cs"/>
              </a:defRPr>
            </a:lvl5pPr>
            <a:lvl6pPr marL="1580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lang="nl-BE" sz="1600" kern="1200" noProof="0" dirty="0" smtClean="0">
                <a:solidFill>
                  <a:schemeClr val="tx1"/>
                </a:solidFill>
                <a:latin typeface="+mn-lt"/>
                <a:ea typeface="+mn-ea"/>
                <a:cs typeface="+mn-cs"/>
              </a:defRPr>
            </a:lvl6pPr>
            <a:lvl7pPr marL="1832400" indent="-285750" algn="l" defTabSz="914400" rtl="0" eaLnBrk="1" latinLnBrk="0" hangingPunct="1">
              <a:lnSpc>
                <a:spcPct val="90000"/>
              </a:lnSpc>
              <a:spcBef>
                <a:spcPts val="200"/>
              </a:spcBef>
              <a:spcAft>
                <a:spcPts val="200"/>
              </a:spcAft>
              <a:buClr>
                <a:schemeClr val="tx1"/>
              </a:buClr>
              <a:buSzPct val="100000"/>
              <a:buFont typeface="Arial" panose="020B0604020202020204" pitchFamily="34" charset="0"/>
              <a:buChar char="-"/>
              <a:tabLst/>
              <a:defRPr sz="1600" kern="1200">
                <a:solidFill>
                  <a:schemeClr val="tx1"/>
                </a:solidFill>
                <a:latin typeface="+mn-lt"/>
                <a:ea typeface="+mn-ea"/>
                <a:cs typeface="+mn-cs"/>
              </a:defRPr>
            </a:lvl7pPr>
            <a:lvl8pPr marL="208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8pPr>
            <a:lvl9pPr marL="2444400" indent="-285750" algn="l" defTabSz="914400" rtl="0" eaLnBrk="1" latinLnBrk="0" hangingPunct="1">
              <a:lnSpc>
                <a:spcPct val="90000"/>
              </a:lnSpc>
              <a:spcBef>
                <a:spcPts val="200"/>
              </a:spcBef>
              <a:spcAft>
                <a:spcPts val="200"/>
              </a:spcAft>
              <a:buClr>
                <a:schemeClr val="tx1"/>
              </a:buClr>
              <a:buSzPct val="80000"/>
              <a:buFont typeface="Arial" panose="020B0604020202020204" pitchFamily="34" charset="0"/>
              <a:buChar char="-"/>
              <a:tabLst/>
              <a:defRPr sz="1600" kern="1200">
                <a:solidFill>
                  <a:schemeClr val="tx1"/>
                </a:solidFill>
                <a:latin typeface="+mn-lt"/>
                <a:ea typeface="+mn-ea"/>
                <a:cs typeface="+mn-cs"/>
              </a:defRPr>
            </a:lvl9pPr>
          </a:lstStyle>
          <a:p>
            <a:r>
              <a:rPr lang="en-US">
                <a:latin typeface="Nunito Light" pitchFamily="2" charset="0"/>
              </a:rPr>
              <a:t>‘Limited’ connections</a:t>
            </a:r>
          </a:p>
          <a:p>
            <a:r>
              <a:rPr lang="en-US">
                <a:latin typeface="Nunito Light" pitchFamily="2" charset="0"/>
              </a:rPr>
              <a:t>Electrical connections</a:t>
            </a:r>
          </a:p>
          <a:p>
            <a:endParaRPr lang="en-US">
              <a:latin typeface="Nunito Light" pitchFamily="2" charset="0"/>
            </a:endParaRPr>
          </a:p>
          <a:p>
            <a:r>
              <a:rPr lang="en-US">
                <a:latin typeface="Nunito Light" pitchFamily="2" charset="0"/>
              </a:rPr>
              <a:t>All cells are alike in structure, so can exchange information at very high speed, and we can apply transfer learning / </a:t>
            </a:r>
            <a:r>
              <a:rPr lang="en-US">
                <a:highlight>
                  <a:srgbClr val="FAD2C8"/>
                </a:highlight>
                <a:latin typeface="Nunito Light" pitchFamily="2" charset="0"/>
              </a:rPr>
              <a:t>pre-trained networks</a:t>
            </a:r>
          </a:p>
        </p:txBody>
      </p:sp>
      <p:pic>
        <p:nvPicPr>
          <p:cNvPr id="6" name="Picture 2" descr="Page 19 | Intelligence brain Vectors &amp; Illustrations for Free Download |  Freepik">
            <a:extLst>
              <a:ext uri="{FF2B5EF4-FFF2-40B4-BE49-F238E27FC236}">
                <a16:creationId xmlns:a16="http://schemas.microsoft.com/office/drawing/2014/main" id="{2A26F985-C776-96C7-E3C8-176899130B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345" b="23213"/>
          <a:stretch/>
        </p:blipFill>
        <p:spPr bwMode="auto">
          <a:xfrm>
            <a:off x="2978397" y="1660120"/>
            <a:ext cx="6235204" cy="2445471"/>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1">
            <a:extLst>
              <a:ext uri="{FF2B5EF4-FFF2-40B4-BE49-F238E27FC236}">
                <a16:creationId xmlns:a16="http://schemas.microsoft.com/office/drawing/2014/main" id="{5B078BB1-82AD-CC2B-1692-048E9AA52304}"/>
              </a:ext>
            </a:extLst>
          </p:cNvPr>
          <p:cNvSpPr txBox="1">
            <a:spLocks/>
          </p:cNvSpPr>
          <p:nvPr/>
        </p:nvSpPr>
        <p:spPr>
          <a:xfrm>
            <a:off x="6441195" y="4136936"/>
            <a:ext cx="5750805" cy="2594900"/>
          </a:xfrm>
          <a:prstGeom prst="rect">
            <a:avLst/>
          </a:prstGeom>
        </p:spPr>
        <p:txBody>
          <a:bodyPr vert="horz" lIns="720000" tIns="360000" rIns="720000" bIns="360000" rtlCol="0">
            <a:normAutofit lnSpcReduction="10000"/>
          </a:bodyPr>
          <a:lstStyle>
            <a:lvl1pPr marL="0" indent="0" algn="l" defTabSz="914400" rtl="0" eaLnBrk="1" latinLnBrk="0" hangingPunct="1">
              <a:lnSpc>
                <a:spcPct val="90000"/>
              </a:lnSpc>
              <a:spcBef>
                <a:spcPts val="0"/>
              </a:spcBef>
              <a:spcAft>
                <a:spcPts val="0"/>
              </a:spcAft>
              <a:buClr>
                <a:srgbClr val="F04C25"/>
              </a:buClr>
              <a:buSzPct val="75000"/>
              <a:buFont typeface="Wingdings" panose="05000000000000000000" pitchFamily="2" charset="2"/>
              <a:buNone/>
              <a:defRPr sz="2800" kern="1200">
                <a:solidFill>
                  <a:srgbClr val="3C3C3C"/>
                </a:solidFill>
                <a:latin typeface="Nunito Light" panose="00000400000000000000" pitchFamily="2" charset="0"/>
                <a:ea typeface="+mn-ea"/>
                <a:cs typeface="+mn-cs"/>
              </a:defRPr>
            </a:lvl1pPr>
            <a:lvl2pPr marL="360000" indent="-360000" algn="l" defTabSz="914400" rtl="0" eaLnBrk="1" latinLnBrk="0" hangingPunct="1">
              <a:lnSpc>
                <a:spcPct val="90000"/>
              </a:lnSpc>
              <a:spcBef>
                <a:spcPts val="200"/>
              </a:spcBef>
              <a:spcAft>
                <a:spcPts val="200"/>
              </a:spcAft>
              <a:buClr>
                <a:srgbClr val="F04C25"/>
              </a:buClr>
              <a:buSzPct val="75000"/>
              <a:buFont typeface="Wingdings" panose="05000000000000000000" pitchFamily="2" charset="2"/>
              <a:buChar char="æ"/>
              <a:defRPr sz="2800" kern="1200">
                <a:solidFill>
                  <a:srgbClr val="3C3C3C"/>
                </a:solidFill>
                <a:latin typeface="Nunito Light" panose="00000400000000000000" pitchFamily="2" charset="0"/>
                <a:ea typeface="+mn-ea"/>
                <a:cs typeface="+mn-cs"/>
              </a:defRPr>
            </a:lvl2pPr>
            <a:lvl3pPr marL="720000" indent="-360000" algn="l" defTabSz="914400" rtl="0" eaLnBrk="1" latinLnBrk="0" hangingPunct="1">
              <a:lnSpc>
                <a:spcPct val="90000"/>
              </a:lnSpc>
              <a:spcBef>
                <a:spcPts val="200"/>
              </a:spcBef>
              <a:spcAft>
                <a:spcPts val="200"/>
              </a:spcAft>
              <a:buClr>
                <a:srgbClr val="F04C25"/>
              </a:buClr>
              <a:buSzPct val="70000"/>
              <a:buFont typeface="Wingdings" panose="05000000000000000000" pitchFamily="2" charset="2"/>
              <a:buChar char=""/>
              <a:defRPr sz="2800" kern="1200">
                <a:solidFill>
                  <a:srgbClr val="3C3C3C"/>
                </a:solidFill>
                <a:latin typeface="Nunito Light" panose="00000400000000000000" pitchFamily="2" charset="0"/>
                <a:ea typeface="+mn-ea"/>
                <a:cs typeface="+mn-cs"/>
              </a:defRPr>
            </a:lvl3pPr>
            <a:lvl4pPr marL="1044000" indent="-324000" algn="l" defTabSz="914400" rtl="0" eaLnBrk="1" latinLnBrk="0" hangingPunct="1">
              <a:lnSpc>
                <a:spcPct val="90000"/>
              </a:lnSpc>
              <a:spcBef>
                <a:spcPts val="200"/>
              </a:spcBef>
              <a:spcAft>
                <a:spcPts val="200"/>
              </a:spcAft>
              <a:buClr>
                <a:srgbClr val="3C3C3C"/>
              </a:buClr>
              <a:buFont typeface="Nunito" panose="00000500000000000000" pitchFamily="2" charset="0"/>
              <a:buChar char="‐"/>
              <a:defRPr sz="2100" i="0" u="none" kern="1200">
                <a:solidFill>
                  <a:srgbClr val="3C3C3C"/>
                </a:solidFill>
                <a:latin typeface="Nunito Light" panose="00000400000000000000" pitchFamily="2" charset="0"/>
                <a:ea typeface="+mn-ea"/>
                <a:cs typeface="+mn-cs"/>
              </a:defRPr>
            </a:lvl4pPr>
            <a:lvl5pPr marL="1224000" indent="-180000" algn="l" defTabSz="914400" rtl="0" eaLnBrk="1" latinLnBrk="0" hangingPunct="1">
              <a:lnSpc>
                <a:spcPct val="90000"/>
              </a:lnSpc>
              <a:spcBef>
                <a:spcPts val="300"/>
              </a:spcBef>
              <a:spcAft>
                <a:spcPts val="100"/>
              </a:spcAft>
              <a:buClr>
                <a:srgbClr val="3C3C3C"/>
              </a:buClr>
              <a:buSzPct val="120000"/>
              <a:buFont typeface="Nunito" panose="00000500000000000000" pitchFamily="2" charset="0"/>
              <a:buChar char="›"/>
              <a:defRPr sz="1600" kern="1200">
                <a:solidFill>
                  <a:srgbClr val="3C3C3C"/>
                </a:solidFill>
                <a:latin typeface="Nunito Light" panose="000004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100x more synapses</a:t>
            </a:r>
          </a:p>
          <a:p>
            <a:r>
              <a:rPr lang="en-US" sz="2400"/>
              <a:t>Chemical connections</a:t>
            </a:r>
          </a:p>
          <a:p>
            <a:endParaRPr lang="en-US" sz="2400"/>
          </a:p>
          <a:p>
            <a:r>
              <a:rPr lang="en-US" sz="2400"/>
              <a:t>Exchange of info between networks is slow: humans need words / sentences</a:t>
            </a:r>
          </a:p>
        </p:txBody>
      </p:sp>
    </p:spTree>
    <p:extLst>
      <p:ext uri="{BB962C8B-B14F-4D97-AF65-F5344CB8AC3E}">
        <p14:creationId xmlns:p14="http://schemas.microsoft.com/office/powerpoint/2010/main" val="2986603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C5AA4-8E09-E878-9490-8B7408184270}"/>
              </a:ext>
            </a:extLst>
          </p:cNvPr>
          <p:cNvSpPr>
            <a:spLocks noGrp="1"/>
          </p:cNvSpPr>
          <p:nvPr>
            <p:ph type="title"/>
          </p:nvPr>
        </p:nvSpPr>
        <p:spPr>
          <a:xfrm>
            <a:off x="515936" y="66650"/>
            <a:ext cx="11160125" cy="1116012"/>
          </a:xfrm>
        </p:spPr>
        <p:txBody>
          <a:bodyPr/>
          <a:lstStyle/>
          <a:p>
            <a:r>
              <a:rPr lang="en-US" dirty="0"/>
              <a:t>‘Smaller Models’: Model Distillation</a:t>
            </a:r>
          </a:p>
        </p:txBody>
      </p:sp>
      <p:sp>
        <p:nvSpPr>
          <p:cNvPr id="3" name="Slide Number Placeholder 2">
            <a:extLst>
              <a:ext uri="{FF2B5EF4-FFF2-40B4-BE49-F238E27FC236}">
                <a16:creationId xmlns:a16="http://schemas.microsoft.com/office/drawing/2014/main" id="{E49F8732-FE97-4ADC-556F-CD0F313A2F8D}"/>
              </a:ext>
            </a:extLst>
          </p:cNvPr>
          <p:cNvSpPr>
            <a:spLocks noGrp="1"/>
          </p:cNvSpPr>
          <p:nvPr>
            <p:ph type="sldNum" sz="quarter" idx="25"/>
          </p:nvPr>
        </p:nvSpPr>
        <p:spPr/>
        <p:txBody>
          <a:bodyPr/>
          <a:lstStyle/>
          <a:p>
            <a:fld id="{8B70248A-FD0F-534C-919E-E8EB9B0FC062}" type="slidenum">
              <a:rPr lang="en-BE" smtClean="0"/>
              <a:pPr/>
              <a:t>83</a:t>
            </a:fld>
            <a:endParaRPr lang="en-BE"/>
          </a:p>
        </p:txBody>
      </p:sp>
      <p:sp>
        <p:nvSpPr>
          <p:cNvPr id="4" name="Text Placeholder 3">
            <a:extLst>
              <a:ext uri="{FF2B5EF4-FFF2-40B4-BE49-F238E27FC236}">
                <a16:creationId xmlns:a16="http://schemas.microsoft.com/office/drawing/2014/main" id="{6F933C90-ABFA-8482-0222-E21313F4DB54}"/>
              </a:ext>
            </a:extLst>
          </p:cNvPr>
          <p:cNvSpPr>
            <a:spLocks noGrp="1"/>
          </p:cNvSpPr>
          <p:nvPr>
            <p:ph type="body" sz="quarter" idx="31"/>
          </p:nvPr>
        </p:nvSpPr>
        <p:spPr/>
        <p:txBody>
          <a:bodyPr/>
          <a:lstStyle/>
          <a:p>
            <a:endParaRPr lang="en-US" dirty="0"/>
          </a:p>
        </p:txBody>
      </p:sp>
      <p:pic>
        <p:nvPicPr>
          <p:cNvPr id="4098" name="Picture 2" descr="How to Use Knowledge Distillation for Compressing Large AI Models - Datatas">
            <a:extLst>
              <a:ext uri="{FF2B5EF4-FFF2-40B4-BE49-F238E27FC236}">
                <a16:creationId xmlns:a16="http://schemas.microsoft.com/office/drawing/2014/main" id="{641E8CFB-6537-B7AA-DD4F-B0FC2C11C5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59" t="11307" r="3946" b="10506"/>
          <a:stretch>
            <a:fillRect/>
          </a:stretch>
        </p:blipFill>
        <p:spPr bwMode="auto">
          <a:xfrm>
            <a:off x="102413" y="1182662"/>
            <a:ext cx="5610497" cy="351495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Knowledge Distillation in Neural Networks | AIGuys">
            <a:extLst>
              <a:ext uri="{FF2B5EF4-FFF2-40B4-BE49-F238E27FC236}">
                <a16:creationId xmlns:a16="http://schemas.microsoft.com/office/drawing/2014/main" id="{36A9D8A1-21F3-45E1-568C-4D850DD7C6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38" b="40"/>
          <a:stretch>
            <a:fillRect/>
          </a:stretch>
        </p:blipFill>
        <p:spPr bwMode="auto">
          <a:xfrm>
            <a:off x="6612941" y="3108499"/>
            <a:ext cx="5193943" cy="32984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8ADE0EB2-6536-19EC-73E8-38874B8713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51788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30AA-F08A-CF5A-B918-30616F9F37EA}"/>
              </a:ext>
            </a:extLst>
          </p:cNvPr>
          <p:cNvSpPr>
            <a:spLocks noGrp="1"/>
          </p:cNvSpPr>
          <p:nvPr>
            <p:ph type="title"/>
          </p:nvPr>
        </p:nvSpPr>
        <p:spPr>
          <a:xfrm>
            <a:off x="515936" y="77624"/>
            <a:ext cx="11160125" cy="1116012"/>
          </a:xfrm>
        </p:spPr>
        <p:txBody>
          <a:bodyPr/>
          <a:lstStyle/>
          <a:p>
            <a:r>
              <a:rPr lang="en-US" dirty="0"/>
              <a:t>Mixture of Experts (</a:t>
            </a:r>
            <a:r>
              <a:rPr lang="en-US" dirty="0" err="1"/>
              <a:t>MoE</a:t>
            </a:r>
            <a:r>
              <a:rPr lang="en-US" dirty="0"/>
              <a:t>) LLMs</a:t>
            </a:r>
          </a:p>
        </p:txBody>
      </p:sp>
      <p:sp>
        <p:nvSpPr>
          <p:cNvPr id="3" name="Slide Number Placeholder 2">
            <a:extLst>
              <a:ext uri="{FF2B5EF4-FFF2-40B4-BE49-F238E27FC236}">
                <a16:creationId xmlns:a16="http://schemas.microsoft.com/office/drawing/2014/main" id="{C74A3F94-21FB-05D6-D6AE-F8A83B341FB7}"/>
              </a:ext>
            </a:extLst>
          </p:cNvPr>
          <p:cNvSpPr>
            <a:spLocks noGrp="1"/>
          </p:cNvSpPr>
          <p:nvPr>
            <p:ph type="sldNum" sz="quarter" idx="25"/>
          </p:nvPr>
        </p:nvSpPr>
        <p:spPr/>
        <p:txBody>
          <a:bodyPr/>
          <a:lstStyle/>
          <a:p>
            <a:fld id="{8B70248A-FD0F-534C-919E-E8EB9B0FC062}" type="slidenum">
              <a:rPr lang="en-BE" smtClean="0"/>
              <a:pPr/>
              <a:t>84</a:t>
            </a:fld>
            <a:endParaRPr lang="en-BE"/>
          </a:p>
        </p:txBody>
      </p:sp>
      <p:sp>
        <p:nvSpPr>
          <p:cNvPr id="4" name="Text Placeholder 3">
            <a:extLst>
              <a:ext uri="{FF2B5EF4-FFF2-40B4-BE49-F238E27FC236}">
                <a16:creationId xmlns:a16="http://schemas.microsoft.com/office/drawing/2014/main" id="{590FEA9C-AE36-AC59-EC3A-9C6AF89B65C3}"/>
              </a:ext>
            </a:extLst>
          </p:cNvPr>
          <p:cNvSpPr>
            <a:spLocks noGrp="1"/>
          </p:cNvSpPr>
          <p:nvPr>
            <p:ph type="body" sz="quarter" idx="31"/>
          </p:nvPr>
        </p:nvSpPr>
        <p:spPr/>
        <p:txBody>
          <a:bodyPr/>
          <a:lstStyle/>
          <a:p>
            <a:endParaRPr lang="en-US"/>
          </a:p>
        </p:txBody>
      </p:sp>
      <p:pic>
        <p:nvPicPr>
          <p:cNvPr id="5122" name="Picture 2" descr="Transformer vs. Mixture of Experts in LLMs">
            <a:extLst>
              <a:ext uri="{FF2B5EF4-FFF2-40B4-BE49-F238E27FC236}">
                <a16:creationId xmlns:a16="http://schemas.microsoft.com/office/drawing/2014/main" id="{9ADD1CFA-0323-68A7-AADB-A9CFDE5EF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36" y="1087856"/>
            <a:ext cx="8738920" cy="55193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F5D40F89-9F67-DF42-7087-FC69661C97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676" t="29243" r="17921" b="24857"/>
          <a:stretch/>
        </p:blipFill>
        <p:spPr bwMode="auto">
          <a:xfrm>
            <a:off x="11037570" y="0"/>
            <a:ext cx="1154430" cy="2125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4464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9901-A54F-6400-0618-9162B5C2D61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9BE778FD-7E91-B870-FB35-C79B5D2CF8B9}"/>
              </a:ext>
            </a:extLst>
          </p:cNvPr>
          <p:cNvSpPr>
            <a:spLocks noGrp="1"/>
          </p:cNvSpPr>
          <p:nvPr>
            <p:ph type="sldNum" sz="quarter" idx="25"/>
          </p:nvPr>
        </p:nvSpPr>
        <p:spPr/>
        <p:txBody>
          <a:bodyPr/>
          <a:lstStyle/>
          <a:p>
            <a:fld id="{8B70248A-FD0F-534C-919E-E8EB9B0FC062}" type="slidenum">
              <a:rPr lang="en-BE" smtClean="0"/>
              <a:pPr/>
              <a:t>85</a:t>
            </a:fld>
            <a:endParaRPr lang="en-BE"/>
          </a:p>
        </p:txBody>
      </p:sp>
      <p:sp>
        <p:nvSpPr>
          <p:cNvPr id="4" name="Text Placeholder 3">
            <a:extLst>
              <a:ext uri="{FF2B5EF4-FFF2-40B4-BE49-F238E27FC236}">
                <a16:creationId xmlns:a16="http://schemas.microsoft.com/office/drawing/2014/main" id="{BB4C0A28-0FC6-5045-143E-B42BB9DEFFAC}"/>
              </a:ext>
            </a:extLst>
          </p:cNvPr>
          <p:cNvSpPr>
            <a:spLocks noGrp="1"/>
          </p:cNvSpPr>
          <p:nvPr>
            <p:ph type="body" sz="quarter" idx="31"/>
          </p:nvPr>
        </p:nvSpPr>
        <p:spPr/>
        <p:txBody>
          <a:bodyPr/>
          <a:lstStyle/>
          <a:p>
            <a:endParaRPr lang="en-US"/>
          </a:p>
        </p:txBody>
      </p:sp>
      <p:pic>
        <p:nvPicPr>
          <p:cNvPr id="5" name="Picture 2">
            <a:extLst>
              <a:ext uri="{FF2B5EF4-FFF2-40B4-BE49-F238E27FC236}">
                <a16:creationId xmlns:a16="http://schemas.microsoft.com/office/drawing/2014/main" id="{3EE9B232-C342-8C22-F6B3-5A20EF3BE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0813"/>
            <a:ext cx="12192000" cy="6556373"/>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F147C5FE-4BE9-B612-8EF2-C988FF72DBE3}"/>
              </a:ext>
            </a:extLst>
          </p:cNvPr>
          <p:cNvSpPr/>
          <p:nvPr/>
        </p:nvSpPr>
        <p:spPr>
          <a:xfrm>
            <a:off x="9749790" y="1420431"/>
            <a:ext cx="2034540" cy="4580319"/>
          </a:xfrm>
          <a:prstGeom prst="ellipse">
            <a:avLst/>
          </a:prstGeom>
          <a:noFill/>
          <a:ln w="76200">
            <a:solidFill>
              <a:srgbClr val="FA6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27306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C43B4-C0DA-2D87-6144-ADA2355BD474}"/>
              </a:ext>
            </a:extLst>
          </p:cNvPr>
          <p:cNvSpPr>
            <a:spLocks noGrp="1"/>
          </p:cNvSpPr>
          <p:nvPr>
            <p:ph type="title"/>
          </p:nvPr>
        </p:nvSpPr>
        <p:spPr/>
        <p:txBody>
          <a:bodyPr/>
          <a:lstStyle/>
          <a:p>
            <a:r>
              <a:rPr lang="en-US"/>
              <a:t>Autonomous vehicle needs to make decisions…</a:t>
            </a:r>
          </a:p>
        </p:txBody>
      </p:sp>
      <p:sp>
        <p:nvSpPr>
          <p:cNvPr id="3" name="Slide Number Placeholder 2">
            <a:extLst>
              <a:ext uri="{FF2B5EF4-FFF2-40B4-BE49-F238E27FC236}">
                <a16:creationId xmlns:a16="http://schemas.microsoft.com/office/drawing/2014/main" id="{89D853C9-31F1-8C49-0F93-8A1CDD30F0A1}"/>
              </a:ext>
            </a:extLst>
          </p:cNvPr>
          <p:cNvSpPr>
            <a:spLocks noGrp="1"/>
          </p:cNvSpPr>
          <p:nvPr>
            <p:ph type="sldNum" sz="quarter" idx="25"/>
          </p:nvPr>
        </p:nvSpPr>
        <p:spPr/>
        <p:txBody>
          <a:bodyPr/>
          <a:lstStyle/>
          <a:p>
            <a:fld id="{8B70248A-FD0F-534C-919E-E8EB9B0FC062}" type="slidenum">
              <a:rPr lang="en-BE" smtClean="0"/>
              <a:pPr/>
              <a:t>86</a:t>
            </a:fld>
            <a:endParaRPr lang="en-BE"/>
          </a:p>
        </p:txBody>
      </p:sp>
      <p:sp>
        <p:nvSpPr>
          <p:cNvPr id="4" name="Text Placeholder 3">
            <a:extLst>
              <a:ext uri="{FF2B5EF4-FFF2-40B4-BE49-F238E27FC236}">
                <a16:creationId xmlns:a16="http://schemas.microsoft.com/office/drawing/2014/main" id="{164B4D83-1CE7-0108-A488-BB4A0C482B5E}"/>
              </a:ext>
            </a:extLst>
          </p:cNvPr>
          <p:cNvSpPr>
            <a:spLocks noGrp="1"/>
          </p:cNvSpPr>
          <p:nvPr>
            <p:ph type="body" sz="quarter" idx="31"/>
          </p:nvPr>
        </p:nvSpPr>
        <p:spPr>
          <a:xfrm>
            <a:off x="515936" y="1420431"/>
            <a:ext cx="11160127" cy="4924807"/>
          </a:xfrm>
        </p:spPr>
        <p:txBody>
          <a:bodyPr/>
          <a:lstStyle/>
          <a:p>
            <a:r>
              <a:rPr lang="en-US" dirty="0"/>
              <a:t>				https://www.moralmachine.net/</a:t>
            </a:r>
          </a:p>
        </p:txBody>
      </p:sp>
      <p:pic>
        <p:nvPicPr>
          <p:cNvPr id="5" name="Picture 4">
            <a:extLst>
              <a:ext uri="{FF2B5EF4-FFF2-40B4-BE49-F238E27FC236}">
                <a16:creationId xmlns:a16="http://schemas.microsoft.com/office/drawing/2014/main" id="{ABD12F57-1D0C-5868-49B8-DD05B7069787}"/>
              </a:ext>
            </a:extLst>
          </p:cNvPr>
          <p:cNvPicPr>
            <a:picLocks noChangeAspect="1"/>
          </p:cNvPicPr>
          <p:nvPr/>
        </p:nvPicPr>
        <p:blipFill>
          <a:blip r:embed="rId2"/>
          <a:stretch>
            <a:fillRect/>
          </a:stretch>
        </p:blipFill>
        <p:spPr>
          <a:xfrm>
            <a:off x="263352" y="2128388"/>
            <a:ext cx="5832648" cy="4287824"/>
          </a:xfrm>
          <a:prstGeom prst="rect">
            <a:avLst/>
          </a:prstGeom>
        </p:spPr>
      </p:pic>
      <p:pic>
        <p:nvPicPr>
          <p:cNvPr id="6" name="Picture 5">
            <a:extLst>
              <a:ext uri="{FF2B5EF4-FFF2-40B4-BE49-F238E27FC236}">
                <a16:creationId xmlns:a16="http://schemas.microsoft.com/office/drawing/2014/main" id="{D96841A5-AC58-88A6-DF49-028C7FC88857}"/>
              </a:ext>
            </a:extLst>
          </p:cNvPr>
          <p:cNvPicPr>
            <a:picLocks noChangeAspect="1"/>
          </p:cNvPicPr>
          <p:nvPr/>
        </p:nvPicPr>
        <p:blipFill>
          <a:blip r:embed="rId3"/>
          <a:stretch>
            <a:fillRect/>
          </a:stretch>
        </p:blipFill>
        <p:spPr>
          <a:xfrm>
            <a:off x="7248128" y="2507582"/>
            <a:ext cx="4611555" cy="3940920"/>
          </a:xfrm>
          <a:prstGeom prst="rect">
            <a:avLst/>
          </a:prstGeom>
        </p:spPr>
      </p:pic>
      <p:pic>
        <p:nvPicPr>
          <p:cNvPr id="7" name="Picture 2">
            <a:extLst>
              <a:ext uri="{FF2B5EF4-FFF2-40B4-BE49-F238E27FC236}">
                <a16:creationId xmlns:a16="http://schemas.microsoft.com/office/drawing/2014/main" id="{5F73F0E9-DE7A-8F09-A316-5ED2F05BAA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2079" t="29490" r="4385" b="24116"/>
          <a:stretch/>
        </p:blipFill>
        <p:spPr bwMode="auto">
          <a:xfrm>
            <a:off x="11065397" y="11430"/>
            <a:ext cx="1165860" cy="214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7330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23E9-57A5-9FF5-56A7-A430C1F3BDF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B20764A3-A2EC-746D-3728-7AEF624F8FA7}"/>
              </a:ext>
            </a:extLst>
          </p:cNvPr>
          <p:cNvSpPr>
            <a:spLocks noGrp="1"/>
          </p:cNvSpPr>
          <p:nvPr>
            <p:ph type="sldNum" sz="quarter" idx="25"/>
          </p:nvPr>
        </p:nvSpPr>
        <p:spPr/>
        <p:txBody>
          <a:bodyPr/>
          <a:lstStyle/>
          <a:p>
            <a:fld id="{8B70248A-FD0F-534C-919E-E8EB9B0FC062}" type="slidenum">
              <a:rPr lang="en-BE" smtClean="0"/>
              <a:pPr/>
              <a:t>87</a:t>
            </a:fld>
            <a:endParaRPr lang="en-BE"/>
          </a:p>
        </p:txBody>
      </p:sp>
      <p:sp>
        <p:nvSpPr>
          <p:cNvPr id="4" name="Text Placeholder 3">
            <a:extLst>
              <a:ext uri="{FF2B5EF4-FFF2-40B4-BE49-F238E27FC236}">
                <a16:creationId xmlns:a16="http://schemas.microsoft.com/office/drawing/2014/main" id="{D174A9AE-0DEA-27E3-C2EE-0FDDFBFAB7BD}"/>
              </a:ext>
            </a:extLst>
          </p:cNvPr>
          <p:cNvSpPr>
            <a:spLocks noGrp="1"/>
          </p:cNvSpPr>
          <p:nvPr>
            <p:ph type="body" sz="quarter" idx="31"/>
          </p:nvPr>
        </p:nvSpPr>
        <p:spPr/>
        <p:txBody>
          <a:bodyPr/>
          <a:lstStyle/>
          <a:p>
            <a:endParaRPr lang="en-US"/>
          </a:p>
        </p:txBody>
      </p:sp>
      <p:pic>
        <p:nvPicPr>
          <p:cNvPr id="3078" name="Picture 6" descr="Dutch government resigns: Tax authority wrongly accused families with child  benefits of fraud - YouTube">
            <a:extLst>
              <a:ext uri="{FF2B5EF4-FFF2-40B4-BE49-F238E27FC236}">
                <a16:creationId xmlns:a16="http://schemas.microsoft.com/office/drawing/2014/main" id="{7D624404-4B10-AB43-D37E-E521EFAB5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2825" y="4343275"/>
            <a:ext cx="4469176" cy="25147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3D15BF0-6EA6-D915-A4AA-0DE574B11486}"/>
              </a:ext>
            </a:extLst>
          </p:cNvPr>
          <p:cNvPicPr>
            <a:picLocks noChangeAspect="1"/>
          </p:cNvPicPr>
          <p:nvPr/>
        </p:nvPicPr>
        <p:blipFill>
          <a:blip r:embed="rId4"/>
          <a:stretch>
            <a:fillRect/>
          </a:stretch>
        </p:blipFill>
        <p:spPr>
          <a:xfrm>
            <a:off x="3942748" y="3562847"/>
            <a:ext cx="4534533" cy="1209844"/>
          </a:xfrm>
          <a:prstGeom prst="rect">
            <a:avLst/>
          </a:prstGeom>
        </p:spPr>
      </p:pic>
      <p:pic>
        <p:nvPicPr>
          <p:cNvPr id="9" name="Picture 8">
            <a:extLst>
              <a:ext uri="{FF2B5EF4-FFF2-40B4-BE49-F238E27FC236}">
                <a16:creationId xmlns:a16="http://schemas.microsoft.com/office/drawing/2014/main" id="{E2BEF8BA-F984-236C-55B3-67AE1A1302E3}"/>
              </a:ext>
            </a:extLst>
          </p:cNvPr>
          <p:cNvPicPr>
            <a:picLocks noChangeAspect="1"/>
          </p:cNvPicPr>
          <p:nvPr/>
        </p:nvPicPr>
        <p:blipFill>
          <a:blip r:embed="rId5"/>
          <a:stretch>
            <a:fillRect/>
          </a:stretch>
        </p:blipFill>
        <p:spPr>
          <a:xfrm>
            <a:off x="-39258" y="0"/>
            <a:ext cx="8516539" cy="3562847"/>
          </a:xfrm>
          <a:prstGeom prst="rect">
            <a:avLst/>
          </a:prstGeom>
        </p:spPr>
      </p:pic>
      <p:pic>
        <p:nvPicPr>
          <p:cNvPr id="10" name="Picture 2">
            <a:extLst>
              <a:ext uri="{FF2B5EF4-FFF2-40B4-BE49-F238E27FC236}">
                <a16:creationId xmlns:a16="http://schemas.microsoft.com/office/drawing/2014/main" id="{76AFE790-D92F-EFE9-1471-8956D260859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2079" t="29490" r="4385" b="24116"/>
          <a:stretch/>
        </p:blipFill>
        <p:spPr bwMode="auto">
          <a:xfrm>
            <a:off x="11065397" y="11430"/>
            <a:ext cx="1165860" cy="214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132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A234-6831-5CC9-58CA-F085B5726E28}"/>
              </a:ext>
            </a:extLst>
          </p:cNvPr>
          <p:cNvSpPr>
            <a:spLocks noGrp="1"/>
          </p:cNvSpPr>
          <p:nvPr>
            <p:ph type="title"/>
          </p:nvPr>
        </p:nvSpPr>
        <p:spPr>
          <a:xfrm>
            <a:off x="515937" y="189706"/>
            <a:ext cx="11160125" cy="1116012"/>
          </a:xfrm>
        </p:spPr>
        <p:txBody>
          <a:bodyPr/>
          <a:lstStyle/>
          <a:p>
            <a:r>
              <a:rPr lang="en-US" dirty="0"/>
              <a:t>Amazon ‘Just Walk Out’</a:t>
            </a:r>
          </a:p>
        </p:txBody>
      </p:sp>
      <p:sp>
        <p:nvSpPr>
          <p:cNvPr id="3" name="Slide Number Placeholder 2">
            <a:extLst>
              <a:ext uri="{FF2B5EF4-FFF2-40B4-BE49-F238E27FC236}">
                <a16:creationId xmlns:a16="http://schemas.microsoft.com/office/drawing/2014/main" id="{CE4A6EA2-3A77-E485-9CB5-C29FF1EBADC0}"/>
              </a:ext>
            </a:extLst>
          </p:cNvPr>
          <p:cNvSpPr>
            <a:spLocks noGrp="1"/>
          </p:cNvSpPr>
          <p:nvPr>
            <p:ph type="sldNum" sz="quarter" idx="25"/>
          </p:nvPr>
        </p:nvSpPr>
        <p:spPr/>
        <p:txBody>
          <a:bodyPr/>
          <a:lstStyle/>
          <a:p>
            <a:fld id="{8B70248A-FD0F-534C-919E-E8EB9B0FC062}" type="slidenum">
              <a:rPr lang="en-BE" smtClean="0"/>
              <a:pPr/>
              <a:t>88</a:t>
            </a:fld>
            <a:endParaRPr lang="en-BE"/>
          </a:p>
        </p:txBody>
      </p:sp>
      <p:sp>
        <p:nvSpPr>
          <p:cNvPr id="4" name="Text Placeholder 3">
            <a:extLst>
              <a:ext uri="{FF2B5EF4-FFF2-40B4-BE49-F238E27FC236}">
                <a16:creationId xmlns:a16="http://schemas.microsoft.com/office/drawing/2014/main" id="{C8E01A29-D3F9-4D6E-F059-63F05C17B25E}"/>
              </a:ext>
            </a:extLst>
          </p:cNvPr>
          <p:cNvSpPr>
            <a:spLocks noGrp="1"/>
          </p:cNvSpPr>
          <p:nvPr>
            <p:ph type="body" sz="quarter" idx="31"/>
          </p:nvPr>
        </p:nvSpPr>
        <p:spPr/>
        <p:txBody>
          <a:bodyPr/>
          <a:lstStyle/>
          <a:p>
            <a:endParaRPr lang="en-US"/>
          </a:p>
        </p:txBody>
      </p:sp>
      <p:pic>
        <p:nvPicPr>
          <p:cNvPr id="2050" name="Picture 2">
            <a:extLst>
              <a:ext uri="{FF2B5EF4-FFF2-40B4-BE49-F238E27FC236}">
                <a16:creationId xmlns:a16="http://schemas.microsoft.com/office/drawing/2014/main" id="{61FCA9A5-4F89-C0DD-2A68-A793AB506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4" y="1305718"/>
            <a:ext cx="7143750" cy="53625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E69E219-B2B1-6DFA-2D76-701E8C0E31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079" t="29490" r="4385" b="24116"/>
          <a:stretch/>
        </p:blipFill>
        <p:spPr bwMode="auto">
          <a:xfrm>
            <a:off x="11065397" y="11430"/>
            <a:ext cx="1165860" cy="214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9952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84A31-BFCD-2D59-B985-65D40D310F25}"/>
              </a:ext>
            </a:extLst>
          </p:cNvPr>
          <p:cNvSpPr>
            <a:spLocks noGrp="1"/>
          </p:cNvSpPr>
          <p:nvPr>
            <p:ph type="title"/>
          </p:nvPr>
        </p:nvSpPr>
        <p:spPr>
          <a:xfrm>
            <a:off x="515937" y="94942"/>
            <a:ext cx="11160125" cy="1116012"/>
          </a:xfrm>
        </p:spPr>
        <p:txBody>
          <a:bodyPr/>
          <a:lstStyle/>
          <a:p>
            <a:r>
              <a:rPr lang="en-US"/>
              <a:t>AI in Healthcare</a:t>
            </a:r>
          </a:p>
        </p:txBody>
      </p:sp>
      <p:sp>
        <p:nvSpPr>
          <p:cNvPr id="3" name="Slide Number Placeholder 2">
            <a:extLst>
              <a:ext uri="{FF2B5EF4-FFF2-40B4-BE49-F238E27FC236}">
                <a16:creationId xmlns:a16="http://schemas.microsoft.com/office/drawing/2014/main" id="{CE1E31C9-3BA3-4567-BC03-5887E36FD2B6}"/>
              </a:ext>
            </a:extLst>
          </p:cNvPr>
          <p:cNvSpPr>
            <a:spLocks noGrp="1"/>
          </p:cNvSpPr>
          <p:nvPr>
            <p:ph type="sldNum" sz="quarter" idx="25"/>
          </p:nvPr>
        </p:nvSpPr>
        <p:spPr/>
        <p:txBody>
          <a:bodyPr/>
          <a:lstStyle/>
          <a:p>
            <a:fld id="{8B70248A-FD0F-534C-919E-E8EB9B0FC062}" type="slidenum">
              <a:rPr lang="en-BE" smtClean="0"/>
              <a:pPr/>
              <a:t>89</a:t>
            </a:fld>
            <a:endParaRPr lang="en-BE"/>
          </a:p>
        </p:txBody>
      </p:sp>
      <p:sp>
        <p:nvSpPr>
          <p:cNvPr id="4" name="Text Placeholder 3">
            <a:extLst>
              <a:ext uri="{FF2B5EF4-FFF2-40B4-BE49-F238E27FC236}">
                <a16:creationId xmlns:a16="http://schemas.microsoft.com/office/drawing/2014/main" id="{668E60BD-F9AD-B6FA-5126-67B1C1A5832B}"/>
              </a:ext>
            </a:extLst>
          </p:cNvPr>
          <p:cNvSpPr>
            <a:spLocks noGrp="1"/>
          </p:cNvSpPr>
          <p:nvPr>
            <p:ph type="body" sz="quarter" idx="31"/>
          </p:nvPr>
        </p:nvSpPr>
        <p:spPr/>
        <p:txBody>
          <a:bodyPr/>
          <a:lstStyle/>
          <a:p>
            <a:endParaRPr lang="en-US"/>
          </a:p>
        </p:txBody>
      </p:sp>
      <p:pic>
        <p:nvPicPr>
          <p:cNvPr id="22530" name="Picture 2">
            <a:extLst>
              <a:ext uri="{FF2B5EF4-FFF2-40B4-BE49-F238E27FC236}">
                <a16:creationId xmlns:a16="http://schemas.microsoft.com/office/drawing/2014/main" id="{1C0404BA-475E-F401-89C9-C2E78FE681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126" y="1461620"/>
            <a:ext cx="9607234" cy="54040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7D721065-166E-2DAD-79F2-F1A7868B53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079" t="29490" r="4385" b="24116"/>
          <a:stretch/>
        </p:blipFill>
        <p:spPr bwMode="auto">
          <a:xfrm>
            <a:off x="11065397" y="11430"/>
            <a:ext cx="1165860" cy="214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88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5B2C-0AA5-FF13-19B6-CFE6D4395397}"/>
              </a:ext>
            </a:extLst>
          </p:cNvPr>
          <p:cNvSpPr>
            <a:spLocks noGrp="1"/>
          </p:cNvSpPr>
          <p:nvPr>
            <p:ph type="title"/>
          </p:nvPr>
        </p:nvSpPr>
        <p:spPr/>
        <p:txBody>
          <a:bodyPr/>
          <a:lstStyle/>
          <a:p>
            <a:r>
              <a:rPr lang="en-US"/>
              <a:t>Over to you</a:t>
            </a:r>
          </a:p>
        </p:txBody>
      </p:sp>
      <p:sp>
        <p:nvSpPr>
          <p:cNvPr id="3" name="Slide Number Placeholder 2">
            <a:extLst>
              <a:ext uri="{FF2B5EF4-FFF2-40B4-BE49-F238E27FC236}">
                <a16:creationId xmlns:a16="http://schemas.microsoft.com/office/drawing/2014/main" id="{DC04D9B7-FDEC-00F5-23EF-C630571BF428}"/>
              </a:ext>
            </a:extLst>
          </p:cNvPr>
          <p:cNvSpPr>
            <a:spLocks noGrp="1"/>
          </p:cNvSpPr>
          <p:nvPr>
            <p:ph type="sldNum" sz="quarter" idx="25"/>
          </p:nvPr>
        </p:nvSpPr>
        <p:spPr/>
        <p:txBody>
          <a:bodyPr/>
          <a:lstStyle/>
          <a:p>
            <a:fld id="{8B70248A-FD0F-534C-919E-E8EB9B0FC062}" type="slidenum">
              <a:rPr lang="en-BE" smtClean="0"/>
              <a:pPr/>
              <a:t>90</a:t>
            </a:fld>
            <a:endParaRPr lang="en-BE"/>
          </a:p>
        </p:txBody>
      </p:sp>
      <p:pic>
        <p:nvPicPr>
          <p:cNvPr id="5" name="Picture 4">
            <a:extLst>
              <a:ext uri="{FF2B5EF4-FFF2-40B4-BE49-F238E27FC236}">
                <a16:creationId xmlns:a16="http://schemas.microsoft.com/office/drawing/2014/main" id="{7E9B0B04-4B47-E7C5-AEC0-4E509A4C39C3}"/>
              </a:ext>
            </a:extLst>
          </p:cNvPr>
          <p:cNvPicPr>
            <a:picLocks noChangeAspect="1"/>
          </p:cNvPicPr>
          <p:nvPr/>
        </p:nvPicPr>
        <p:blipFill>
          <a:blip r:embed="rId2"/>
          <a:stretch>
            <a:fillRect/>
          </a:stretch>
        </p:blipFill>
        <p:spPr>
          <a:xfrm>
            <a:off x="4381257" y="2479656"/>
            <a:ext cx="2995050" cy="2736080"/>
          </a:xfrm>
          <a:prstGeom prst="rect">
            <a:avLst/>
          </a:prstGeom>
        </p:spPr>
      </p:pic>
      <p:pic>
        <p:nvPicPr>
          <p:cNvPr id="4" name="Picture 3">
            <a:extLst>
              <a:ext uri="{FF2B5EF4-FFF2-40B4-BE49-F238E27FC236}">
                <a16:creationId xmlns:a16="http://schemas.microsoft.com/office/drawing/2014/main" id="{B89007E4-2A90-F430-AA08-80AD1474EF88}"/>
              </a:ext>
            </a:extLst>
          </p:cNvPr>
          <p:cNvPicPr>
            <a:picLocks noChangeAspect="1"/>
          </p:cNvPicPr>
          <p:nvPr/>
        </p:nvPicPr>
        <p:blipFill>
          <a:blip r:embed="rId3"/>
          <a:stretch>
            <a:fillRect/>
          </a:stretch>
        </p:blipFill>
        <p:spPr>
          <a:xfrm>
            <a:off x="8703783" y="2479656"/>
            <a:ext cx="2777832" cy="2736080"/>
          </a:xfrm>
          <a:prstGeom prst="rect">
            <a:avLst/>
          </a:prstGeom>
        </p:spPr>
      </p:pic>
      <p:pic>
        <p:nvPicPr>
          <p:cNvPr id="23556" name="Picture 4" descr="Discussion - Free social icons">
            <a:extLst>
              <a:ext uri="{FF2B5EF4-FFF2-40B4-BE49-F238E27FC236}">
                <a16:creationId xmlns:a16="http://schemas.microsoft.com/office/drawing/2014/main" id="{BA6123D5-AA06-F35B-B984-B2ACEFF3BA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49" y="2628495"/>
            <a:ext cx="2653731" cy="2653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511644"/>
      </p:ext>
    </p:extLst>
  </p:cSld>
  <p:clrMapOvr>
    <a:masterClrMapping/>
  </p:clrMapOvr>
</p:sld>
</file>

<file path=ppt/theme/theme1.xml><?xml version="1.0" encoding="utf-8"?>
<a:theme xmlns:a="http://schemas.openxmlformats.org/drawingml/2006/main" name="WIT">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ANJE">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AUW">
  <a:themeElements>
    <a:clrScheme name="TM Colors Final">
      <a:dk1>
        <a:srgbClr val="000000"/>
      </a:dk1>
      <a:lt1>
        <a:srgbClr val="FFFFFF"/>
      </a:lt1>
      <a:dk2>
        <a:srgbClr val="00283C"/>
      </a:dk2>
      <a:lt2>
        <a:srgbClr val="FA6432"/>
      </a:lt2>
      <a:accent1>
        <a:srgbClr val="FA6232"/>
      </a:accent1>
      <a:accent2>
        <a:srgbClr val="FFC87B"/>
      </a:accent2>
      <a:accent3>
        <a:srgbClr val="00627B"/>
      </a:accent3>
      <a:accent4>
        <a:srgbClr val="63C8C8"/>
      </a:accent4>
      <a:accent5>
        <a:srgbClr val="86D278"/>
      </a:accent5>
      <a:accent6>
        <a:srgbClr val="C8E163"/>
      </a:accent6>
      <a:hlink>
        <a:srgbClr val="00637C"/>
      </a:hlink>
      <a:folHlink>
        <a:srgbClr val="00637C"/>
      </a:folHlink>
    </a:clrScheme>
    <a:fontScheme name="TM-font">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54ef4c1-7c04-4bd8-aace-2dac36451d1b" xsi:nil="true"/>
    <lcf76f155ced4ddcb4097134ff3c332f xmlns="1946ab53-a53d-4984-8df3-e4b9666a144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9D3E55A3DCE2A4A8BC759CAA7D96FE2" ma:contentTypeVersion="12" ma:contentTypeDescription="Create a new document." ma:contentTypeScope="" ma:versionID="c3b87d41c71445f2c7cb767049c78ec0">
  <xsd:schema xmlns:xsd="http://www.w3.org/2001/XMLSchema" xmlns:xs="http://www.w3.org/2001/XMLSchema" xmlns:p="http://schemas.microsoft.com/office/2006/metadata/properties" xmlns:ns2="254ef4c1-7c04-4bd8-aace-2dac36451d1b" xmlns:ns3="1946ab53-a53d-4984-8df3-e4b9666a144b" targetNamespace="http://schemas.microsoft.com/office/2006/metadata/properties" ma:root="true" ma:fieldsID="ff554c3c8e4329415e1c50f5978e6a47" ns2:_="" ns3:_="">
    <xsd:import namespace="254ef4c1-7c04-4bd8-aace-2dac36451d1b"/>
    <xsd:import namespace="1946ab53-a53d-4984-8df3-e4b9666a144b"/>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4ef4c1-7c04-4bd8-aace-2dac36451d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21e9acf-806b-4a87-936d-d2c26601fefc}" ma:internalName="TaxCatchAll" ma:showField="CatchAllData" ma:web="254ef4c1-7c04-4bd8-aace-2dac36451d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946ab53-a53d-4984-8df3-e4b9666a144b"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9b243c3-5758-488d-a165-3d321439e892"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B92E74-0DAA-4211-914A-CE18DD5C2D9B}">
  <ds:schemaRefs>
    <ds:schemaRef ds:uri="http://purl.org/dc/dcmitype/"/>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http://www.w3.org/XML/1998/namespace"/>
    <ds:schemaRef ds:uri="1946ab53-a53d-4984-8df3-e4b9666a144b"/>
    <ds:schemaRef ds:uri="http://purl.org/dc/elements/1.1/"/>
    <ds:schemaRef ds:uri="http://schemas.microsoft.com/office/2006/metadata/properties"/>
    <ds:schemaRef ds:uri="254ef4c1-7c04-4bd8-aace-2dac36451d1b"/>
  </ds:schemaRefs>
</ds:datastoreItem>
</file>

<file path=customXml/itemProps2.xml><?xml version="1.0" encoding="utf-8"?>
<ds:datastoreItem xmlns:ds="http://schemas.openxmlformats.org/officeDocument/2006/customXml" ds:itemID="{D1EF84DE-A9E1-41BA-A1A9-89715600EE7E}">
  <ds:schemaRefs>
    <ds:schemaRef ds:uri="1946ab53-a53d-4984-8df3-e4b9666a144b"/>
    <ds:schemaRef ds:uri="254ef4c1-7c04-4bd8-aace-2dac36451d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904AA5A-D616-471A-B8C7-7CF6F028EF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3398</TotalTime>
  <Words>2938</Words>
  <Application>Microsoft Office PowerPoint</Application>
  <PresentationFormat>Widescreen</PresentationFormat>
  <Paragraphs>334</Paragraphs>
  <Slides>90</Slides>
  <Notes>16</Notes>
  <HiddenSlides>6</HiddenSlides>
  <MMClips>3</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90</vt:i4>
      </vt:variant>
    </vt:vector>
  </HeadingPairs>
  <TitlesOfParts>
    <vt:vector size="104" baseType="lpstr">
      <vt:lpstr>-apple-system</vt:lpstr>
      <vt:lpstr>Aptos Light</vt:lpstr>
      <vt:lpstr>Arial</vt:lpstr>
      <vt:lpstr>Calibri</vt:lpstr>
      <vt:lpstr>Century Gothic</vt:lpstr>
      <vt:lpstr>Gillius ADF Cond</vt:lpstr>
      <vt:lpstr>Inter</vt:lpstr>
      <vt:lpstr>Nunito Light</vt:lpstr>
      <vt:lpstr>Nunito Sans</vt:lpstr>
      <vt:lpstr>var(--font-din)</vt:lpstr>
      <vt:lpstr>Wingdings</vt:lpstr>
      <vt:lpstr>WIT</vt:lpstr>
      <vt:lpstr>ORANJE</vt:lpstr>
      <vt:lpstr>BLAUW</vt:lpstr>
      <vt:lpstr>Deep Learning</vt:lpstr>
      <vt:lpstr>Lesson Goals</vt:lpstr>
      <vt:lpstr>Deep Learning = (Big) Data Course!</vt:lpstr>
      <vt:lpstr>PowerPoint Presentation</vt:lpstr>
      <vt:lpstr>Deep Learning for Analytics Deep Learning for Operational use (focus of this course)</vt:lpstr>
      <vt:lpstr>PowerPoint Presentation</vt:lpstr>
      <vt:lpstr>PowerPoint Presentation</vt:lpstr>
      <vt:lpstr>PowerPoint Presentation</vt:lpstr>
      <vt:lpstr>5 V’s of Big Data – The Challenges!</vt:lpstr>
      <vt:lpstr>Volume ‘The Explosion of Data’</vt:lpstr>
      <vt:lpstr>Velocity https://betfy.co.uk/internet-realtime/</vt:lpstr>
      <vt:lpstr>Variety Unstructured – Semi – Structured Data</vt:lpstr>
      <vt:lpstr>PowerPoint Presentation</vt:lpstr>
      <vt:lpstr>Veracity ‘Trustworthyness of Data’</vt:lpstr>
      <vt:lpstr>Value Usefulness or worth of data, what with Dark Data?</vt:lpstr>
      <vt:lpstr>Recap</vt:lpstr>
      <vt:lpstr>  The Big Picture  (r)Evolution of Data Paradigms</vt:lpstr>
      <vt:lpstr>Evolution: Powered by User Data</vt:lpstr>
      <vt:lpstr>The story of data…    From an application standpoint</vt:lpstr>
      <vt:lpstr>Evolution of Application Architecture</vt:lpstr>
      <vt:lpstr>Evolution of Application Architecture</vt:lpstr>
      <vt:lpstr>Evolution of Application Architecture</vt:lpstr>
      <vt:lpstr>Horizontal (Out) – Vertical (Up) Scaling</vt:lpstr>
      <vt:lpstr>Evolution of Application Architecture</vt:lpstr>
      <vt:lpstr>The story of data…     From a database and analytics standpoint</vt:lpstr>
      <vt:lpstr>Evolution of Data Analytics Architecture</vt:lpstr>
      <vt:lpstr>Evolution of Database Architecture From Monolith to Cluster</vt:lpstr>
      <vt:lpstr>Evolution of Database Architecture</vt:lpstr>
      <vt:lpstr>Strategies for Splitting-up the DB</vt:lpstr>
      <vt:lpstr>Distributed Systems: CAP theorem</vt:lpstr>
      <vt:lpstr>CAP Theorem https://www.youtube.com/watch?v=k-Yaq8AHlFA&amp;t=3s&amp;ab_channel=DistributedSystemsCourse</vt:lpstr>
      <vt:lpstr>Evolution of Database Architecture Supporting Analysis</vt:lpstr>
      <vt:lpstr>Evolution of Database Architecture Supporting Analysis: Data Warehouse</vt:lpstr>
      <vt:lpstr>Hadoop &amp; Spark Eco-system</vt:lpstr>
      <vt:lpstr>Evolution of Database Architecture Supporting Variety &amp; Velocity: Data Lake</vt:lpstr>
      <vt:lpstr>Evolution of Database Architecture Supporting Variety &amp; Velocity</vt:lpstr>
      <vt:lpstr>Data Swamp – Data Governance</vt:lpstr>
      <vt:lpstr>PowerPoint Presentation</vt:lpstr>
      <vt:lpstr>Microsoft Fabric = Data Lakehouse</vt:lpstr>
      <vt:lpstr>And, finally, into a Data Mesh…? Decentralize data ownership into domains</vt:lpstr>
      <vt:lpstr>PowerPoint Presentation</vt:lpstr>
      <vt:lpstr>Data Engineering - Cloud AI - Deep Learning - Business Intelligence</vt:lpstr>
      <vt:lpstr>PowerPoint Presentation</vt:lpstr>
      <vt:lpstr>Machine Learning</vt:lpstr>
      <vt:lpstr>Why Ethics?</vt:lpstr>
      <vt:lpstr>Why Ethics?  Capability changes responsibility</vt:lpstr>
      <vt:lpstr>EU &amp; Ethical AI</vt:lpstr>
      <vt:lpstr>PowerPoint Presentation</vt:lpstr>
      <vt:lpstr>Human-in-, on-, out-the-loop</vt:lpstr>
      <vt:lpstr>Robotics / Drones &amp; AI</vt:lpstr>
      <vt:lpstr>PowerPoint Presentation</vt:lpstr>
      <vt:lpstr>Confusion Matrix</vt:lpstr>
      <vt:lpstr>Robustness requires more than accuracy</vt:lpstr>
      <vt:lpstr>Adversarial Attack (breaking the CNN)</vt:lpstr>
      <vt:lpstr>PowerPoint Presentation</vt:lpstr>
      <vt:lpstr>Fake News Deep Fakes</vt:lpstr>
      <vt:lpstr>StyleGAN2 (www.thispersondoesnotexist.com)</vt:lpstr>
      <vt:lpstr>Generative Adversarial Networks (GANs)</vt:lpstr>
      <vt:lpstr>GANs: Why Discriminator Network? ‘Conceptual Loss vs MSE Loss’</vt:lpstr>
      <vt:lpstr>Surveillance capitalism</vt:lpstr>
      <vt:lpstr>PowerPoint Presentation</vt:lpstr>
      <vt:lpstr>PowerPoint Presentation</vt:lpstr>
      <vt:lpstr>Explanainable AI (XAI)</vt:lpstr>
      <vt:lpstr>XAI – Computer Vision ‘Activation (from CNN) Maps’</vt:lpstr>
      <vt:lpstr>XAI – Natural Language Processing ‘Attention (from Transformer) Maps’</vt:lpstr>
      <vt:lpstr>PowerPoint Presentation</vt:lpstr>
      <vt:lpstr>Deep Learning = Data Driven</vt:lpstr>
      <vt:lpstr>Bias (in Dutch: vooroordeel, vooringenomenheid)</vt:lpstr>
      <vt:lpstr>Balanced dataset to learn from?</vt:lpstr>
      <vt:lpstr>Gender Bias</vt:lpstr>
      <vt:lpstr>Racial &amp; Gender Bias</vt:lpstr>
      <vt:lpstr>Racial Twitter Conversational Bot</vt:lpstr>
      <vt:lpstr>Fairness? Non-discrimination?</vt:lpstr>
      <vt:lpstr>PowerPoint Presentation</vt:lpstr>
      <vt:lpstr>China: ‘Social Score’ (Skynet)?</vt:lpstr>
      <vt:lpstr>Filter Bubbles (Automatic Recommendations)</vt:lpstr>
      <vt:lpstr>Green AI versus Red AI (Efficiency versus Accuracy)</vt:lpstr>
      <vt:lpstr>PowerPoint Presentation</vt:lpstr>
      <vt:lpstr>PowerPoint Presentation</vt:lpstr>
      <vt:lpstr>Massive Compute / Energy</vt:lpstr>
      <vt:lpstr>Amount of connections / synapses Animals versus AI models</vt:lpstr>
      <vt:lpstr>Artificial Brain versus Human Brain</vt:lpstr>
      <vt:lpstr>‘Smaller Models’: Model Distillation</vt:lpstr>
      <vt:lpstr>Mixture of Experts (MoE) LLMs</vt:lpstr>
      <vt:lpstr>PowerPoint Presentation</vt:lpstr>
      <vt:lpstr>Autonomous vehicle needs to make decisions…</vt:lpstr>
      <vt:lpstr>PowerPoint Presentation</vt:lpstr>
      <vt:lpstr>Amazon ‘Just Walk Out’</vt:lpstr>
      <vt:lpstr>AI in Healthcare</vt:lpstr>
      <vt:lpstr>Over to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Media Comm</dc:creator>
  <cp:lastModifiedBy>Bram Heyns</cp:lastModifiedBy>
  <cp:revision>1</cp:revision>
  <cp:lastPrinted>2023-01-03T10:29:33Z</cp:lastPrinted>
  <dcterms:created xsi:type="dcterms:W3CDTF">2022-09-05T06:43:33Z</dcterms:created>
  <dcterms:modified xsi:type="dcterms:W3CDTF">2026-10-15T16:39:41Z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0x01010039D3E55A3DCE2A4A8BC759CAA7D96FE2</vt:lpwstr>
  </property>
  <property fmtid="{D5CDD505-2E9C-101B-9397-08002B2CF9AE}" pid="3" name="MediaServiceImageTags">
    <vt:lpwstr/>
  </property>
  <property fmtid="{D5CDD505-2E9C-101B-9397-08002B2CF9AE}" pid="4" name="MSIP_Label_c337be75-dfbb-4261-9834-ac247c7dde13_Enabled">
    <vt:lpwstr>true</vt:lpwstr>
  </property>
  <property fmtid="{D5CDD505-2E9C-101B-9397-08002B2CF9AE}" pid="5" name="MSIP_Label_c337be75-dfbb-4261-9834-ac247c7dde13_SetDate">
    <vt:lpwstr>2023-07-26T10:00:37Z</vt:lpwstr>
  </property>
  <property fmtid="{D5CDD505-2E9C-101B-9397-08002B2CF9AE}" pid="6" name="MSIP_Label_c337be75-dfbb-4261-9834-ac247c7dde13_Method">
    <vt:lpwstr>Standard</vt:lpwstr>
  </property>
  <property fmtid="{D5CDD505-2E9C-101B-9397-08002B2CF9AE}" pid="7" name="MSIP_Label_c337be75-dfbb-4261-9834-ac247c7dde13_Name">
    <vt:lpwstr>Algemeen</vt:lpwstr>
  </property>
  <property fmtid="{D5CDD505-2E9C-101B-9397-08002B2CF9AE}" pid="8" name="MSIP_Label_c337be75-dfbb-4261-9834-ac247c7dde13_SiteId">
    <vt:lpwstr>77d33cc5-c9b4-4766-95c7-ed5b515e1cce</vt:lpwstr>
  </property>
  <property fmtid="{D5CDD505-2E9C-101B-9397-08002B2CF9AE}" pid="9" name="MSIP_Label_c337be75-dfbb-4261-9834-ac247c7dde13_ActionId">
    <vt:lpwstr>f7b68f83-8ae1-441f-892d-75981bb0c885</vt:lpwstr>
  </property>
  <property fmtid="{D5CDD505-2E9C-101B-9397-08002B2CF9AE}" pid="10" name="MSIP_Label_c337be75-dfbb-4261-9834-ac247c7dde13_ContentBits">
    <vt:lpwstr>0</vt:lpwstr>
  </property>
</Properties>
</file>